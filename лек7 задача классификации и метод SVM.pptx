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22.jpg" ContentType="image/jpg"/>
  <Override PartName="/ppt/media/image23.jpg" ContentType="image/jpg"/>
  <Override PartName="/ppt/media/image25.jpg" ContentType="image/jpg"/>
  <Override PartName="/ppt/media/image50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1.jpg" ContentType="image/jpg"/>
  <Override PartName="/ppt/media/image72.jpg" ContentType="image/jpg"/>
  <Override PartName="/ppt/media/image73.jpg" ContentType="image/jpg"/>
  <Override PartName="/ppt/media/image74.jpg" ContentType="image/jpg"/>
  <Override PartName="/ppt/media/image75.jpg" ContentType="image/jpg"/>
  <Override PartName="/ppt/media/image77.jpg" ContentType="image/jpg"/>
  <Override PartName="/ppt/media/image78.jpg" ContentType="image/jpg"/>
  <Override PartName="/ppt/media/image80.jpg" ContentType="image/jpg"/>
  <Override PartName="/ppt/media/image81.jpg" ContentType="image/jpg"/>
  <Override PartName="/ppt/media/image82.jpg" ContentType="image/jpg"/>
  <Override PartName="/ppt/media/image83.jpg" ContentType="image/jpg"/>
  <Override PartName="/ppt/media/image84.jpg" ContentType="image/jpg"/>
  <Override PartName="/ppt/media/image85.jpg" ContentType="image/jpg"/>
  <Override PartName="/ppt/media/image86.jpg" ContentType="image/jpg"/>
  <Override PartName="/ppt/media/image87.jpg" ContentType="image/jpg"/>
  <Override PartName="/ppt/media/image88.jpg" ContentType="image/jpg"/>
  <Override PartName="/ppt/media/image89.jpg" ContentType="image/jpg"/>
  <Override PartName="/ppt/media/image90.jpg" ContentType="image/jpg"/>
  <Override PartName="/ppt/media/image91.jpg" ContentType="image/jpg"/>
  <Override PartName="/ppt/media/image92.jpg" ContentType="image/jpg"/>
  <Override PartName="/ppt/media/image111.jpg" ContentType="image/jpg"/>
  <Override PartName="/ppt/media/image112.jpg" ContentType="image/jpg"/>
  <Override PartName="/ppt/media/image114.jpg" ContentType="image/jpg"/>
  <Override PartName="/ppt/media/image115.jpg" ContentType="image/jpg"/>
  <Override PartName="/ppt/media/image116.jpg" ContentType="image/jpg"/>
  <Override PartName="/ppt/media/image117.jpg" ContentType="image/jpg"/>
  <Override PartName="/ppt/media/image118.jpg" ContentType="image/jpg"/>
  <Override PartName="/ppt/media/image119.jpg" ContentType="image/jpg"/>
  <Override PartName="/ppt/media/image120.jpg" ContentType="image/jpg"/>
  <Override PartName="/ppt/media/image121.jpg" ContentType="image/jpg"/>
  <Override PartName="/ppt/media/image123.jpg" ContentType="image/jpg"/>
  <Override PartName="/ppt/media/image124.jpg" ContentType="image/jpg"/>
  <Override PartName="/ppt/media/image125.jpg" ContentType="image/jpg"/>
  <Override PartName="/ppt/media/image126.jpg" ContentType="image/jpg"/>
  <Override PartName="/ppt/media/image127.jpg" ContentType="image/jpg"/>
  <Override PartName="/ppt/media/image128.jpg" ContentType="image/jpg"/>
  <Override PartName="/ppt/media/image130.jpg" ContentType="image/jpg"/>
  <Override PartName="/ppt/media/image133.jpg" ContentType="image/jpg"/>
  <Override PartName="/ppt/media/image135.jpg" ContentType="image/jpg"/>
  <Override PartName="/ppt/media/image136.jpg" ContentType="image/jpg"/>
  <Override PartName="/ppt/media/image137.jpg" ContentType="image/jpg"/>
  <Override PartName="/ppt/media/image139.jpg" ContentType="image/jpg"/>
  <Override PartName="/ppt/media/image140.jpg" ContentType="image/jpg"/>
  <Override PartName="/ppt/media/image142.jpg" ContentType="image/jpg"/>
  <Override PartName="/ppt/media/image143.jpg" ContentType="image/jpg"/>
  <Override PartName="/ppt/media/image14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2" r:id="rId2"/>
  </p:sldMasterIdLst>
  <p:notesMasterIdLst>
    <p:notesMasterId r:id="rId82"/>
  </p:notesMasterIdLst>
  <p:sldIdLst>
    <p:sldId id="331" r:id="rId3"/>
    <p:sldId id="332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334" r:id="rId17"/>
    <p:sldId id="335" r:id="rId18"/>
    <p:sldId id="268" r:id="rId19"/>
    <p:sldId id="269" r:id="rId20"/>
    <p:sldId id="333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0693400" cy="7556500"/>
  <p:notesSz cx="10693400" cy="7556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3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DBC13-1BAA-448C-A634-5363526A7E00}" type="datetimeFigureOut">
              <a:rPr lang="uk-UA" smtClean="0"/>
              <a:t>29.11.2020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42608-328C-467C-A914-FD9A60E5755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844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3300" y="685800"/>
            <a:ext cx="48514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algn="ctr" defTabSz="309563" hangingPunct="0"/>
            <a:fld id="{81780DED-A8D5-41EF-B1AF-A275F38F5EEE}" type="slidenum">
              <a:rPr lang="ru-RU" sz="1900" kern="0" smtClean="0">
                <a:solidFill>
                  <a:prstClr val="black"/>
                </a:solidFill>
                <a:sym typeface="Helvetica Neue"/>
              </a:rPr>
              <a:pPr algn="ctr" defTabSz="309563" hangingPunct="0"/>
              <a:t>1</a:t>
            </a:fld>
            <a:endParaRPr lang="ru-RU" sz="1900" kern="0">
              <a:solidFill>
                <a:prstClr val="black"/>
              </a:solidFill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3737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542189" y="7003755"/>
            <a:ext cx="6111035" cy="552745"/>
          </a:xfrm>
        </p:spPr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980102" y="7037203"/>
            <a:ext cx="713299" cy="402314"/>
          </a:xfrm>
        </p:spPr>
        <p:txBody>
          <a:bodyPr/>
          <a:lstStyle>
            <a:lvl1pPr algn="l">
              <a:defRPr sz="1403"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135766"/>
            <a:ext cx="10693400" cy="58679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1975"/>
            <a:endParaRPr lang="ru-RU" sz="1579">
              <a:solidFill>
                <a:prstClr val="white"/>
              </a:solidFill>
              <a:sym typeface="Helvetica Neue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45820" y="7120740"/>
            <a:ext cx="5778796" cy="265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01975">
              <a:lnSpc>
                <a:spcPct val="80000"/>
              </a:lnSpc>
            </a:pPr>
            <a:r>
              <a:rPr lang="uk-UA" sz="1403" dirty="0" err="1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Ковалюк</a:t>
            </a:r>
            <a:r>
              <a:rPr lang="uk-UA" sz="1403" dirty="0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 Т.В. Програмні Технології </a:t>
            </a:r>
            <a:r>
              <a:rPr lang="en-US" sz="1403" dirty="0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Data Mining.</a:t>
            </a:r>
            <a:r>
              <a:rPr lang="uk-UA" sz="1403" dirty="0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 КНУ ім. Т. Шевченка</a:t>
            </a:r>
            <a:endParaRPr lang="ru-RU" sz="1403" dirty="0">
              <a:solidFill>
                <a:prstClr val="white">
                  <a:lumMod val="95000"/>
                </a:prstClr>
              </a:solidFill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679208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444246" y="7003758"/>
            <a:ext cx="614234" cy="414653"/>
          </a:xfrm>
        </p:spPr>
        <p:txBody>
          <a:bodyPr/>
          <a:lstStyle>
            <a:lvl1pPr algn="l">
              <a:defRPr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7883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58" y="167922"/>
            <a:ext cx="9683468" cy="5877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832" y="1259416"/>
            <a:ext cx="9728024" cy="57093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910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58" y="167922"/>
            <a:ext cx="9683468" cy="5877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9E90BEF-6253-4D72-8553-3D34C72D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09/21/2020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54D8E0-D346-419B-A9B5-A7B5A9C4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Introduction to Data Mining, 2</a:t>
            </a:r>
            <a:r>
              <a:rPr lang="en-US" baseline="30000">
                <a:solidFill>
                  <a:prstClr val="black">
                    <a:tint val="75000"/>
                  </a:prstClr>
                </a:solidFill>
              </a:rPr>
              <a:t>nd</a:t>
            </a:r>
            <a:r>
              <a:rPr lang="en-US">
                <a:solidFill>
                  <a:prstClr val="black">
                    <a:tint val="75000"/>
                  </a:prstClr>
                </a:solidFill>
              </a:rPr>
              <a:t>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124A60E-F033-46F8-B461-915F241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6E141-97F8-4B3F-847A-A8137189DD6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59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6059" y="7029994"/>
            <a:ext cx="2495127" cy="436333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>
                <a:solidFill>
                  <a:srgbClr val="297FD5">
                    <a:lumMod val="75000"/>
                  </a:srgbClr>
                </a:solidFill>
              </a:rPr>
              <a:pPr/>
              <a:t>29.11.2020</a:t>
            </a:fld>
            <a:endParaRPr lang="ru-RU">
              <a:solidFill>
                <a:srgbClr val="297FD5">
                  <a:lumMod val="75000"/>
                </a:srgbClr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301390" y="7191246"/>
            <a:ext cx="4862483" cy="308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62003" hangingPunct="0"/>
            <a:r>
              <a:rPr lang="en-US" sz="1403" b="1" kern="0" dirty="0" err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CoLIns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2020</a:t>
            </a:r>
            <a:r>
              <a:rPr lang="uk-UA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. 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April, 23-24,  </a:t>
            </a:r>
            <a:r>
              <a:rPr lang="uk-UA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20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20,</a:t>
            </a:r>
            <a:r>
              <a:rPr lang="uk-UA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US" sz="1403" b="1" kern="0" dirty="0" err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Lviv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, Ukraine</a:t>
            </a:r>
            <a:endParaRPr lang="ru-RU" sz="1403" b="1" kern="0" dirty="0">
              <a:solidFill>
                <a:prstClr val="black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sp>
        <p:nvSpPr>
          <p:cNvPr id="9" name="Номер слайда 5"/>
          <p:cNvSpPr txBox="1">
            <a:spLocks/>
          </p:cNvSpPr>
          <p:nvPr userDrawn="1"/>
        </p:nvSpPr>
        <p:spPr>
          <a:xfrm>
            <a:off x="9969993" y="7154187"/>
            <a:ext cx="809329" cy="402314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4A1F6A-164B-43BA-A19E-4AE6BB502A21}" type="slidenum">
              <a:rPr lang="ru-RU" sz="1579" smtClean="0">
                <a:solidFill>
                  <a:prstClr val="black"/>
                </a:solidFill>
                <a:sym typeface="Helvetica Neue"/>
              </a:rPr>
              <a:pPr/>
              <a:t>‹#›</a:t>
            </a:fld>
            <a:r>
              <a:rPr lang="en-US" sz="1579" dirty="0" smtClean="0">
                <a:solidFill>
                  <a:prstClr val="black"/>
                </a:solidFill>
                <a:sym typeface="Helvetica Neue"/>
              </a:rPr>
              <a:t>/32</a:t>
            </a:r>
            <a:endParaRPr lang="ru-RU" sz="1579" dirty="0">
              <a:solidFill>
                <a:prstClr val="black"/>
              </a:solidFill>
              <a:sym typeface="Helvetica Neue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4177" y="973324"/>
            <a:ext cx="10689224" cy="233675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4177" y="7044306"/>
            <a:ext cx="10693400" cy="117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4006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542189" y="7003755"/>
            <a:ext cx="6111035" cy="552745"/>
          </a:xfrm>
        </p:spPr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980102" y="7037203"/>
            <a:ext cx="713299" cy="402314"/>
          </a:xfrm>
        </p:spPr>
        <p:txBody>
          <a:bodyPr/>
          <a:lstStyle>
            <a:lvl1pPr algn="l">
              <a:defRPr sz="1403"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135766"/>
            <a:ext cx="10693400" cy="58679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1975"/>
            <a:endParaRPr lang="ru-RU" sz="1579">
              <a:solidFill>
                <a:prstClr val="white"/>
              </a:solidFill>
              <a:sym typeface="Helvetica Neue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45820" y="7120740"/>
            <a:ext cx="5778796" cy="265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01975">
              <a:lnSpc>
                <a:spcPct val="80000"/>
              </a:lnSpc>
            </a:pPr>
            <a:r>
              <a:rPr lang="uk-UA" sz="1403" dirty="0" err="1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Ковалюк</a:t>
            </a:r>
            <a:r>
              <a:rPr lang="uk-UA" sz="1403" dirty="0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 Т.В. Програмні Технології </a:t>
            </a:r>
            <a:r>
              <a:rPr lang="en-US" sz="1403" dirty="0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Data Mining.</a:t>
            </a:r>
            <a:r>
              <a:rPr lang="uk-UA" sz="1403" dirty="0" smtClean="0">
                <a:solidFill>
                  <a:prstClr val="white">
                    <a:lumMod val="95000"/>
                  </a:prstClr>
                </a:solidFill>
                <a:ea typeface="+mj-ea"/>
                <a:cs typeface="+mj-cs"/>
                <a:sym typeface="Helvetica Neue"/>
              </a:rPr>
              <a:t> КНУ ім. Т. Шевченка</a:t>
            </a:r>
            <a:endParaRPr lang="ru-RU" sz="1403" dirty="0">
              <a:solidFill>
                <a:prstClr val="white">
                  <a:lumMod val="95000"/>
                </a:prstClr>
              </a:solidFill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97117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444246" y="7003758"/>
            <a:ext cx="614234" cy="414653"/>
          </a:xfrm>
        </p:spPr>
        <p:txBody>
          <a:bodyPr/>
          <a:lstStyle>
            <a:lvl1pPr algn="l">
              <a:defRPr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574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58" y="167922"/>
            <a:ext cx="9683468" cy="5877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832" y="1259416"/>
            <a:ext cx="9728024" cy="57093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909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58" y="167922"/>
            <a:ext cx="9683468" cy="5877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9E90BEF-6253-4D72-8553-3D34C72D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09/21/2020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54D8E0-D346-419B-A9B5-A7B5A9C4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Introduction to Data Mining, 2</a:t>
            </a:r>
            <a:r>
              <a:rPr lang="en-US" baseline="30000">
                <a:solidFill>
                  <a:prstClr val="black">
                    <a:tint val="75000"/>
                  </a:prstClr>
                </a:solidFill>
              </a:rPr>
              <a:t>nd</a:t>
            </a:r>
            <a:r>
              <a:rPr lang="en-US">
                <a:solidFill>
                  <a:prstClr val="black">
                    <a:tint val="75000"/>
                  </a:prstClr>
                </a:solidFill>
              </a:rPr>
              <a:t>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124A60E-F033-46F8-B461-915F241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6E141-97F8-4B3F-847A-A8137189DD6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36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6059" y="7029994"/>
            <a:ext cx="2495127" cy="436333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>
                <a:solidFill>
                  <a:srgbClr val="297FD5">
                    <a:lumMod val="75000"/>
                  </a:srgbClr>
                </a:solidFill>
              </a:rPr>
              <a:pPr/>
              <a:t>29.11.2020</a:t>
            </a:fld>
            <a:endParaRPr lang="ru-RU">
              <a:solidFill>
                <a:srgbClr val="297FD5">
                  <a:lumMod val="75000"/>
                </a:srgbClr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301390" y="7191246"/>
            <a:ext cx="4862483" cy="308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62003" hangingPunct="0"/>
            <a:r>
              <a:rPr lang="en-US" sz="1403" b="1" kern="0" dirty="0" err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CoLIns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2020</a:t>
            </a:r>
            <a:r>
              <a:rPr lang="uk-UA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. 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April, 23-24,  </a:t>
            </a:r>
            <a:r>
              <a:rPr lang="uk-UA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20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20,</a:t>
            </a:r>
            <a:r>
              <a:rPr lang="uk-UA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US" sz="1403" b="1" kern="0" dirty="0" err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Lviv</a:t>
            </a:r>
            <a:r>
              <a:rPr lang="en-US" sz="1403" b="1" kern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, Ukraine</a:t>
            </a:r>
            <a:endParaRPr lang="ru-RU" sz="1403" b="1" kern="0" dirty="0">
              <a:solidFill>
                <a:prstClr val="black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sp>
        <p:nvSpPr>
          <p:cNvPr id="9" name="Номер слайда 5"/>
          <p:cNvSpPr txBox="1">
            <a:spLocks/>
          </p:cNvSpPr>
          <p:nvPr userDrawn="1"/>
        </p:nvSpPr>
        <p:spPr>
          <a:xfrm>
            <a:off x="9969993" y="7154187"/>
            <a:ext cx="809329" cy="402314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4A1F6A-164B-43BA-A19E-4AE6BB502A21}" type="slidenum">
              <a:rPr lang="ru-RU" sz="1579" smtClean="0">
                <a:solidFill>
                  <a:prstClr val="black"/>
                </a:solidFill>
                <a:sym typeface="Helvetica Neue"/>
              </a:rPr>
              <a:pPr/>
              <a:t>‹#›</a:t>
            </a:fld>
            <a:r>
              <a:rPr lang="en-US" sz="1579" dirty="0" smtClean="0">
                <a:solidFill>
                  <a:prstClr val="black"/>
                </a:solidFill>
                <a:sym typeface="Helvetica Neue"/>
              </a:rPr>
              <a:t>/32</a:t>
            </a:r>
            <a:endParaRPr lang="ru-RU" sz="1579" dirty="0">
              <a:solidFill>
                <a:prstClr val="black"/>
              </a:solidFill>
              <a:sym typeface="Helvetica Neue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4177" y="973324"/>
            <a:ext cx="10689224" cy="233675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4177" y="7044306"/>
            <a:ext cx="10693400" cy="117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714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3757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01975"/>
            <a:endParaRPr lang="ru-RU">
              <a:solidFill>
                <a:prstClr val="black">
                  <a:tint val="75000"/>
                </a:prstClr>
              </a:solidFill>
              <a:ea typeface="+mj-ea"/>
              <a:cs typeface="+mj-cs"/>
              <a:sym typeface="Helvetica Neue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3757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01975"/>
            <a:endParaRPr lang="ru-RU">
              <a:solidFill>
                <a:prstClr val="black">
                  <a:tint val="75000"/>
                </a:prstClr>
              </a:solidFill>
              <a:ea typeface="+mj-ea"/>
              <a:cs typeface="+mj-cs"/>
              <a:sym typeface="Helvetica Neue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-40232"/>
            <a:ext cx="10693400" cy="75565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869117" y="7113955"/>
            <a:ext cx="735171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01975"/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  <a:ea typeface="+mj-ea"/>
                <a:cs typeface="+mj-cs"/>
                <a:sym typeface="Helvetica Neue"/>
              </a:rPr>
              <a:pPr defTabSz="801975"/>
              <a:t>‹#›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  <a:ea typeface="+mj-ea"/>
                <a:cs typeface="+mj-cs"/>
                <a:sym typeface="Helvetica Neue"/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2580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801975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94" indent="-200494" algn="l" defTabSz="801975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81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68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455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443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430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417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404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392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87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75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62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949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936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924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911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898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3757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01975"/>
            <a:endParaRPr lang="ru-RU">
              <a:solidFill>
                <a:prstClr val="black">
                  <a:tint val="75000"/>
                </a:prstClr>
              </a:solidFill>
              <a:ea typeface="+mj-ea"/>
              <a:cs typeface="+mj-cs"/>
              <a:sym typeface="Helvetica Neue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3757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01975"/>
            <a:endParaRPr lang="ru-RU">
              <a:solidFill>
                <a:prstClr val="black">
                  <a:tint val="75000"/>
                </a:prstClr>
              </a:solidFill>
              <a:ea typeface="+mj-ea"/>
              <a:cs typeface="+mj-cs"/>
              <a:sym typeface="Helvetica Neue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-40232"/>
            <a:ext cx="10693400" cy="75565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869117" y="7113955"/>
            <a:ext cx="735171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01975"/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  <a:ea typeface="+mj-ea"/>
                <a:cs typeface="+mj-cs"/>
                <a:sym typeface="Helvetica Neue"/>
              </a:rPr>
              <a:pPr defTabSz="801975"/>
              <a:t>‹#›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  <a:ea typeface="+mj-ea"/>
                <a:cs typeface="+mj-cs"/>
                <a:sym typeface="Helvetica Neue"/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9176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801975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94" indent="-200494" algn="l" defTabSz="801975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81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68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455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443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430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417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404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392" indent="-200494" algn="l" defTabSz="80197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87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75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62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949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936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924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911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898" algn="l" defTabSz="80197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4.wmf"/><Relationship Id="rId9" Type="http://schemas.openxmlformats.org/officeDocument/2006/relationships/image" Target="../media/image3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1.png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40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chinelearning.ru/wiki/index.php?title=SVM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chinelearning.ru/wiki/index.php?title=SVM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hyperlink" Target="http://www.machinelearning.ru/wiki/index.php?title=SVM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hyperlink" Target="http://www.machinelearning.ru/wiki/index.php?title=SVM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ernel-machines.org/software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7" Type="http://schemas.openxmlformats.org/officeDocument/2006/relationships/image" Target="../media/image76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jpg"/><Relationship Id="rId5" Type="http://schemas.openxmlformats.org/officeDocument/2006/relationships/image" Target="../media/image74.jpg"/><Relationship Id="rId4" Type="http://schemas.openxmlformats.org/officeDocument/2006/relationships/image" Target="../media/image73.jp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jpg"/><Relationship Id="rId4" Type="http://schemas.openxmlformats.org/officeDocument/2006/relationships/image" Target="../media/image89.jp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2.jpg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91.jpg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jp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jpg"/><Relationship Id="rId5" Type="http://schemas.openxmlformats.org/officeDocument/2006/relationships/image" Target="../media/image124.jpg"/><Relationship Id="rId4" Type="http://schemas.openxmlformats.org/officeDocument/2006/relationships/image" Target="../media/image123.jp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lfeat.org/" TargetMode="Externa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jp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jpg"/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jpg"/><Relationship Id="rId11" Type="http://schemas.openxmlformats.org/officeDocument/2006/relationships/image" Target="../media/image142.jpg"/><Relationship Id="rId5" Type="http://schemas.openxmlformats.org/officeDocument/2006/relationships/image" Target="../media/image136.jpg"/><Relationship Id="rId10" Type="http://schemas.openxmlformats.org/officeDocument/2006/relationships/image" Target="../media/image141.png"/><Relationship Id="rId4" Type="http://schemas.openxmlformats.org/officeDocument/2006/relationships/image" Target="../media/image135.jpg"/><Relationship Id="rId9" Type="http://schemas.openxmlformats.org/officeDocument/2006/relationships/image" Target="../media/image140.jp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10"/>
          <p:cNvSpPr>
            <a:spLocks noChangeArrowheads="1" noChangeShapeType="1" noTextEdit="1"/>
          </p:cNvSpPr>
          <p:nvPr/>
        </p:nvSpPr>
        <p:spPr bwMode="auto">
          <a:xfrm>
            <a:off x="219996" y="999081"/>
            <a:ext cx="10064894" cy="347257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defTabSz="801975"/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Програмні технології</a:t>
            </a:r>
            <a:b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</a:br>
            <a:r>
              <a:rPr lang="en-US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Data Mining</a:t>
            </a:r>
            <a:endParaRPr lang="ru-RU" sz="3157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ea typeface="+mj-ea"/>
              <a:cs typeface="Times New Roman"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4274" y="4790263"/>
            <a:ext cx="9044847" cy="1064009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rtlCol="0">
            <a:spAutoFit/>
          </a:bodyPr>
          <a:lstStyle/>
          <a:p>
            <a:pPr algn="ctr" defTabSz="801975"/>
            <a:r>
              <a:rPr lang="uk-UA" sz="3157" b="1" dirty="0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Лектор </a:t>
            </a:r>
            <a:r>
              <a:rPr lang="uk-UA" sz="3157" b="1" dirty="0" err="1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к.т.н</a:t>
            </a:r>
            <a:r>
              <a:rPr lang="uk-UA" sz="3157" b="1" dirty="0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. доц. </a:t>
            </a:r>
            <a:r>
              <a:rPr lang="uk-UA" sz="3157" b="1" dirty="0" err="1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Ковалюк</a:t>
            </a:r>
            <a:r>
              <a:rPr lang="uk-UA" sz="3157" b="1" dirty="0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 Тетяна Володимирівна</a:t>
            </a:r>
          </a:p>
          <a:p>
            <a:pPr algn="ctr" defTabSz="801975"/>
            <a:r>
              <a:rPr lang="uk-UA" sz="3157" b="1" dirty="0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КНУ ім. Тараса Шевченка</a:t>
            </a:r>
            <a:endParaRPr lang="ru-RU" sz="3157" b="1" dirty="0">
              <a:solidFill>
                <a:prstClr val="white"/>
              </a:solidFill>
              <a:ea typeface="+mj-ea"/>
              <a:cs typeface="+mj-cs"/>
              <a:sym typeface="Helvetica Neue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121188" y="6171874"/>
            <a:ext cx="3014736" cy="524311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defTabSz="801975">
              <a:spcBef>
                <a:spcPct val="50000"/>
              </a:spcBef>
            </a:pPr>
            <a:r>
              <a:rPr lang="en-US" sz="2807" b="1" dirty="0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tkovalyuk@ukr.net</a:t>
            </a:r>
            <a:endParaRPr lang="ru-RU" sz="2807" b="1" dirty="0">
              <a:solidFill>
                <a:prstClr val="white"/>
              </a:solidFill>
              <a:ea typeface="+mj-ea"/>
              <a:cs typeface="+mj-cs"/>
              <a:sym typeface="Helvetica Neue"/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2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WordArt 10"/>
          <p:cNvSpPr>
            <a:spLocks noChangeArrowheads="1" noChangeShapeType="1" noTextEdit="1"/>
          </p:cNvSpPr>
          <p:nvPr/>
        </p:nvSpPr>
        <p:spPr bwMode="auto">
          <a:xfrm>
            <a:off x="516647" y="1333262"/>
            <a:ext cx="9920684" cy="35722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defTabSz="801975"/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Лекція </a:t>
            </a:r>
            <a:r>
              <a:rPr lang="en-US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7</a:t>
            </a:r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 </a:t>
            </a:r>
            <a:b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</a:br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Класифікація</a:t>
            </a:r>
            <a:r>
              <a:rPr lang="en-US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 </a:t>
            </a:r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в </a:t>
            </a:r>
            <a:r>
              <a:rPr lang="en-US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Data Mining</a:t>
            </a:r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. </a:t>
            </a:r>
          </a:p>
          <a:p>
            <a:pPr algn="ctr" defTabSz="801975"/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Метод опорних векторів (</a:t>
            </a:r>
            <a:r>
              <a:rPr lang="en-US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SVM</a:t>
            </a:r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)</a:t>
            </a:r>
          </a:p>
          <a:p>
            <a:pPr algn="ctr" defTabSz="801975"/>
            <a:r>
              <a:rPr lang="uk-UA" sz="3157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90897" y="5317409"/>
            <a:ext cx="7784695" cy="4523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801975"/>
            <a:r>
              <a:rPr lang="uk-UA" sz="2339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(</a:t>
            </a:r>
            <a:r>
              <a:rPr lang="en-US" sz="2339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according to the Syllabus of course CS412 Illinois University</a:t>
            </a:r>
            <a:r>
              <a:rPr lang="uk-UA" sz="2339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ea typeface="+mj-ea"/>
                <a:cs typeface="Times New Roman"/>
                <a:sym typeface="Helvetica Neue"/>
              </a:rPr>
              <a:t>) </a:t>
            </a:r>
            <a:endParaRPr lang="ru-RU" sz="2339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ea typeface="+mj-ea"/>
              <a:cs typeface="Times New Roman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2603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3400" y="3887187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46" y="51685"/>
                </a:lnTo>
                <a:lnTo>
                  <a:pt x="23038" y="82110"/>
                </a:lnTo>
                <a:lnTo>
                  <a:pt x="52793" y="87886"/>
                </a:lnTo>
                <a:lnTo>
                  <a:pt x="67360" y="86023"/>
                </a:lnTo>
                <a:lnTo>
                  <a:pt x="80644" y="81137"/>
                </a:lnTo>
                <a:lnTo>
                  <a:pt x="91517" y="73107"/>
                </a:lnTo>
                <a:lnTo>
                  <a:pt x="98848" y="61816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03400" y="38862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12700" y="12700"/>
                </a:lnTo>
                <a:lnTo>
                  <a:pt x="0" y="25400"/>
                </a:lnTo>
                <a:lnTo>
                  <a:pt x="0" y="76200"/>
                </a:lnTo>
                <a:lnTo>
                  <a:pt x="127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88900" y="38100"/>
                </a:lnTo>
                <a:lnTo>
                  <a:pt x="101600" y="50800"/>
                </a:lnTo>
                <a:lnTo>
                  <a:pt x="88900" y="63500"/>
                </a:lnTo>
                <a:lnTo>
                  <a:pt x="88900" y="762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63500"/>
                </a:lnTo>
                <a:lnTo>
                  <a:pt x="114300" y="508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7900" y="3937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6908" y="13715"/>
                </a:lnTo>
                <a:lnTo>
                  <a:pt x="0" y="38100"/>
                </a:lnTo>
                <a:lnTo>
                  <a:pt x="923" y="49504"/>
                </a:lnTo>
                <a:lnTo>
                  <a:pt x="35744" y="86708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35200" y="3924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88900"/>
                </a:moveTo>
                <a:lnTo>
                  <a:pt x="25400" y="88900"/>
                </a:lnTo>
                <a:lnTo>
                  <a:pt x="50800" y="114300"/>
                </a:lnTo>
                <a:lnTo>
                  <a:pt x="63500" y="114300"/>
                </a:lnTo>
                <a:lnTo>
                  <a:pt x="76200" y="101600"/>
                </a:lnTo>
                <a:lnTo>
                  <a:pt x="50800" y="101600"/>
                </a:lnTo>
                <a:lnTo>
                  <a:pt x="57150" y="98425"/>
                </a:lnTo>
                <a:lnTo>
                  <a:pt x="38100" y="88900"/>
                </a:lnTo>
                <a:close/>
              </a:path>
              <a:path w="114300" h="114300">
                <a:moveTo>
                  <a:pt x="57150" y="98425"/>
                </a:moveTo>
                <a:lnTo>
                  <a:pt x="50800" y="101600"/>
                </a:lnTo>
                <a:lnTo>
                  <a:pt x="63500" y="101600"/>
                </a:lnTo>
                <a:lnTo>
                  <a:pt x="57150" y="98425"/>
                </a:lnTo>
                <a:close/>
              </a:path>
              <a:path w="114300" h="114300">
                <a:moveTo>
                  <a:pt x="88900" y="88900"/>
                </a:moveTo>
                <a:lnTo>
                  <a:pt x="76200" y="88900"/>
                </a:lnTo>
                <a:lnTo>
                  <a:pt x="57150" y="98425"/>
                </a:lnTo>
                <a:lnTo>
                  <a:pt x="63500" y="101600"/>
                </a:lnTo>
                <a:lnTo>
                  <a:pt x="76200" y="101600"/>
                </a:lnTo>
                <a:lnTo>
                  <a:pt x="88900" y="88900"/>
                </a:lnTo>
                <a:close/>
              </a:path>
              <a:path w="114300" h="114300">
                <a:moveTo>
                  <a:pt x="12700" y="76200"/>
                </a:moveTo>
                <a:lnTo>
                  <a:pt x="12700" y="88900"/>
                </a:lnTo>
                <a:lnTo>
                  <a:pt x="25400" y="88900"/>
                </a:lnTo>
                <a:lnTo>
                  <a:pt x="12700" y="76200"/>
                </a:lnTo>
                <a:close/>
              </a:path>
              <a:path w="114300" h="114300">
                <a:moveTo>
                  <a:pt x="101600" y="76200"/>
                </a:moveTo>
                <a:lnTo>
                  <a:pt x="88900" y="88900"/>
                </a:lnTo>
                <a:lnTo>
                  <a:pt x="101600" y="88900"/>
                </a:lnTo>
                <a:lnTo>
                  <a:pt x="101600" y="76200"/>
                </a:lnTo>
                <a:close/>
              </a:path>
              <a:path w="114300" h="114300">
                <a:moveTo>
                  <a:pt x="25400" y="38100"/>
                </a:moveTo>
                <a:lnTo>
                  <a:pt x="12700" y="38100"/>
                </a:lnTo>
                <a:lnTo>
                  <a:pt x="0" y="50800"/>
                </a:lnTo>
                <a:lnTo>
                  <a:pt x="0" y="63500"/>
                </a:lnTo>
                <a:lnTo>
                  <a:pt x="12700" y="76200"/>
                </a:lnTo>
                <a:lnTo>
                  <a:pt x="25400" y="76200"/>
                </a:lnTo>
                <a:lnTo>
                  <a:pt x="19050" y="63500"/>
                </a:lnTo>
                <a:lnTo>
                  <a:pt x="12700" y="63500"/>
                </a:lnTo>
                <a:lnTo>
                  <a:pt x="12700" y="50800"/>
                </a:lnTo>
                <a:lnTo>
                  <a:pt x="19050" y="50800"/>
                </a:lnTo>
                <a:lnTo>
                  <a:pt x="25400" y="38100"/>
                </a:lnTo>
                <a:close/>
              </a:path>
              <a:path w="114300" h="114300">
                <a:moveTo>
                  <a:pt x="114300" y="38100"/>
                </a:moveTo>
                <a:lnTo>
                  <a:pt x="101600" y="38100"/>
                </a:lnTo>
                <a:lnTo>
                  <a:pt x="10160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14300" h="114300">
                <a:moveTo>
                  <a:pt x="12700" y="50800"/>
                </a:moveTo>
                <a:lnTo>
                  <a:pt x="12700" y="63500"/>
                </a:lnTo>
                <a:lnTo>
                  <a:pt x="15875" y="57150"/>
                </a:lnTo>
                <a:lnTo>
                  <a:pt x="12700" y="50800"/>
                </a:lnTo>
                <a:close/>
              </a:path>
              <a:path w="114300" h="114300">
                <a:moveTo>
                  <a:pt x="15875" y="57150"/>
                </a:moveTo>
                <a:lnTo>
                  <a:pt x="12700" y="63500"/>
                </a:lnTo>
                <a:lnTo>
                  <a:pt x="19050" y="63500"/>
                </a:lnTo>
                <a:lnTo>
                  <a:pt x="15875" y="57150"/>
                </a:lnTo>
                <a:close/>
              </a:path>
              <a:path w="114300" h="114300">
                <a:moveTo>
                  <a:pt x="19050" y="50800"/>
                </a:moveTo>
                <a:lnTo>
                  <a:pt x="12700" y="50800"/>
                </a:lnTo>
                <a:lnTo>
                  <a:pt x="15875" y="57150"/>
                </a:lnTo>
                <a:lnTo>
                  <a:pt x="19050" y="50800"/>
                </a:lnTo>
                <a:close/>
              </a:path>
              <a:path w="114300" h="114300">
                <a:moveTo>
                  <a:pt x="2540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25400" y="25400"/>
                </a:lnTo>
                <a:close/>
              </a:path>
              <a:path w="114300" h="114300">
                <a:moveTo>
                  <a:pt x="101600" y="25400"/>
                </a:moveTo>
                <a:lnTo>
                  <a:pt x="88900" y="25400"/>
                </a:lnTo>
                <a:lnTo>
                  <a:pt x="101600" y="38100"/>
                </a:lnTo>
                <a:lnTo>
                  <a:pt x="101600" y="25400"/>
                </a:lnTo>
                <a:close/>
              </a:path>
              <a:path w="114300" h="114300">
                <a:moveTo>
                  <a:pt x="63500" y="0"/>
                </a:moveTo>
                <a:lnTo>
                  <a:pt x="50800" y="0"/>
                </a:lnTo>
                <a:lnTo>
                  <a:pt x="25400" y="25400"/>
                </a:lnTo>
                <a:lnTo>
                  <a:pt x="38100" y="25400"/>
                </a:lnTo>
                <a:lnTo>
                  <a:pt x="57150" y="15875"/>
                </a:lnTo>
                <a:lnTo>
                  <a:pt x="508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  <a:path w="114300" h="114300">
                <a:moveTo>
                  <a:pt x="76200" y="12700"/>
                </a:moveTo>
                <a:lnTo>
                  <a:pt x="63500" y="12700"/>
                </a:lnTo>
                <a:lnTo>
                  <a:pt x="57150" y="15875"/>
                </a:lnTo>
                <a:lnTo>
                  <a:pt x="76200" y="25400"/>
                </a:lnTo>
                <a:lnTo>
                  <a:pt x="88900" y="25400"/>
                </a:lnTo>
                <a:lnTo>
                  <a:pt x="76200" y="12700"/>
                </a:lnTo>
                <a:close/>
              </a:path>
              <a:path w="114300" h="114300">
                <a:moveTo>
                  <a:pt x="63500" y="12700"/>
                </a:moveTo>
                <a:lnTo>
                  <a:pt x="50800" y="12700"/>
                </a:lnTo>
                <a:lnTo>
                  <a:pt x="57150" y="15875"/>
                </a:lnTo>
                <a:lnTo>
                  <a:pt x="63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47900" y="4343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6908" y="13715"/>
                </a:lnTo>
                <a:lnTo>
                  <a:pt x="0" y="38100"/>
                </a:lnTo>
                <a:lnTo>
                  <a:pt x="923" y="49504"/>
                </a:lnTo>
                <a:lnTo>
                  <a:pt x="35744" y="86708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35200" y="43307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88900" y="76200"/>
                </a:moveTo>
                <a:lnTo>
                  <a:pt x="76200" y="88900"/>
                </a:lnTo>
                <a:lnTo>
                  <a:pt x="254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88900" y="76200"/>
                </a:lnTo>
                <a:close/>
              </a:path>
              <a:path w="114300" h="101600">
                <a:moveTo>
                  <a:pt x="25400" y="38100"/>
                </a:moveTo>
                <a:lnTo>
                  <a:pt x="12700" y="38100"/>
                </a:lnTo>
                <a:lnTo>
                  <a:pt x="0" y="50800"/>
                </a:lnTo>
                <a:lnTo>
                  <a:pt x="12700" y="76200"/>
                </a:lnTo>
                <a:lnTo>
                  <a:pt x="12700" y="88900"/>
                </a:lnTo>
                <a:lnTo>
                  <a:pt x="25400" y="88900"/>
                </a:lnTo>
                <a:lnTo>
                  <a:pt x="12700" y="63500"/>
                </a:lnTo>
                <a:lnTo>
                  <a:pt x="19050" y="63500"/>
                </a:lnTo>
                <a:lnTo>
                  <a:pt x="12700" y="50800"/>
                </a:lnTo>
                <a:lnTo>
                  <a:pt x="25400" y="38100"/>
                </a:lnTo>
                <a:close/>
              </a:path>
              <a:path w="114300" h="101600">
                <a:moveTo>
                  <a:pt x="101600" y="63500"/>
                </a:moveTo>
                <a:lnTo>
                  <a:pt x="88900" y="88900"/>
                </a:lnTo>
                <a:lnTo>
                  <a:pt x="101600" y="889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19050" y="63500"/>
                </a:moveTo>
                <a:lnTo>
                  <a:pt x="12700" y="63500"/>
                </a:lnTo>
                <a:lnTo>
                  <a:pt x="25400" y="76200"/>
                </a:lnTo>
                <a:lnTo>
                  <a:pt x="19050" y="63500"/>
                </a:lnTo>
                <a:close/>
              </a:path>
              <a:path w="114300" h="101600">
                <a:moveTo>
                  <a:pt x="114300" y="38100"/>
                </a:moveTo>
                <a:lnTo>
                  <a:pt x="101600" y="38100"/>
                </a:lnTo>
                <a:lnTo>
                  <a:pt x="10160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14300" h="101600">
                <a:moveTo>
                  <a:pt x="50800" y="12700"/>
                </a:moveTo>
                <a:lnTo>
                  <a:pt x="12700" y="12700"/>
                </a:lnTo>
                <a:lnTo>
                  <a:pt x="12700" y="38100"/>
                </a:lnTo>
                <a:lnTo>
                  <a:pt x="25400" y="25400"/>
                </a:lnTo>
                <a:lnTo>
                  <a:pt x="38100" y="25400"/>
                </a:lnTo>
                <a:lnTo>
                  <a:pt x="57150" y="15875"/>
                </a:lnTo>
                <a:lnTo>
                  <a:pt x="50800" y="127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63500" y="12700"/>
                </a:lnTo>
                <a:lnTo>
                  <a:pt x="57150" y="15875"/>
                </a:lnTo>
                <a:lnTo>
                  <a:pt x="76200" y="25400"/>
                </a:lnTo>
                <a:lnTo>
                  <a:pt x="88900" y="25400"/>
                </a:lnTo>
                <a:lnTo>
                  <a:pt x="101600" y="381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63500" y="12700"/>
                </a:moveTo>
                <a:lnTo>
                  <a:pt x="50800" y="12700"/>
                </a:lnTo>
                <a:lnTo>
                  <a:pt x="57150" y="15875"/>
                </a:lnTo>
                <a:lnTo>
                  <a:pt x="63500" y="12700"/>
                </a:lnTo>
                <a:close/>
              </a:path>
              <a:path w="114300" h="101600">
                <a:moveTo>
                  <a:pt x="63500" y="0"/>
                </a:moveTo>
                <a:lnTo>
                  <a:pt x="508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65300" y="407682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33866" y="0"/>
                </a:moveTo>
                <a:lnTo>
                  <a:pt x="19050" y="3143"/>
                </a:lnTo>
                <a:lnTo>
                  <a:pt x="8466" y="10521"/>
                </a:lnTo>
                <a:lnTo>
                  <a:pt x="2116" y="22131"/>
                </a:lnTo>
                <a:lnTo>
                  <a:pt x="0" y="37975"/>
                </a:lnTo>
                <a:lnTo>
                  <a:pt x="947" y="49538"/>
                </a:lnTo>
                <a:lnTo>
                  <a:pt x="35154" y="85770"/>
                </a:lnTo>
                <a:lnTo>
                  <a:pt x="53578" y="87132"/>
                </a:lnTo>
                <a:lnTo>
                  <a:pt x="67288" y="81675"/>
                </a:lnTo>
                <a:lnTo>
                  <a:pt x="77294" y="73009"/>
                </a:lnTo>
                <a:lnTo>
                  <a:pt x="83966" y="61767"/>
                </a:lnTo>
                <a:lnTo>
                  <a:pt x="87675" y="48583"/>
                </a:lnTo>
                <a:lnTo>
                  <a:pt x="88793" y="34092"/>
                </a:lnTo>
                <a:lnTo>
                  <a:pt x="86431" y="21776"/>
                </a:lnTo>
                <a:lnTo>
                  <a:pt x="80450" y="12203"/>
                </a:lnTo>
                <a:lnTo>
                  <a:pt x="70156" y="5379"/>
                </a:lnTo>
                <a:lnTo>
                  <a:pt x="54859" y="1310"/>
                </a:lnTo>
                <a:lnTo>
                  <a:pt x="33866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52600" y="40640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88900" y="88900"/>
                </a:moveTo>
                <a:lnTo>
                  <a:pt x="254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close/>
              </a:path>
              <a:path w="114300" h="101600">
                <a:moveTo>
                  <a:pt x="38100" y="12700"/>
                </a:moveTo>
                <a:lnTo>
                  <a:pt x="12700" y="12700"/>
                </a:lnTo>
                <a:lnTo>
                  <a:pt x="12700" y="25400"/>
                </a:lnTo>
                <a:lnTo>
                  <a:pt x="0" y="38100"/>
                </a:lnTo>
                <a:lnTo>
                  <a:pt x="0" y="76200"/>
                </a:lnTo>
                <a:lnTo>
                  <a:pt x="12700" y="76200"/>
                </a:lnTo>
                <a:lnTo>
                  <a:pt x="127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close/>
              </a:path>
              <a:path w="114300" h="101600">
                <a:moveTo>
                  <a:pt x="101600" y="38100"/>
                </a:moveTo>
                <a:lnTo>
                  <a:pt x="88900" y="38100"/>
                </a:lnTo>
                <a:lnTo>
                  <a:pt x="101600" y="50800"/>
                </a:lnTo>
                <a:lnTo>
                  <a:pt x="88900" y="63500"/>
                </a:lnTo>
                <a:lnTo>
                  <a:pt x="101600" y="63500"/>
                </a:lnTo>
                <a:lnTo>
                  <a:pt x="76200" y="88900"/>
                </a:lnTo>
                <a:lnTo>
                  <a:pt x="101600" y="88900"/>
                </a:lnTo>
                <a:lnTo>
                  <a:pt x="101600" y="76200"/>
                </a:lnTo>
                <a:lnTo>
                  <a:pt x="114300" y="50800"/>
                </a:lnTo>
                <a:lnTo>
                  <a:pt x="101600" y="381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30500" y="3976087"/>
            <a:ext cx="88900" cy="100330"/>
          </a:xfrm>
          <a:custGeom>
            <a:avLst/>
            <a:gdLst/>
            <a:ahLst/>
            <a:cxnLst/>
            <a:rect l="l" t="t" r="r" b="b"/>
            <a:pathLst>
              <a:path w="88900" h="100329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2" y="50282"/>
                </a:lnTo>
                <a:lnTo>
                  <a:pt x="16835" y="84845"/>
                </a:lnTo>
                <a:lnTo>
                  <a:pt x="56955" y="100081"/>
                </a:lnTo>
                <a:lnTo>
                  <a:pt x="68449" y="95514"/>
                </a:lnTo>
                <a:lnTo>
                  <a:pt x="77370" y="86830"/>
                </a:lnTo>
                <a:lnTo>
                  <a:pt x="83706" y="74709"/>
                </a:lnTo>
                <a:lnTo>
                  <a:pt x="87445" y="59833"/>
                </a:lnTo>
                <a:lnTo>
                  <a:pt x="88576" y="42881"/>
                </a:lnTo>
                <a:lnTo>
                  <a:pt x="85881" y="29548"/>
                </a:lnTo>
                <a:lnTo>
                  <a:pt x="80193" y="17643"/>
                </a:lnTo>
                <a:lnTo>
                  <a:pt x="71193" y="8116"/>
                </a:lnTo>
                <a:lnTo>
                  <a:pt x="58565" y="1918"/>
                </a:lnTo>
                <a:lnTo>
                  <a:pt x="41991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17800" y="39751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12700" y="25400"/>
                </a:lnTo>
                <a:lnTo>
                  <a:pt x="12700" y="38100"/>
                </a:lnTo>
                <a:lnTo>
                  <a:pt x="0" y="50800"/>
                </a:lnTo>
                <a:lnTo>
                  <a:pt x="1270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1016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25400" y="63500"/>
                </a:lnTo>
                <a:lnTo>
                  <a:pt x="12700" y="50800"/>
                </a:lnTo>
                <a:lnTo>
                  <a:pt x="25400" y="38100"/>
                </a:lnTo>
                <a:lnTo>
                  <a:pt x="25400" y="25400"/>
                </a:lnTo>
                <a:lnTo>
                  <a:pt x="381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63500"/>
                </a:lnTo>
                <a:lnTo>
                  <a:pt x="76200" y="88900"/>
                </a:lnTo>
                <a:lnTo>
                  <a:pt x="101600" y="88900"/>
                </a:lnTo>
                <a:lnTo>
                  <a:pt x="114300" y="762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11500" y="4471387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46" y="51685"/>
                </a:lnTo>
                <a:lnTo>
                  <a:pt x="23038" y="82110"/>
                </a:lnTo>
                <a:lnTo>
                  <a:pt x="52793" y="87886"/>
                </a:lnTo>
                <a:lnTo>
                  <a:pt x="67360" y="86023"/>
                </a:lnTo>
                <a:lnTo>
                  <a:pt x="80644" y="81137"/>
                </a:lnTo>
                <a:lnTo>
                  <a:pt x="91517" y="73107"/>
                </a:lnTo>
                <a:lnTo>
                  <a:pt x="98848" y="61816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11500" y="4470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76200" y="25400"/>
                </a:lnTo>
                <a:lnTo>
                  <a:pt x="88900" y="38100"/>
                </a:lnTo>
                <a:lnTo>
                  <a:pt x="88900" y="63500"/>
                </a:lnTo>
                <a:lnTo>
                  <a:pt x="76200" y="76200"/>
                </a:lnTo>
                <a:lnTo>
                  <a:pt x="88900" y="762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63900" y="33528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6908" y="13715"/>
                </a:lnTo>
                <a:lnTo>
                  <a:pt x="0" y="38100"/>
                </a:lnTo>
                <a:lnTo>
                  <a:pt x="923" y="49504"/>
                </a:lnTo>
                <a:lnTo>
                  <a:pt x="35744" y="86708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51200" y="33401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88900" y="88900"/>
                </a:moveTo>
                <a:lnTo>
                  <a:pt x="254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close/>
              </a:path>
              <a:path w="114300" h="101600">
                <a:moveTo>
                  <a:pt x="25400" y="38100"/>
                </a:moveTo>
                <a:lnTo>
                  <a:pt x="12700" y="38100"/>
                </a:lnTo>
                <a:lnTo>
                  <a:pt x="0" y="508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88900"/>
                </a:lnTo>
                <a:lnTo>
                  <a:pt x="25400" y="88900"/>
                </a:lnTo>
                <a:lnTo>
                  <a:pt x="12700" y="63500"/>
                </a:lnTo>
                <a:lnTo>
                  <a:pt x="12700" y="50800"/>
                </a:lnTo>
                <a:lnTo>
                  <a:pt x="19050" y="50800"/>
                </a:lnTo>
                <a:lnTo>
                  <a:pt x="25400" y="38100"/>
                </a:lnTo>
                <a:close/>
              </a:path>
              <a:path w="114300" h="101600">
                <a:moveTo>
                  <a:pt x="101600" y="63500"/>
                </a:moveTo>
                <a:lnTo>
                  <a:pt x="88900" y="88900"/>
                </a:lnTo>
                <a:lnTo>
                  <a:pt x="101600" y="889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15875" y="57150"/>
                </a:moveTo>
                <a:lnTo>
                  <a:pt x="12700" y="63500"/>
                </a:lnTo>
                <a:lnTo>
                  <a:pt x="25400" y="76200"/>
                </a:lnTo>
                <a:lnTo>
                  <a:pt x="15875" y="57150"/>
                </a:lnTo>
                <a:close/>
              </a:path>
              <a:path w="114300" h="101600">
                <a:moveTo>
                  <a:pt x="114300" y="38100"/>
                </a:moveTo>
                <a:lnTo>
                  <a:pt x="101600" y="38100"/>
                </a:lnTo>
                <a:lnTo>
                  <a:pt x="10160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14300" h="101600">
                <a:moveTo>
                  <a:pt x="12700" y="50800"/>
                </a:moveTo>
                <a:lnTo>
                  <a:pt x="12700" y="63500"/>
                </a:lnTo>
                <a:lnTo>
                  <a:pt x="15875" y="57150"/>
                </a:lnTo>
                <a:lnTo>
                  <a:pt x="12700" y="50800"/>
                </a:lnTo>
                <a:close/>
              </a:path>
              <a:path w="114300" h="101600">
                <a:moveTo>
                  <a:pt x="19050" y="50800"/>
                </a:moveTo>
                <a:lnTo>
                  <a:pt x="12700" y="50800"/>
                </a:lnTo>
                <a:lnTo>
                  <a:pt x="15875" y="57150"/>
                </a:lnTo>
                <a:lnTo>
                  <a:pt x="19050" y="50800"/>
                </a:lnTo>
                <a:close/>
              </a:path>
              <a:path w="114300" h="101600">
                <a:moveTo>
                  <a:pt x="2540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25400" y="25400"/>
                </a:lnTo>
                <a:close/>
              </a:path>
              <a:path w="114300" h="101600">
                <a:moveTo>
                  <a:pt x="88900" y="12700"/>
                </a:moveTo>
                <a:lnTo>
                  <a:pt x="63500" y="12700"/>
                </a:lnTo>
                <a:lnTo>
                  <a:pt x="57150" y="15875"/>
                </a:lnTo>
                <a:lnTo>
                  <a:pt x="76200" y="25400"/>
                </a:lnTo>
                <a:lnTo>
                  <a:pt x="88900" y="25400"/>
                </a:lnTo>
                <a:lnTo>
                  <a:pt x="101600" y="381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  <a:path w="114300" h="101600">
                <a:moveTo>
                  <a:pt x="50800" y="12700"/>
                </a:moveTo>
                <a:lnTo>
                  <a:pt x="25400" y="12700"/>
                </a:lnTo>
                <a:lnTo>
                  <a:pt x="25400" y="25400"/>
                </a:lnTo>
                <a:lnTo>
                  <a:pt x="38100" y="25400"/>
                </a:lnTo>
                <a:lnTo>
                  <a:pt x="57150" y="15875"/>
                </a:lnTo>
                <a:lnTo>
                  <a:pt x="50800" y="12700"/>
                </a:lnTo>
                <a:close/>
              </a:path>
              <a:path w="114300" h="101600">
                <a:moveTo>
                  <a:pt x="63500" y="12700"/>
                </a:moveTo>
                <a:lnTo>
                  <a:pt x="50800" y="12700"/>
                </a:lnTo>
                <a:lnTo>
                  <a:pt x="57150" y="15875"/>
                </a:lnTo>
                <a:lnTo>
                  <a:pt x="63500" y="12700"/>
                </a:lnTo>
                <a:close/>
              </a:path>
              <a:path w="114300" h="101600">
                <a:moveTo>
                  <a:pt x="63500" y="0"/>
                </a:moveTo>
                <a:lnTo>
                  <a:pt x="508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46500" y="3531587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29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1080" y="58444"/>
                </a:lnTo>
                <a:lnTo>
                  <a:pt x="43155" y="86293"/>
                </a:lnTo>
                <a:lnTo>
                  <a:pt x="60840" y="87126"/>
                </a:lnTo>
                <a:lnTo>
                  <a:pt x="73102" y="82759"/>
                </a:lnTo>
                <a:lnTo>
                  <a:pt x="81825" y="74204"/>
                </a:lnTo>
                <a:lnTo>
                  <a:pt x="86989" y="61048"/>
                </a:lnTo>
                <a:lnTo>
                  <a:pt x="88576" y="42881"/>
                </a:lnTo>
                <a:lnTo>
                  <a:pt x="85881" y="29548"/>
                </a:lnTo>
                <a:lnTo>
                  <a:pt x="80193" y="17643"/>
                </a:lnTo>
                <a:lnTo>
                  <a:pt x="71193" y="8116"/>
                </a:lnTo>
                <a:lnTo>
                  <a:pt x="58565" y="1918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33800" y="35306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88900"/>
                </a:moveTo>
                <a:lnTo>
                  <a:pt x="38100" y="88900"/>
                </a:lnTo>
                <a:lnTo>
                  <a:pt x="63500" y="101600"/>
                </a:lnTo>
                <a:lnTo>
                  <a:pt x="76200" y="88900"/>
                </a:lnTo>
                <a:close/>
              </a:path>
              <a:path w="114300" h="101600">
                <a:moveTo>
                  <a:pt x="38100" y="76200"/>
                </a:moveTo>
                <a:lnTo>
                  <a:pt x="25400" y="76200"/>
                </a:lnTo>
                <a:lnTo>
                  <a:pt x="25400" y="88900"/>
                </a:lnTo>
                <a:lnTo>
                  <a:pt x="63500" y="88900"/>
                </a:lnTo>
                <a:lnTo>
                  <a:pt x="38100" y="76200"/>
                </a:lnTo>
                <a:close/>
              </a:path>
              <a:path w="114300" h="101600">
                <a:moveTo>
                  <a:pt x="114300" y="25400"/>
                </a:moveTo>
                <a:lnTo>
                  <a:pt x="101600" y="25400"/>
                </a:lnTo>
                <a:lnTo>
                  <a:pt x="101600" y="63500"/>
                </a:lnTo>
                <a:lnTo>
                  <a:pt x="88900" y="76200"/>
                </a:lnTo>
                <a:lnTo>
                  <a:pt x="76200" y="76200"/>
                </a:lnTo>
                <a:lnTo>
                  <a:pt x="63500" y="88900"/>
                </a:lnTo>
                <a:lnTo>
                  <a:pt x="101600" y="88900"/>
                </a:lnTo>
                <a:lnTo>
                  <a:pt x="101600" y="76200"/>
                </a:lnTo>
                <a:lnTo>
                  <a:pt x="114300" y="63500"/>
                </a:lnTo>
                <a:lnTo>
                  <a:pt x="114300" y="25400"/>
                </a:lnTo>
                <a:close/>
              </a:path>
              <a:path w="114300" h="101600">
                <a:moveTo>
                  <a:pt x="25400" y="12700"/>
                </a:moveTo>
                <a:lnTo>
                  <a:pt x="0" y="38100"/>
                </a:lnTo>
                <a:lnTo>
                  <a:pt x="0" y="50800"/>
                </a:lnTo>
                <a:lnTo>
                  <a:pt x="25400" y="76200"/>
                </a:lnTo>
                <a:lnTo>
                  <a:pt x="25400" y="63500"/>
                </a:lnTo>
                <a:lnTo>
                  <a:pt x="19050" y="50800"/>
                </a:lnTo>
                <a:lnTo>
                  <a:pt x="12700" y="50800"/>
                </a:lnTo>
                <a:lnTo>
                  <a:pt x="12700" y="38100"/>
                </a:lnTo>
                <a:lnTo>
                  <a:pt x="19050" y="38100"/>
                </a:lnTo>
                <a:lnTo>
                  <a:pt x="25400" y="25400"/>
                </a:lnTo>
                <a:lnTo>
                  <a:pt x="25400" y="12700"/>
                </a:lnTo>
                <a:close/>
              </a:path>
              <a:path w="114300" h="101600">
                <a:moveTo>
                  <a:pt x="12700" y="38100"/>
                </a:moveTo>
                <a:lnTo>
                  <a:pt x="12700" y="50800"/>
                </a:lnTo>
                <a:lnTo>
                  <a:pt x="15875" y="44450"/>
                </a:lnTo>
                <a:lnTo>
                  <a:pt x="12700" y="38100"/>
                </a:lnTo>
                <a:close/>
              </a:path>
              <a:path w="114300" h="101600">
                <a:moveTo>
                  <a:pt x="15875" y="44450"/>
                </a:moveTo>
                <a:lnTo>
                  <a:pt x="12700" y="50800"/>
                </a:lnTo>
                <a:lnTo>
                  <a:pt x="19050" y="50800"/>
                </a:lnTo>
                <a:lnTo>
                  <a:pt x="15875" y="44450"/>
                </a:lnTo>
                <a:close/>
              </a:path>
              <a:path w="114300" h="101600">
                <a:moveTo>
                  <a:pt x="19050" y="38100"/>
                </a:moveTo>
                <a:lnTo>
                  <a:pt x="12700" y="38100"/>
                </a:lnTo>
                <a:lnTo>
                  <a:pt x="15875" y="44450"/>
                </a:lnTo>
                <a:lnTo>
                  <a:pt x="19050" y="381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88900" y="12700"/>
                </a:lnTo>
                <a:lnTo>
                  <a:pt x="101600" y="38100"/>
                </a:lnTo>
                <a:lnTo>
                  <a:pt x="101600" y="254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381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88900" y="12700"/>
                </a:moveTo>
                <a:lnTo>
                  <a:pt x="76200" y="12700"/>
                </a:lnTo>
                <a:lnTo>
                  <a:pt x="889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86200" y="39370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92" y="40764"/>
                </a:lnTo>
                <a:lnTo>
                  <a:pt x="29883" y="81552"/>
                </a:lnTo>
                <a:lnTo>
                  <a:pt x="59608" y="87912"/>
                </a:lnTo>
                <a:lnTo>
                  <a:pt x="72480" y="83001"/>
                </a:lnTo>
                <a:lnTo>
                  <a:pt x="83957" y="74722"/>
                </a:lnTo>
                <a:lnTo>
                  <a:pt x="93197" y="63918"/>
                </a:lnTo>
                <a:lnTo>
                  <a:pt x="99359" y="5143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5"/>
                </a:lnTo>
                <a:lnTo>
                  <a:pt x="79654" y="6095"/>
                </a:lnTo>
                <a:lnTo>
                  <a:pt x="65836" y="1523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86200" y="39243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101600" h="114300">
                <a:moveTo>
                  <a:pt x="50800" y="0"/>
                </a:moveTo>
                <a:lnTo>
                  <a:pt x="25400" y="1270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50800" y="114300"/>
                </a:lnTo>
                <a:lnTo>
                  <a:pt x="76200" y="101600"/>
                </a:lnTo>
                <a:lnTo>
                  <a:pt x="50800" y="101600"/>
                </a:lnTo>
                <a:lnTo>
                  <a:pt x="38100" y="88900"/>
                </a:lnTo>
                <a:lnTo>
                  <a:pt x="25400" y="88900"/>
                </a:lnTo>
                <a:lnTo>
                  <a:pt x="12700" y="76200"/>
                </a:lnTo>
                <a:lnTo>
                  <a:pt x="12700" y="38100"/>
                </a:lnTo>
                <a:lnTo>
                  <a:pt x="25400" y="25400"/>
                </a:lnTo>
                <a:lnTo>
                  <a:pt x="38100" y="25400"/>
                </a:lnTo>
                <a:lnTo>
                  <a:pt x="50800" y="12700"/>
                </a:lnTo>
                <a:lnTo>
                  <a:pt x="76200" y="12700"/>
                </a:lnTo>
                <a:lnTo>
                  <a:pt x="50800" y="0"/>
                </a:lnTo>
                <a:close/>
              </a:path>
              <a:path w="101600" h="114300">
                <a:moveTo>
                  <a:pt x="76200" y="12700"/>
                </a:moveTo>
                <a:lnTo>
                  <a:pt x="50800" y="12700"/>
                </a:lnTo>
                <a:lnTo>
                  <a:pt x="63500" y="25400"/>
                </a:lnTo>
                <a:lnTo>
                  <a:pt x="76200" y="25400"/>
                </a:lnTo>
                <a:lnTo>
                  <a:pt x="88900" y="38100"/>
                </a:lnTo>
                <a:lnTo>
                  <a:pt x="88900" y="76200"/>
                </a:lnTo>
                <a:lnTo>
                  <a:pt x="76200" y="88900"/>
                </a:lnTo>
                <a:lnTo>
                  <a:pt x="63500" y="88900"/>
                </a:lnTo>
                <a:lnTo>
                  <a:pt x="50800" y="101600"/>
                </a:lnTo>
                <a:lnTo>
                  <a:pt x="76200" y="1016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54400" y="39370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92" y="40764"/>
                </a:lnTo>
                <a:lnTo>
                  <a:pt x="29883" y="81552"/>
                </a:lnTo>
                <a:lnTo>
                  <a:pt x="59608" y="87912"/>
                </a:lnTo>
                <a:lnTo>
                  <a:pt x="72480" y="83001"/>
                </a:lnTo>
                <a:lnTo>
                  <a:pt x="83957" y="74722"/>
                </a:lnTo>
                <a:lnTo>
                  <a:pt x="93197" y="63918"/>
                </a:lnTo>
                <a:lnTo>
                  <a:pt x="99359" y="5143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5"/>
                </a:lnTo>
                <a:lnTo>
                  <a:pt x="79654" y="6095"/>
                </a:lnTo>
                <a:lnTo>
                  <a:pt x="65836" y="1523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41700" y="3924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88900"/>
                </a:moveTo>
                <a:lnTo>
                  <a:pt x="25400" y="88900"/>
                </a:lnTo>
                <a:lnTo>
                  <a:pt x="38100" y="101600"/>
                </a:lnTo>
                <a:lnTo>
                  <a:pt x="63500" y="114300"/>
                </a:lnTo>
                <a:lnTo>
                  <a:pt x="76200" y="101600"/>
                </a:lnTo>
                <a:lnTo>
                  <a:pt x="63500" y="101600"/>
                </a:lnTo>
                <a:lnTo>
                  <a:pt x="38100" y="88900"/>
                </a:lnTo>
                <a:close/>
              </a:path>
              <a:path w="114300" h="114300">
                <a:moveTo>
                  <a:pt x="88900" y="12700"/>
                </a:moveTo>
                <a:lnTo>
                  <a:pt x="63500" y="12700"/>
                </a:lnTo>
                <a:lnTo>
                  <a:pt x="76200" y="25400"/>
                </a:lnTo>
                <a:lnTo>
                  <a:pt x="88900" y="25400"/>
                </a:lnTo>
                <a:lnTo>
                  <a:pt x="101600" y="38100"/>
                </a:lnTo>
                <a:lnTo>
                  <a:pt x="101600" y="76200"/>
                </a:lnTo>
                <a:lnTo>
                  <a:pt x="88900" y="88900"/>
                </a:lnTo>
                <a:lnTo>
                  <a:pt x="76200" y="88900"/>
                </a:lnTo>
                <a:lnTo>
                  <a:pt x="63500" y="101600"/>
                </a:lnTo>
                <a:lnTo>
                  <a:pt x="88900" y="101600"/>
                </a:lnTo>
                <a:lnTo>
                  <a:pt x="114300" y="76200"/>
                </a:lnTo>
                <a:lnTo>
                  <a:pt x="114300" y="38100"/>
                </a:lnTo>
                <a:lnTo>
                  <a:pt x="88900" y="12700"/>
                </a:lnTo>
                <a:close/>
              </a:path>
              <a:path w="114300" h="114300">
                <a:moveTo>
                  <a:pt x="25400" y="25400"/>
                </a:moveTo>
                <a:lnTo>
                  <a:pt x="0" y="50800"/>
                </a:lnTo>
                <a:lnTo>
                  <a:pt x="0" y="63500"/>
                </a:lnTo>
                <a:lnTo>
                  <a:pt x="25400" y="88900"/>
                </a:lnTo>
                <a:lnTo>
                  <a:pt x="25400" y="76200"/>
                </a:lnTo>
                <a:lnTo>
                  <a:pt x="19050" y="63500"/>
                </a:lnTo>
                <a:lnTo>
                  <a:pt x="12700" y="63500"/>
                </a:lnTo>
                <a:lnTo>
                  <a:pt x="12700" y="50800"/>
                </a:lnTo>
                <a:lnTo>
                  <a:pt x="19050" y="50800"/>
                </a:lnTo>
                <a:lnTo>
                  <a:pt x="25400" y="38100"/>
                </a:lnTo>
                <a:lnTo>
                  <a:pt x="25400" y="25400"/>
                </a:lnTo>
                <a:close/>
              </a:path>
              <a:path w="114300" h="114300">
                <a:moveTo>
                  <a:pt x="12700" y="50800"/>
                </a:moveTo>
                <a:lnTo>
                  <a:pt x="12700" y="63500"/>
                </a:lnTo>
                <a:lnTo>
                  <a:pt x="15875" y="57150"/>
                </a:lnTo>
                <a:lnTo>
                  <a:pt x="12700" y="50800"/>
                </a:lnTo>
                <a:close/>
              </a:path>
              <a:path w="114300" h="114300">
                <a:moveTo>
                  <a:pt x="15875" y="57150"/>
                </a:moveTo>
                <a:lnTo>
                  <a:pt x="12700" y="63500"/>
                </a:lnTo>
                <a:lnTo>
                  <a:pt x="19050" y="63500"/>
                </a:lnTo>
                <a:lnTo>
                  <a:pt x="15875" y="57150"/>
                </a:lnTo>
                <a:close/>
              </a:path>
              <a:path w="114300" h="114300">
                <a:moveTo>
                  <a:pt x="19050" y="50800"/>
                </a:moveTo>
                <a:lnTo>
                  <a:pt x="12700" y="50800"/>
                </a:lnTo>
                <a:lnTo>
                  <a:pt x="15875" y="57150"/>
                </a:lnTo>
                <a:lnTo>
                  <a:pt x="19050" y="50800"/>
                </a:lnTo>
                <a:close/>
              </a:path>
              <a:path w="114300" h="114300">
                <a:moveTo>
                  <a:pt x="63500" y="0"/>
                </a:moveTo>
                <a:lnTo>
                  <a:pt x="38100" y="12700"/>
                </a:lnTo>
                <a:lnTo>
                  <a:pt x="25400" y="25400"/>
                </a:lnTo>
                <a:lnTo>
                  <a:pt x="38100" y="25400"/>
                </a:lnTo>
                <a:lnTo>
                  <a:pt x="635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71800" y="3175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1659" y="49504"/>
                </a:lnTo>
                <a:lnTo>
                  <a:pt x="27030" y="81044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59100" y="3162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50800" y="12700"/>
                </a:moveTo>
                <a:lnTo>
                  <a:pt x="25400" y="12700"/>
                </a:lnTo>
                <a:lnTo>
                  <a:pt x="12700" y="38100"/>
                </a:lnTo>
                <a:lnTo>
                  <a:pt x="0" y="50800"/>
                </a:lnTo>
                <a:lnTo>
                  <a:pt x="1270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1016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50800"/>
                </a:lnTo>
                <a:lnTo>
                  <a:pt x="25400" y="38100"/>
                </a:lnTo>
                <a:lnTo>
                  <a:pt x="25400" y="25400"/>
                </a:lnTo>
                <a:lnTo>
                  <a:pt x="50800" y="12700"/>
                </a:lnTo>
                <a:close/>
              </a:path>
              <a:path w="114300" h="101600">
                <a:moveTo>
                  <a:pt x="101600" y="63500"/>
                </a:moveTo>
                <a:lnTo>
                  <a:pt x="76200" y="88900"/>
                </a:lnTo>
                <a:lnTo>
                  <a:pt x="101600" y="88900"/>
                </a:lnTo>
                <a:lnTo>
                  <a:pt x="114300" y="76200"/>
                </a:lnTo>
                <a:lnTo>
                  <a:pt x="101600" y="762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76200"/>
                </a:lnTo>
                <a:lnTo>
                  <a:pt x="114300" y="76200"/>
                </a:lnTo>
                <a:lnTo>
                  <a:pt x="114300" y="381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79900" y="4382487"/>
            <a:ext cx="88900" cy="86995"/>
          </a:xfrm>
          <a:custGeom>
            <a:avLst/>
            <a:gdLst/>
            <a:ahLst/>
            <a:cxnLst/>
            <a:rect l="l" t="t" r="r" b="b"/>
            <a:pathLst>
              <a:path w="88900" h="86995">
                <a:moveTo>
                  <a:pt x="38535" y="0"/>
                </a:moveTo>
                <a:lnTo>
                  <a:pt x="5323" y="23994"/>
                </a:lnTo>
                <a:lnTo>
                  <a:pt x="0" y="49812"/>
                </a:lnTo>
                <a:lnTo>
                  <a:pt x="811" y="59720"/>
                </a:lnTo>
                <a:lnTo>
                  <a:pt x="39992" y="86147"/>
                </a:lnTo>
                <a:lnTo>
                  <a:pt x="62542" y="86789"/>
                </a:lnTo>
                <a:lnTo>
                  <a:pt x="74044" y="82031"/>
                </a:lnTo>
                <a:lnTo>
                  <a:pt x="82195" y="73083"/>
                </a:lnTo>
                <a:lnTo>
                  <a:pt x="86964" y="59451"/>
                </a:lnTo>
                <a:lnTo>
                  <a:pt x="88320" y="40640"/>
                </a:lnTo>
                <a:lnTo>
                  <a:pt x="85223" y="27887"/>
                </a:lnTo>
                <a:lnTo>
                  <a:pt x="79096" y="16586"/>
                </a:lnTo>
                <a:lnTo>
                  <a:pt x="69539" y="7597"/>
                </a:lnTo>
                <a:lnTo>
                  <a:pt x="56152" y="1782"/>
                </a:lnTo>
                <a:lnTo>
                  <a:pt x="385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67200" y="43815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88900" y="88900"/>
                </a:moveTo>
                <a:lnTo>
                  <a:pt x="254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close/>
              </a:path>
              <a:path w="114300" h="101600">
                <a:moveTo>
                  <a:pt x="12700" y="63500"/>
                </a:moveTo>
                <a:lnTo>
                  <a:pt x="12700" y="88900"/>
                </a:lnTo>
                <a:lnTo>
                  <a:pt x="38100" y="88900"/>
                </a:lnTo>
                <a:lnTo>
                  <a:pt x="12700" y="63500"/>
                </a:lnTo>
                <a:close/>
              </a:path>
              <a:path w="114300" h="101600">
                <a:moveTo>
                  <a:pt x="101600" y="63500"/>
                </a:moveTo>
                <a:lnTo>
                  <a:pt x="76200" y="88900"/>
                </a:lnTo>
                <a:lnTo>
                  <a:pt x="101600" y="889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38100" y="12700"/>
                </a:moveTo>
                <a:lnTo>
                  <a:pt x="12700" y="12700"/>
                </a:lnTo>
                <a:lnTo>
                  <a:pt x="12700" y="25400"/>
                </a:lnTo>
                <a:lnTo>
                  <a:pt x="0" y="50800"/>
                </a:lnTo>
                <a:lnTo>
                  <a:pt x="12700" y="63500"/>
                </a:lnTo>
                <a:lnTo>
                  <a:pt x="25400" y="63500"/>
                </a:lnTo>
                <a:lnTo>
                  <a:pt x="12700" y="50800"/>
                </a:lnTo>
                <a:lnTo>
                  <a:pt x="25400" y="38100"/>
                </a:lnTo>
                <a:lnTo>
                  <a:pt x="12700" y="38100"/>
                </a:lnTo>
                <a:lnTo>
                  <a:pt x="38100" y="127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63500"/>
                </a:lnTo>
                <a:lnTo>
                  <a:pt x="114300" y="63500"/>
                </a:lnTo>
                <a:lnTo>
                  <a:pt x="114300" y="25400"/>
                </a:lnTo>
                <a:lnTo>
                  <a:pt x="101600" y="254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19600" y="3709387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46" y="51685"/>
                </a:lnTo>
                <a:lnTo>
                  <a:pt x="23038" y="82110"/>
                </a:lnTo>
                <a:lnTo>
                  <a:pt x="52793" y="87886"/>
                </a:lnTo>
                <a:lnTo>
                  <a:pt x="67360" y="86023"/>
                </a:lnTo>
                <a:lnTo>
                  <a:pt x="80644" y="81137"/>
                </a:lnTo>
                <a:lnTo>
                  <a:pt x="91517" y="73107"/>
                </a:lnTo>
                <a:lnTo>
                  <a:pt x="98848" y="61816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19600" y="3708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88900"/>
                </a:moveTo>
                <a:lnTo>
                  <a:pt x="25400" y="889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76200" y="88900"/>
                </a:lnTo>
                <a:close/>
              </a:path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127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30500" y="4927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1659" y="49504"/>
                </a:lnTo>
                <a:lnTo>
                  <a:pt x="27030" y="81044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17800" y="49149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101600" y="63500"/>
                </a:moveTo>
                <a:lnTo>
                  <a:pt x="88900" y="88900"/>
                </a:lnTo>
                <a:lnTo>
                  <a:pt x="254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1016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01600" y="762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25400" y="25400"/>
                </a:moveTo>
                <a:lnTo>
                  <a:pt x="0" y="50800"/>
                </a:lnTo>
                <a:lnTo>
                  <a:pt x="12700" y="76200"/>
                </a:lnTo>
                <a:lnTo>
                  <a:pt x="25400" y="88900"/>
                </a:lnTo>
                <a:lnTo>
                  <a:pt x="25400" y="76200"/>
                </a:lnTo>
                <a:lnTo>
                  <a:pt x="12700" y="50800"/>
                </a:lnTo>
                <a:lnTo>
                  <a:pt x="25400" y="38100"/>
                </a:lnTo>
                <a:lnTo>
                  <a:pt x="25400" y="25400"/>
                </a:lnTo>
                <a:close/>
              </a:path>
              <a:path w="114300" h="101600">
                <a:moveTo>
                  <a:pt x="88900" y="76200"/>
                </a:moveTo>
                <a:lnTo>
                  <a:pt x="76200" y="88900"/>
                </a:lnTo>
                <a:lnTo>
                  <a:pt x="88900" y="88900"/>
                </a:lnTo>
                <a:lnTo>
                  <a:pt x="88900" y="762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63500" y="12700"/>
                </a:lnTo>
                <a:lnTo>
                  <a:pt x="76200" y="25400"/>
                </a:lnTo>
                <a:lnTo>
                  <a:pt x="88900" y="25400"/>
                </a:lnTo>
                <a:lnTo>
                  <a:pt x="101600" y="38100"/>
                </a:lnTo>
                <a:lnTo>
                  <a:pt x="101600" y="76200"/>
                </a:lnTo>
                <a:lnTo>
                  <a:pt x="114300" y="76200"/>
                </a:lnTo>
                <a:lnTo>
                  <a:pt x="114300" y="38100"/>
                </a:lnTo>
                <a:lnTo>
                  <a:pt x="101600" y="254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63500" y="12700"/>
                </a:moveTo>
                <a:lnTo>
                  <a:pt x="25400" y="12700"/>
                </a:lnTo>
                <a:lnTo>
                  <a:pt x="25400" y="25400"/>
                </a:lnTo>
                <a:lnTo>
                  <a:pt x="38100" y="25400"/>
                </a:lnTo>
                <a:lnTo>
                  <a:pt x="63500" y="12700"/>
                </a:lnTo>
                <a:close/>
              </a:path>
              <a:path w="114300" h="101600">
                <a:moveTo>
                  <a:pt x="63500" y="0"/>
                </a:move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86200" y="3036287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46" y="51685"/>
                </a:lnTo>
                <a:lnTo>
                  <a:pt x="23038" y="82110"/>
                </a:lnTo>
                <a:lnTo>
                  <a:pt x="52793" y="87886"/>
                </a:lnTo>
                <a:lnTo>
                  <a:pt x="67360" y="86023"/>
                </a:lnTo>
                <a:lnTo>
                  <a:pt x="80644" y="81137"/>
                </a:lnTo>
                <a:lnTo>
                  <a:pt x="91517" y="73107"/>
                </a:lnTo>
                <a:lnTo>
                  <a:pt x="98848" y="61816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86200" y="3035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88900"/>
                </a:moveTo>
                <a:lnTo>
                  <a:pt x="38100" y="88900"/>
                </a:lnTo>
                <a:lnTo>
                  <a:pt x="50800" y="101600"/>
                </a:lnTo>
                <a:lnTo>
                  <a:pt x="76200" y="88900"/>
                </a:lnTo>
                <a:close/>
              </a:path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88900"/>
                </a:lnTo>
                <a:lnTo>
                  <a:pt x="50800" y="88900"/>
                </a:lnTo>
                <a:lnTo>
                  <a:pt x="38100" y="76200"/>
                </a:lnTo>
                <a:lnTo>
                  <a:pt x="25400" y="76200"/>
                </a:lnTo>
                <a:lnTo>
                  <a:pt x="12700" y="63500"/>
                </a:lnTo>
                <a:lnTo>
                  <a:pt x="12700" y="25400"/>
                </a:lnTo>
                <a:lnTo>
                  <a:pt x="19050" y="25400"/>
                </a:lnTo>
                <a:lnTo>
                  <a:pt x="254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76200" y="12700"/>
                </a:lnTo>
                <a:lnTo>
                  <a:pt x="88900" y="25400"/>
                </a:lnTo>
                <a:lnTo>
                  <a:pt x="88900" y="63500"/>
                </a:lnTo>
                <a:lnTo>
                  <a:pt x="76200" y="76200"/>
                </a:lnTo>
                <a:lnTo>
                  <a:pt x="63500" y="76200"/>
                </a:lnTo>
                <a:lnTo>
                  <a:pt x="50800" y="88900"/>
                </a:lnTo>
                <a:lnTo>
                  <a:pt x="88900" y="88900"/>
                </a:lnTo>
                <a:lnTo>
                  <a:pt x="88900" y="762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  <a:path w="101600" h="101600">
                <a:moveTo>
                  <a:pt x="1905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19050" y="25400"/>
                </a:lnTo>
                <a:close/>
              </a:path>
              <a:path w="101600" h="101600">
                <a:moveTo>
                  <a:pt x="80433" y="21166"/>
                </a:moveTo>
                <a:lnTo>
                  <a:pt x="88900" y="38100"/>
                </a:lnTo>
                <a:lnTo>
                  <a:pt x="88900" y="25400"/>
                </a:lnTo>
                <a:lnTo>
                  <a:pt x="80433" y="21166"/>
                </a:lnTo>
                <a:close/>
              </a:path>
              <a:path w="101600" h="101600">
                <a:moveTo>
                  <a:pt x="38100" y="12700"/>
                </a:moveTo>
                <a:lnTo>
                  <a:pt x="25400" y="12700"/>
                </a:lnTo>
                <a:lnTo>
                  <a:pt x="25400" y="25400"/>
                </a:lnTo>
                <a:lnTo>
                  <a:pt x="38100" y="12700"/>
                </a:lnTo>
                <a:close/>
              </a:path>
              <a:path w="101600" h="101600">
                <a:moveTo>
                  <a:pt x="76200" y="12700"/>
                </a:moveTo>
                <a:lnTo>
                  <a:pt x="80433" y="21166"/>
                </a:lnTo>
                <a:lnTo>
                  <a:pt x="88900" y="25400"/>
                </a:lnTo>
                <a:lnTo>
                  <a:pt x="76200" y="12700"/>
                </a:lnTo>
                <a:close/>
              </a:path>
              <a:path w="101600" h="101600">
                <a:moveTo>
                  <a:pt x="76200" y="12700"/>
                </a:moveTo>
                <a:lnTo>
                  <a:pt x="63500" y="12700"/>
                </a:lnTo>
                <a:lnTo>
                  <a:pt x="80433" y="21166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711700" y="42545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92" y="40764"/>
                </a:lnTo>
                <a:lnTo>
                  <a:pt x="29883" y="81552"/>
                </a:lnTo>
                <a:lnTo>
                  <a:pt x="59608" y="87912"/>
                </a:lnTo>
                <a:lnTo>
                  <a:pt x="72480" y="83001"/>
                </a:lnTo>
                <a:lnTo>
                  <a:pt x="83957" y="74722"/>
                </a:lnTo>
                <a:lnTo>
                  <a:pt x="93197" y="63918"/>
                </a:lnTo>
                <a:lnTo>
                  <a:pt x="99359" y="5143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6"/>
                </a:lnTo>
                <a:lnTo>
                  <a:pt x="79654" y="6095"/>
                </a:lnTo>
                <a:lnTo>
                  <a:pt x="65836" y="1523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11700" y="424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12700"/>
                </a:moveTo>
                <a:lnTo>
                  <a:pt x="12700" y="1270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76200"/>
                </a:lnTo>
                <a:lnTo>
                  <a:pt x="12700" y="38100"/>
                </a:lnTo>
                <a:lnTo>
                  <a:pt x="25400" y="25400"/>
                </a:lnTo>
                <a:lnTo>
                  <a:pt x="12700" y="25400"/>
                </a:lnTo>
                <a:lnTo>
                  <a:pt x="38100" y="127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890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133600" y="3162300"/>
            <a:ext cx="2298700" cy="2133600"/>
          </a:xfrm>
          <a:custGeom>
            <a:avLst/>
            <a:gdLst/>
            <a:ahLst/>
            <a:cxnLst/>
            <a:rect l="l" t="t" r="r" b="b"/>
            <a:pathLst>
              <a:path w="2298700" h="2133600">
                <a:moveTo>
                  <a:pt x="25400" y="0"/>
                </a:moveTo>
                <a:lnTo>
                  <a:pt x="0" y="25400"/>
                </a:lnTo>
                <a:lnTo>
                  <a:pt x="2273300" y="2133600"/>
                </a:lnTo>
                <a:lnTo>
                  <a:pt x="2298700" y="2108200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62300" y="2807687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46" y="51685"/>
                </a:lnTo>
                <a:lnTo>
                  <a:pt x="23038" y="82110"/>
                </a:lnTo>
                <a:lnTo>
                  <a:pt x="52793" y="87886"/>
                </a:lnTo>
                <a:lnTo>
                  <a:pt x="67360" y="86023"/>
                </a:lnTo>
                <a:lnTo>
                  <a:pt x="80644" y="81137"/>
                </a:lnTo>
                <a:lnTo>
                  <a:pt x="91517" y="73107"/>
                </a:lnTo>
                <a:lnTo>
                  <a:pt x="98848" y="61816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62300" y="2806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lnTo>
                  <a:pt x="12700" y="38100"/>
                </a:lnTo>
                <a:lnTo>
                  <a:pt x="25400" y="25400"/>
                </a:lnTo>
                <a:lnTo>
                  <a:pt x="127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263900" y="5195287"/>
            <a:ext cx="88900" cy="86995"/>
          </a:xfrm>
          <a:custGeom>
            <a:avLst/>
            <a:gdLst/>
            <a:ahLst/>
            <a:cxnLst/>
            <a:rect l="l" t="t" r="r" b="b"/>
            <a:pathLst>
              <a:path w="88900" h="86995">
                <a:moveTo>
                  <a:pt x="38535" y="0"/>
                </a:moveTo>
                <a:lnTo>
                  <a:pt x="5323" y="23994"/>
                </a:lnTo>
                <a:lnTo>
                  <a:pt x="0" y="49812"/>
                </a:lnTo>
                <a:lnTo>
                  <a:pt x="811" y="59720"/>
                </a:lnTo>
                <a:lnTo>
                  <a:pt x="39992" y="86147"/>
                </a:lnTo>
                <a:lnTo>
                  <a:pt x="62542" y="86789"/>
                </a:lnTo>
                <a:lnTo>
                  <a:pt x="74044" y="82031"/>
                </a:lnTo>
                <a:lnTo>
                  <a:pt x="82195" y="73083"/>
                </a:lnTo>
                <a:lnTo>
                  <a:pt x="86964" y="59451"/>
                </a:lnTo>
                <a:lnTo>
                  <a:pt x="88320" y="40640"/>
                </a:lnTo>
                <a:lnTo>
                  <a:pt x="85223" y="27887"/>
                </a:lnTo>
                <a:lnTo>
                  <a:pt x="79096" y="16586"/>
                </a:lnTo>
                <a:lnTo>
                  <a:pt x="69539" y="7597"/>
                </a:lnTo>
                <a:lnTo>
                  <a:pt x="56152" y="1782"/>
                </a:lnTo>
                <a:lnTo>
                  <a:pt x="3853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251200" y="5194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88900"/>
                </a:moveTo>
                <a:lnTo>
                  <a:pt x="38100" y="88900"/>
                </a:lnTo>
                <a:lnTo>
                  <a:pt x="50800" y="101600"/>
                </a:lnTo>
                <a:lnTo>
                  <a:pt x="63500" y="101600"/>
                </a:lnTo>
                <a:lnTo>
                  <a:pt x="76200" y="88900"/>
                </a:lnTo>
                <a:close/>
              </a:path>
              <a:path w="114300" h="101600">
                <a:moveTo>
                  <a:pt x="12700" y="63500"/>
                </a:moveTo>
                <a:lnTo>
                  <a:pt x="12700" y="76200"/>
                </a:lnTo>
                <a:lnTo>
                  <a:pt x="25400" y="88900"/>
                </a:lnTo>
                <a:lnTo>
                  <a:pt x="50800" y="88900"/>
                </a:lnTo>
                <a:lnTo>
                  <a:pt x="57150" y="85725"/>
                </a:lnTo>
                <a:lnTo>
                  <a:pt x="381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14300" h="101600">
                <a:moveTo>
                  <a:pt x="57150" y="85725"/>
                </a:moveTo>
                <a:lnTo>
                  <a:pt x="50800" y="88900"/>
                </a:lnTo>
                <a:lnTo>
                  <a:pt x="63500" y="88900"/>
                </a:lnTo>
                <a:lnTo>
                  <a:pt x="57150" y="85725"/>
                </a:lnTo>
                <a:close/>
              </a:path>
              <a:path w="114300" h="101600">
                <a:moveTo>
                  <a:pt x="101600" y="63500"/>
                </a:moveTo>
                <a:lnTo>
                  <a:pt x="88900" y="76200"/>
                </a:lnTo>
                <a:lnTo>
                  <a:pt x="76200" y="76200"/>
                </a:lnTo>
                <a:lnTo>
                  <a:pt x="57150" y="85725"/>
                </a:lnTo>
                <a:lnTo>
                  <a:pt x="63500" y="88900"/>
                </a:lnTo>
                <a:lnTo>
                  <a:pt x="101600" y="889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25400" y="12700"/>
                </a:moveTo>
                <a:lnTo>
                  <a:pt x="12700" y="12700"/>
                </a:lnTo>
                <a:lnTo>
                  <a:pt x="12700" y="25400"/>
                </a:lnTo>
                <a:lnTo>
                  <a:pt x="0" y="38100"/>
                </a:lnTo>
                <a:lnTo>
                  <a:pt x="0" y="50800"/>
                </a:lnTo>
                <a:lnTo>
                  <a:pt x="12700" y="63500"/>
                </a:lnTo>
                <a:lnTo>
                  <a:pt x="25400" y="63500"/>
                </a:lnTo>
                <a:lnTo>
                  <a:pt x="19050" y="50800"/>
                </a:lnTo>
                <a:lnTo>
                  <a:pt x="12700" y="50800"/>
                </a:lnTo>
                <a:lnTo>
                  <a:pt x="12700" y="38100"/>
                </a:lnTo>
                <a:lnTo>
                  <a:pt x="25400" y="12700"/>
                </a:lnTo>
                <a:close/>
              </a:path>
              <a:path w="114300" h="101600">
                <a:moveTo>
                  <a:pt x="114300" y="25400"/>
                </a:moveTo>
                <a:lnTo>
                  <a:pt x="101600" y="25400"/>
                </a:lnTo>
                <a:lnTo>
                  <a:pt x="101600" y="63500"/>
                </a:lnTo>
                <a:lnTo>
                  <a:pt x="114300" y="63500"/>
                </a:lnTo>
                <a:lnTo>
                  <a:pt x="114300" y="25400"/>
                </a:lnTo>
                <a:close/>
              </a:path>
              <a:path w="114300" h="101600">
                <a:moveTo>
                  <a:pt x="12700" y="38100"/>
                </a:moveTo>
                <a:lnTo>
                  <a:pt x="12700" y="50800"/>
                </a:lnTo>
                <a:lnTo>
                  <a:pt x="15875" y="44450"/>
                </a:lnTo>
                <a:lnTo>
                  <a:pt x="12700" y="38100"/>
                </a:lnTo>
                <a:close/>
              </a:path>
              <a:path w="114300" h="101600">
                <a:moveTo>
                  <a:pt x="15875" y="44450"/>
                </a:moveTo>
                <a:lnTo>
                  <a:pt x="12700" y="50800"/>
                </a:lnTo>
                <a:lnTo>
                  <a:pt x="19050" y="50800"/>
                </a:lnTo>
                <a:lnTo>
                  <a:pt x="15875" y="44450"/>
                </a:lnTo>
                <a:close/>
              </a:path>
              <a:path w="114300" h="101600">
                <a:moveTo>
                  <a:pt x="25400" y="25400"/>
                </a:moveTo>
                <a:lnTo>
                  <a:pt x="12700" y="38100"/>
                </a:lnTo>
                <a:lnTo>
                  <a:pt x="15875" y="44450"/>
                </a:lnTo>
                <a:lnTo>
                  <a:pt x="25400" y="254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88900" y="12700"/>
                </a:lnTo>
                <a:lnTo>
                  <a:pt x="101600" y="381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88900" y="12700"/>
                </a:moveTo>
                <a:lnTo>
                  <a:pt x="76200" y="12700"/>
                </a:lnTo>
                <a:lnTo>
                  <a:pt x="889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74900" y="2933700"/>
            <a:ext cx="1574800" cy="2400300"/>
          </a:xfrm>
          <a:custGeom>
            <a:avLst/>
            <a:gdLst/>
            <a:ahLst/>
            <a:cxnLst/>
            <a:rect l="l" t="t" r="r" b="b"/>
            <a:pathLst>
              <a:path w="1574800" h="2400300">
                <a:moveTo>
                  <a:pt x="25400" y="0"/>
                </a:moveTo>
                <a:lnTo>
                  <a:pt x="0" y="25400"/>
                </a:lnTo>
                <a:lnTo>
                  <a:pt x="1549400" y="2400300"/>
                </a:lnTo>
                <a:lnTo>
                  <a:pt x="1574800" y="2387600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05100" y="2717800"/>
            <a:ext cx="965200" cy="2755900"/>
          </a:xfrm>
          <a:custGeom>
            <a:avLst/>
            <a:gdLst/>
            <a:ahLst/>
            <a:cxnLst/>
            <a:rect l="l" t="t" r="r" b="b"/>
            <a:pathLst>
              <a:path w="965200" h="2755900">
                <a:moveTo>
                  <a:pt x="38100" y="0"/>
                </a:moveTo>
                <a:lnTo>
                  <a:pt x="0" y="12700"/>
                </a:lnTo>
                <a:lnTo>
                  <a:pt x="927100" y="2755900"/>
                </a:lnTo>
                <a:lnTo>
                  <a:pt x="965200" y="2743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43100" y="3467100"/>
            <a:ext cx="2870200" cy="1435100"/>
          </a:xfrm>
          <a:custGeom>
            <a:avLst/>
            <a:gdLst/>
            <a:ahLst/>
            <a:cxnLst/>
            <a:rect l="l" t="t" r="r" b="b"/>
            <a:pathLst>
              <a:path w="2870200" h="1435100">
                <a:moveTo>
                  <a:pt x="25400" y="0"/>
                </a:moveTo>
                <a:lnTo>
                  <a:pt x="0" y="38100"/>
                </a:lnTo>
                <a:lnTo>
                  <a:pt x="2857500" y="1435100"/>
                </a:lnTo>
                <a:lnTo>
                  <a:pt x="2870200" y="1397000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25651" y="39272"/>
            <a:ext cx="1029970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/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Кл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сс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spc="-135" dirty="0">
                <a:solidFill>
                  <a:schemeClr val="bg1"/>
                </a:solidFill>
                <a:latin typeface="Arial"/>
                <a:cs typeface="Arial"/>
              </a:rPr>
              <a:t>ф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к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200" b="1" spc="-35" dirty="0">
                <a:solidFill>
                  <a:schemeClr val="bg1"/>
                </a:solidFill>
                <a:latin typeface="Arial"/>
                <a:cs typeface="Arial"/>
              </a:rPr>
              <a:t>ц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я</a:t>
            </a:r>
            <a:r>
              <a:rPr sz="3200" b="1" spc="1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spc="30" dirty="0" err="1">
                <a:solidFill>
                  <a:schemeClr val="bg1"/>
                </a:solidFill>
                <a:latin typeface="Arial"/>
                <a:cs typeface="Arial"/>
              </a:rPr>
              <a:t>з</a:t>
            </a:r>
            <a:r>
              <a:rPr sz="3200" b="1" spc="-80" dirty="0" err="1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135" dirty="0" err="1">
                <a:solidFill>
                  <a:schemeClr val="bg1"/>
                </a:solidFill>
                <a:latin typeface="Arial"/>
                <a:cs typeface="Arial"/>
              </a:rPr>
              <a:t>б</a:t>
            </a:r>
            <a:r>
              <a:rPr sz="3200" b="1" spc="-80" dirty="0" err="1">
                <a:solidFill>
                  <a:schemeClr val="bg1"/>
                </a:solidFill>
                <a:latin typeface="Arial"/>
                <a:cs typeface="Arial"/>
              </a:rPr>
              <a:t>ра</a:t>
            </a:r>
            <a:r>
              <a:rPr sz="3200" b="1" spc="55" dirty="0" err="1">
                <a:solidFill>
                  <a:schemeClr val="bg1"/>
                </a:solidFill>
                <a:latin typeface="Arial"/>
                <a:cs typeface="Arial"/>
              </a:rPr>
              <a:t>ж</a:t>
            </a:r>
            <a:r>
              <a:rPr sz="3200" b="1" spc="-80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30" dirty="0" err="1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 err="1">
                <a:solidFill>
                  <a:schemeClr val="bg1"/>
                </a:solidFill>
                <a:latin typeface="Arial"/>
                <a:cs typeface="Arial"/>
              </a:rPr>
              <a:t>й</a:t>
            </a:r>
            <a:r>
              <a:rPr sz="3200" b="1" spc="3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dirty="0" smtClean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lang="en-US" sz="3200" b="1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uk-UA" sz="3200" b="1" spc="-100" dirty="0" err="1">
                <a:solidFill>
                  <a:schemeClr val="bg1"/>
                </a:solidFill>
                <a:latin typeface="Arial"/>
                <a:cs typeface="Arial"/>
              </a:rPr>
              <a:t>вв</a:t>
            </a:r>
            <a:r>
              <a:rPr lang="uk-UA" sz="3200" b="1" spc="-80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lang="uk-UA" sz="3200" b="1" spc="30" dirty="0" err="1">
                <a:solidFill>
                  <a:schemeClr val="bg1"/>
                </a:solidFill>
                <a:latin typeface="Arial"/>
                <a:cs typeface="Arial"/>
              </a:rPr>
              <a:t>д</a:t>
            </a:r>
            <a:r>
              <a:rPr lang="uk-UA" sz="3200" b="1" spc="-80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lang="uk-UA" sz="3200" b="1" spc="30" dirty="0" err="1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lang="uk-UA" sz="32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lang="uk-UA" sz="3200" b="1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lang="uk-UA" sz="3200" b="1" spc="229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uk-UA" sz="3200" b="1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lang="uk-UA" sz="3200" b="1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uk-UA" sz="3200" b="1" dirty="0" err="1">
                <a:solidFill>
                  <a:schemeClr val="bg1"/>
                </a:solidFill>
                <a:latin typeface="Arial"/>
                <a:cs typeface="Arial"/>
              </a:rPr>
              <a:t>м</a:t>
            </a:r>
            <a:r>
              <a:rPr lang="uk-UA" sz="3200" b="1" spc="-80" dirty="0" err="1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lang="uk-UA" sz="3200" b="1" spc="30" dirty="0" err="1">
                <a:solidFill>
                  <a:schemeClr val="bg1"/>
                </a:solidFill>
                <a:latin typeface="Arial"/>
                <a:cs typeface="Arial"/>
              </a:rPr>
              <a:t>ш</a:t>
            </a:r>
            <a:r>
              <a:rPr lang="uk-UA" sz="32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lang="uk-UA" sz="3200" b="1" spc="30" dirty="0" err="1">
                <a:solidFill>
                  <a:schemeClr val="bg1"/>
                </a:solidFill>
                <a:latin typeface="Arial"/>
                <a:cs typeface="Arial"/>
              </a:rPr>
              <a:t>нн</a:t>
            </a:r>
            <a:r>
              <a:rPr lang="uk-UA" sz="3200" b="1" spc="-80" dirty="0" err="1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lang="uk-UA" sz="3200" b="1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lang="uk-UA" sz="3200" b="1" spc="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uk-UA" sz="3200" b="1" spc="-80" dirty="0" err="1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lang="uk-UA" sz="3200" b="1" spc="-135" dirty="0" err="1">
                <a:solidFill>
                  <a:schemeClr val="bg1"/>
                </a:solidFill>
                <a:latin typeface="Arial"/>
                <a:cs typeface="Arial"/>
              </a:rPr>
              <a:t>б</a:t>
            </a:r>
            <a:r>
              <a:rPr lang="uk-UA" sz="3200" b="1" spc="-100" dirty="0" err="1">
                <a:solidFill>
                  <a:schemeClr val="bg1"/>
                </a:solidFill>
                <a:latin typeface="Arial"/>
                <a:cs typeface="Arial"/>
              </a:rPr>
              <a:t>у</a:t>
            </a:r>
            <a:r>
              <a:rPr lang="uk-UA" sz="3200" b="1" spc="30" dirty="0" err="1">
                <a:solidFill>
                  <a:schemeClr val="bg1"/>
                </a:solidFill>
                <a:latin typeface="Arial"/>
                <a:cs typeface="Arial"/>
              </a:rPr>
              <a:t>ч</a:t>
            </a:r>
            <a:r>
              <a:rPr lang="uk-UA" sz="3200" b="1" spc="-80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lang="uk-UA" sz="3200" b="1" spc="30" dirty="0" err="1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lang="uk-UA" sz="32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lang="uk-UA" sz="3200" b="1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endParaRPr lang="uk-UA" sz="32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</a:pPr>
            <a:endParaRPr sz="3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867400" y="2019300"/>
            <a:ext cx="2603500" cy="1739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67400" y="3860800"/>
            <a:ext cx="2603500" cy="172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981200" y="4000500"/>
            <a:ext cx="3073400" cy="231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81200" y="1638300"/>
            <a:ext cx="3022600" cy="228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49900" y="1638300"/>
            <a:ext cx="3022600" cy="2286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49900" y="4000500"/>
            <a:ext cx="3073400" cy="2311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51900" y="3797300"/>
            <a:ext cx="574040" cy="838200"/>
          </a:xfrm>
          <a:custGeom>
            <a:avLst/>
            <a:gdLst/>
            <a:ahLst/>
            <a:cxnLst/>
            <a:rect l="l" t="t" r="r" b="b"/>
            <a:pathLst>
              <a:path w="574040" h="838200">
                <a:moveTo>
                  <a:pt x="152400" y="520700"/>
                </a:moveTo>
                <a:lnTo>
                  <a:pt x="0" y="711200"/>
                </a:lnTo>
                <a:lnTo>
                  <a:pt x="152400" y="838200"/>
                </a:lnTo>
                <a:lnTo>
                  <a:pt x="152400" y="749300"/>
                </a:lnTo>
                <a:lnTo>
                  <a:pt x="191723" y="734275"/>
                </a:lnTo>
                <a:lnTo>
                  <a:pt x="229628" y="715975"/>
                </a:lnTo>
                <a:lnTo>
                  <a:pt x="266028" y="694550"/>
                </a:lnTo>
                <a:lnTo>
                  <a:pt x="300837" y="670153"/>
                </a:lnTo>
                <a:lnTo>
                  <a:pt x="333970" y="642937"/>
                </a:lnTo>
                <a:lnTo>
                  <a:pt x="355635" y="622300"/>
                </a:lnTo>
                <a:lnTo>
                  <a:pt x="152400" y="622300"/>
                </a:lnTo>
                <a:lnTo>
                  <a:pt x="152400" y="520700"/>
                </a:lnTo>
                <a:close/>
              </a:path>
              <a:path w="574040" h="838200">
                <a:moveTo>
                  <a:pt x="571500" y="0"/>
                </a:moveTo>
                <a:lnTo>
                  <a:pt x="568371" y="43511"/>
                </a:lnTo>
                <a:lnTo>
                  <a:pt x="562851" y="86347"/>
                </a:lnTo>
                <a:lnTo>
                  <a:pt x="555026" y="128401"/>
                </a:lnTo>
                <a:lnTo>
                  <a:pt x="544982" y="169570"/>
                </a:lnTo>
                <a:lnTo>
                  <a:pt x="532804" y="209748"/>
                </a:lnTo>
                <a:lnTo>
                  <a:pt x="518579" y="248831"/>
                </a:lnTo>
                <a:lnTo>
                  <a:pt x="502391" y="286713"/>
                </a:lnTo>
                <a:lnTo>
                  <a:pt x="484327" y="323291"/>
                </a:lnTo>
                <a:lnTo>
                  <a:pt x="464472" y="358459"/>
                </a:lnTo>
                <a:lnTo>
                  <a:pt x="442912" y="392112"/>
                </a:lnTo>
                <a:lnTo>
                  <a:pt x="419733" y="424146"/>
                </a:lnTo>
                <a:lnTo>
                  <a:pt x="395020" y="454456"/>
                </a:lnTo>
                <a:lnTo>
                  <a:pt x="368860" y="482938"/>
                </a:lnTo>
                <a:lnTo>
                  <a:pt x="341337" y="509485"/>
                </a:lnTo>
                <a:lnTo>
                  <a:pt x="282549" y="556361"/>
                </a:lnTo>
                <a:lnTo>
                  <a:pt x="219341" y="594245"/>
                </a:lnTo>
                <a:lnTo>
                  <a:pt x="152400" y="622300"/>
                </a:lnTo>
                <a:lnTo>
                  <a:pt x="355635" y="622300"/>
                </a:lnTo>
                <a:lnTo>
                  <a:pt x="394863" y="580656"/>
                </a:lnTo>
                <a:lnTo>
                  <a:pt x="422452" y="545896"/>
                </a:lnTo>
                <a:lnTo>
                  <a:pt x="448022" y="508927"/>
                </a:lnTo>
                <a:lnTo>
                  <a:pt x="471487" y="469900"/>
                </a:lnTo>
                <a:lnTo>
                  <a:pt x="492761" y="428967"/>
                </a:lnTo>
                <a:lnTo>
                  <a:pt x="511759" y="386283"/>
                </a:lnTo>
                <a:lnTo>
                  <a:pt x="528394" y="341998"/>
                </a:lnTo>
                <a:lnTo>
                  <a:pt x="542582" y="296265"/>
                </a:lnTo>
                <a:lnTo>
                  <a:pt x="554235" y="249237"/>
                </a:lnTo>
                <a:lnTo>
                  <a:pt x="563270" y="201066"/>
                </a:lnTo>
                <a:lnTo>
                  <a:pt x="569599" y="151904"/>
                </a:lnTo>
                <a:lnTo>
                  <a:pt x="573138" y="101904"/>
                </a:lnTo>
                <a:lnTo>
                  <a:pt x="573800" y="51219"/>
                </a:lnTo>
                <a:lnTo>
                  <a:pt x="5715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51900" y="3022600"/>
            <a:ext cx="571500" cy="825500"/>
          </a:xfrm>
          <a:custGeom>
            <a:avLst/>
            <a:gdLst/>
            <a:ahLst/>
            <a:cxnLst/>
            <a:rect l="l" t="t" r="r" b="b"/>
            <a:pathLst>
              <a:path w="571500" h="825500">
                <a:moveTo>
                  <a:pt x="0" y="0"/>
                </a:moveTo>
                <a:lnTo>
                  <a:pt x="0" y="114300"/>
                </a:lnTo>
                <a:lnTo>
                  <a:pt x="47124" y="116651"/>
                </a:lnTo>
                <a:lnTo>
                  <a:pt x="93154" y="123583"/>
                </a:lnTo>
                <a:lnTo>
                  <a:pt x="137945" y="134916"/>
                </a:lnTo>
                <a:lnTo>
                  <a:pt x="181355" y="150469"/>
                </a:lnTo>
                <a:lnTo>
                  <a:pt x="223242" y="170060"/>
                </a:lnTo>
                <a:lnTo>
                  <a:pt x="263461" y="193509"/>
                </a:lnTo>
                <a:lnTo>
                  <a:pt x="301871" y="220635"/>
                </a:lnTo>
                <a:lnTo>
                  <a:pt x="338327" y="251256"/>
                </a:lnTo>
                <a:lnTo>
                  <a:pt x="372689" y="285192"/>
                </a:lnTo>
                <a:lnTo>
                  <a:pt x="404812" y="322262"/>
                </a:lnTo>
                <a:lnTo>
                  <a:pt x="434554" y="362284"/>
                </a:lnTo>
                <a:lnTo>
                  <a:pt x="461772" y="405079"/>
                </a:lnTo>
                <a:lnTo>
                  <a:pt x="486322" y="450464"/>
                </a:lnTo>
                <a:lnTo>
                  <a:pt x="508063" y="498259"/>
                </a:lnTo>
                <a:lnTo>
                  <a:pt x="526851" y="548282"/>
                </a:lnTo>
                <a:lnTo>
                  <a:pt x="542544" y="600354"/>
                </a:lnTo>
                <a:lnTo>
                  <a:pt x="554997" y="654292"/>
                </a:lnTo>
                <a:lnTo>
                  <a:pt x="564070" y="709917"/>
                </a:lnTo>
                <a:lnTo>
                  <a:pt x="569618" y="767046"/>
                </a:lnTo>
                <a:lnTo>
                  <a:pt x="571500" y="825500"/>
                </a:lnTo>
                <a:lnTo>
                  <a:pt x="571458" y="709917"/>
                </a:lnTo>
                <a:lnTo>
                  <a:pt x="569618" y="652746"/>
                </a:lnTo>
                <a:lnTo>
                  <a:pt x="564070" y="595617"/>
                </a:lnTo>
                <a:lnTo>
                  <a:pt x="554997" y="539992"/>
                </a:lnTo>
                <a:lnTo>
                  <a:pt x="542544" y="486054"/>
                </a:lnTo>
                <a:lnTo>
                  <a:pt x="526851" y="433982"/>
                </a:lnTo>
                <a:lnTo>
                  <a:pt x="508063" y="383959"/>
                </a:lnTo>
                <a:lnTo>
                  <a:pt x="486322" y="336164"/>
                </a:lnTo>
                <a:lnTo>
                  <a:pt x="461772" y="290779"/>
                </a:lnTo>
                <a:lnTo>
                  <a:pt x="434554" y="247984"/>
                </a:lnTo>
                <a:lnTo>
                  <a:pt x="404812" y="207962"/>
                </a:lnTo>
                <a:lnTo>
                  <a:pt x="372689" y="170892"/>
                </a:lnTo>
                <a:lnTo>
                  <a:pt x="338328" y="136956"/>
                </a:lnTo>
                <a:lnTo>
                  <a:pt x="301871" y="106335"/>
                </a:lnTo>
                <a:lnTo>
                  <a:pt x="263461" y="79209"/>
                </a:lnTo>
                <a:lnTo>
                  <a:pt x="223242" y="55760"/>
                </a:lnTo>
                <a:lnTo>
                  <a:pt x="181356" y="36169"/>
                </a:lnTo>
                <a:lnTo>
                  <a:pt x="137945" y="20616"/>
                </a:lnTo>
                <a:lnTo>
                  <a:pt x="93154" y="9283"/>
                </a:lnTo>
                <a:lnTo>
                  <a:pt x="47124" y="2351"/>
                </a:lnTo>
                <a:lnTo>
                  <a:pt x="0" y="0"/>
                </a:lnTo>
                <a:close/>
              </a:path>
            </a:pathLst>
          </a:custGeom>
          <a:solidFill>
            <a:srgbClr val="00A37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51900" y="3009900"/>
            <a:ext cx="584200" cy="1651000"/>
          </a:xfrm>
          <a:custGeom>
            <a:avLst/>
            <a:gdLst/>
            <a:ahLst/>
            <a:cxnLst/>
            <a:rect l="l" t="t" r="r" b="b"/>
            <a:pathLst>
              <a:path w="584200" h="1651000">
                <a:moveTo>
                  <a:pt x="139700" y="1312333"/>
                </a:moveTo>
                <a:lnTo>
                  <a:pt x="0" y="1498600"/>
                </a:lnTo>
                <a:lnTo>
                  <a:pt x="152400" y="1651000"/>
                </a:lnTo>
                <a:lnTo>
                  <a:pt x="152400" y="1625600"/>
                </a:lnTo>
                <a:lnTo>
                  <a:pt x="139700" y="1625600"/>
                </a:lnTo>
                <a:lnTo>
                  <a:pt x="139700" y="1612900"/>
                </a:lnTo>
                <a:lnTo>
                  <a:pt x="25400" y="1498600"/>
                </a:lnTo>
                <a:lnTo>
                  <a:pt x="12700" y="1498600"/>
                </a:lnTo>
                <a:lnTo>
                  <a:pt x="12700" y="1485900"/>
                </a:lnTo>
                <a:lnTo>
                  <a:pt x="22678" y="1485900"/>
                </a:lnTo>
                <a:lnTo>
                  <a:pt x="139700" y="1336963"/>
                </a:lnTo>
                <a:lnTo>
                  <a:pt x="139700" y="1312333"/>
                </a:lnTo>
                <a:close/>
              </a:path>
              <a:path w="584200" h="1651000">
                <a:moveTo>
                  <a:pt x="139700" y="1612900"/>
                </a:moveTo>
                <a:lnTo>
                  <a:pt x="139700" y="1625600"/>
                </a:lnTo>
                <a:lnTo>
                  <a:pt x="152400" y="1625600"/>
                </a:lnTo>
                <a:lnTo>
                  <a:pt x="139700" y="1612900"/>
                </a:lnTo>
                <a:close/>
              </a:path>
              <a:path w="584200" h="1651000">
                <a:moveTo>
                  <a:pt x="508000" y="1181100"/>
                </a:moveTo>
                <a:lnTo>
                  <a:pt x="457200" y="1270000"/>
                </a:lnTo>
                <a:lnTo>
                  <a:pt x="393700" y="1358900"/>
                </a:lnTo>
                <a:lnTo>
                  <a:pt x="317500" y="1435100"/>
                </a:lnTo>
                <a:lnTo>
                  <a:pt x="241300" y="1485900"/>
                </a:lnTo>
                <a:lnTo>
                  <a:pt x="139700" y="1524000"/>
                </a:lnTo>
                <a:lnTo>
                  <a:pt x="139700" y="1612900"/>
                </a:lnTo>
                <a:lnTo>
                  <a:pt x="152400" y="1625600"/>
                </a:lnTo>
                <a:lnTo>
                  <a:pt x="152400" y="1536700"/>
                </a:lnTo>
                <a:lnTo>
                  <a:pt x="241300" y="1498600"/>
                </a:lnTo>
                <a:lnTo>
                  <a:pt x="330200" y="1435100"/>
                </a:lnTo>
                <a:lnTo>
                  <a:pt x="406400" y="1371600"/>
                </a:lnTo>
                <a:lnTo>
                  <a:pt x="457200" y="1282700"/>
                </a:lnTo>
                <a:lnTo>
                  <a:pt x="508000" y="1181100"/>
                </a:lnTo>
                <a:close/>
              </a:path>
              <a:path w="584200" h="1651000">
                <a:moveTo>
                  <a:pt x="12700" y="1485900"/>
                </a:moveTo>
                <a:lnTo>
                  <a:pt x="12700" y="1498600"/>
                </a:lnTo>
                <a:lnTo>
                  <a:pt x="18288" y="1491488"/>
                </a:lnTo>
                <a:lnTo>
                  <a:pt x="12700" y="1485900"/>
                </a:lnTo>
                <a:close/>
              </a:path>
              <a:path w="584200" h="1651000">
                <a:moveTo>
                  <a:pt x="18288" y="1491488"/>
                </a:moveTo>
                <a:lnTo>
                  <a:pt x="12700" y="1498600"/>
                </a:lnTo>
                <a:lnTo>
                  <a:pt x="25400" y="1498600"/>
                </a:lnTo>
                <a:lnTo>
                  <a:pt x="18288" y="1491488"/>
                </a:lnTo>
                <a:close/>
              </a:path>
              <a:path w="584200" h="1651000">
                <a:moveTo>
                  <a:pt x="22678" y="1485900"/>
                </a:moveTo>
                <a:lnTo>
                  <a:pt x="12700" y="1485900"/>
                </a:lnTo>
                <a:lnTo>
                  <a:pt x="18288" y="1491488"/>
                </a:lnTo>
                <a:lnTo>
                  <a:pt x="22678" y="1485900"/>
                </a:lnTo>
                <a:close/>
              </a:path>
              <a:path w="584200" h="1651000">
                <a:moveTo>
                  <a:pt x="152400" y="1320800"/>
                </a:moveTo>
                <a:lnTo>
                  <a:pt x="139700" y="1336963"/>
                </a:lnTo>
                <a:lnTo>
                  <a:pt x="139700" y="1422400"/>
                </a:lnTo>
                <a:lnTo>
                  <a:pt x="173566" y="1409700"/>
                </a:lnTo>
                <a:lnTo>
                  <a:pt x="152400" y="1409700"/>
                </a:lnTo>
                <a:lnTo>
                  <a:pt x="152400" y="1320800"/>
                </a:lnTo>
                <a:close/>
              </a:path>
              <a:path w="584200" h="1651000">
                <a:moveTo>
                  <a:pt x="381000" y="1257300"/>
                </a:moveTo>
                <a:lnTo>
                  <a:pt x="304800" y="1320800"/>
                </a:lnTo>
                <a:lnTo>
                  <a:pt x="228600" y="1371600"/>
                </a:lnTo>
                <a:lnTo>
                  <a:pt x="152400" y="1409700"/>
                </a:lnTo>
                <a:lnTo>
                  <a:pt x="173566" y="1409700"/>
                </a:lnTo>
                <a:lnTo>
                  <a:pt x="241300" y="1384300"/>
                </a:lnTo>
                <a:lnTo>
                  <a:pt x="317500" y="1333500"/>
                </a:lnTo>
                <a:lnTo>
                  <a:pt x="381000" y="1257300"/>
                </a:lnTo>
                <a:close/>
              </a:path>
              <a:path w="584200" h="1651000">
                <a:moveTo>
                  <a:pt x="141514" y="1309914"/>
                </a:moveTo>
                <a:lnTo>
                  <a:pt x="139700" y="1312333"/>
                </a:lnTo>
                <a:lnTo>
                  <a:pt x="139700" y="1336963"/>
                </a:lnTo>
                <a:lnTo>
                  <a:pt x="152400" y="1320800"/>
                </a:lnTo>
                <a:lnTo>
                  <a:pt x="141514" y="1309914"/>
                </a:lnTo>
                <a:close/>
              </a:path>
              <a:path w="584200" h="1651000">
                <a:moveTo>
                  <a:pt x="152400" y="1295400"/>
                </a:moveTo>
                <a:lnTo>
                  <a:pt x="141514" y="1309914"/>
                </a:lnTo>
                <a:lnTo>
                  <a:pt x="152400" y="1320800"/>
                </a:lnTo>
                <a:lnTo>
                  <a:pt x="152400" y="1295400"/>
                </a:lnTo>
                <a:close/>
              </a:path>
              <a:path w="584200" h="1651000">
                <a:moveTo>
                  <a:pt x="139700" y="1308100"/>
                </a:moveTo>
                <a:lnTo>
                  <a:pt x="139700" y="1312333"/>
                </a:lnTo>
                <a:lnTo>
                  <a:pt x="141514" y="1309914"/>
                </a:lnTo>
                <a:lnTo>
                  <a:pt x="139700" y="1308100"/>
                </a:lnTo>
                <a:close/>
              </a:path>
              <a:path w="584200" h="1651000">
                <a:moveTo>
                  <a:pt x="571500" y="787400"/>
                </a:moveTo>
                <a:lnTo>
                  <a:pt x="558800" y="889000"/>
                </a:lnTo>
                <a:lnTo>
                  <a:pt x="533400" y="990600"/>
                </a:lnTo>
                <a:lnTo>
                  <a:pt x="482600" y="1092200"/>
                </a:lnTo>
                <a:lnTo>
                  <a:pt x="431800" y="1181100"/>
                </a:lnTo>
                <a:lnTo>
                  <a:pt x="381000" y="1257300"/>
                </a:lnTo>
                <a:lnTo>
                  <a:pt x="444500" y="1181100"/>
                </a:lnTo>
                <a:lnTo>
                  <a:pt x="546100" y="1003300"/>
                </a:lnTo>
                <a:lnTo>
                  <a:pt x="562263" y="930563"/>
                </a:lnTo>
                <a:lnTo>
                  <a:pt x="571500" y="838200"/>
                </a:lnTo>
                <a:lnTo>
                  <a:pt x="571500" y="787400"/>
                </a:lnTo>
                <a:close/>
              </a:path>
              <a:path w="584200" h="1651000">
                <a:moveTo>
                  <a:pt x="584200" y="787400"/>
                </a:moveTo>
                <a:lnTo>
                  <a:pt x="571500" y="889000"/>
                </a:lnTo>
                <a:lnTo>
                  <a:pt x="562263" y="930563"/>
                </a:lnTo>
                <a:lnTo>
                  <a:pt x="558800" y="965200"/>
                </a:lnTo>
                <a:lnTo>
                  <a:pt x="533400" y="1079500"/>
                </a:lnTo>
                <a:lnTo>
                  <a:pt x="508000" y="1181100"/>
                </a:lnTo>
                <a:lnTo>
                  <a:pt x="546100" y="1079500"/>
                </a:lnTo>
                <a:lnTo>
                  <a:pt x="571500" y="965200"/>
                </a:lnTo>
                <a:lnTo>
                  <a:pt x="584200" y="838200"/>
                </a:lnTo>
                <a:lnTo>
                  <a:pt x="584200" y="787400"/>
                </a:lnTo>
                <a:close/>
              </a:path>
              <a:path w="584200" h="1651000">
                <a:moveTo>
                  <a:pt x="571500" y="698500"/>
                </a:moveTo>
                <a:lnTo>
                  <a:pt x="571500" y="838200"/>
                </a:lnTo>
                <a:lnTo>
                  <a:pt x="562263" y="930563"/>
                </a:lnTo>
                <a:lnTo>
                  <a:pt x="571500" y="889000"/>
                </a:lnTo>
                <a:lnTo>
                  <a:pt x="584200" y="787400"/>
                </a:lnTo>
                <a:lnTo>
                  <a:pt x="584200" y="774700"/>
                </a:lnTo>
                <a:lnTo>
                  <a:pt x="571500" y="698500"/>
                </a:lnTo>
                <a:close/>
              </a:path>
              <a:path w="584200" h="1651000">
                <a:moveTo>
                  <a:pt x="368300" y="292100"/>
                </a:moveTo>
                <a:lnTo>
                  <a:pt x="406400" y="342900"/>
                </a:lnTo>
                <a:lnTo>
                  <a:pt x="469900" y="444500"/>
                </a:lnTo>
                <a:lnTo>
                  <a:pt x="508000" y="508000"/>
                </a:lnTo>
                <a:lnTo>
                  <a:pt x="520700" y="571500"/>
                </a:lnTo>
                <a:lnTo>
                  <a:pt x="546100" y="635000"/>
                </a:lnTo>
                <a:lnTo>
                  <a:pt x="558800" y="698500"/>
                </a:lnTo>
                <a:lnTo>
                  <a:pt x="571500" y="774700"/>
                </a:lnTo>
                <a:lnTo>
                  <a:pt x="571500" y="698500"/>
                </a:lnTo>
                <a:lnTo>
                  <a:pt x="558800" y="635000"/>
                </a:lnTo>
                <a:lnTo>
                  <a:pt x="533400" y="558800"/>
                </a:lnTo>
                <a:lnTo>
                  <a:pt x="508000" y="495300"/>
                </a:lnTo>
                <a:lnTo>
                  <a:pt x="482600" y="444500"/>
                </a:lnTo>
                <a:lnTo>
                  <a:pt x="419100" y="330200"/>
                </a:lnTo>
                <a:lnTo>
                  <a:pt x="368300" y="292100"/>
                </a:lnTo>
                <a:close/>
              </a:path>
              <a:path w="584200" h="1651000">
                <a:moveTo>
                  <a:pt x="508000" y="381000"/>
                </a:moveTo>
                <a:lnTo>
                  <a:pt x="520700" y="444500"/>
                </a:lnTo>
                <a:lnTo>
                  <a:pt x="546100" y="508000"/>
                </a:lnTo>
                <a:lnTo>
                  <a:pt x="558800" y="584200"/>
                </a:lnTo>
                <a:lnTo>
                  <a:pt x="571500" y="647700"/>
                </a:lnTo>
                <a:lnTo>
                  <a:pt x="571500" y="698500"/>
                </a:lnTo>
                <a:lnTo>
                  <a:pt x="584200" y="774700"/>
                </a:lnTo>
                <a:lnTo>
                  <a:pt x="584200" y="647700"/>
                </a:lnTo>
                <a:lnTo>
                  <a:pt x="571500" y="571500"/>
                </a:lnTo>
                <a:lnTo>
                  <a:pt x="558800" y="508000"/>
                </a:lnTo>
                <a:lnTo>
                  <a:pt x="508000" y="381000"/>
                </a:lnTo>
                <a:close/>
              </a:path>
              <a:path w="584200" h="1651000">
                <a:moveTo>
                  <a:pt x="127000" y="12700"/>
                </a:moveTo>
                <a:lnTo>
                  <a:pt x="12700" y="12700"/>
                </a:lnTo>
                <a:lnTo>
                  <a:pt x="12700" y="15239"/>
                </a:lnTo>
                <a:lnTo>
                  <a:pt x="63500" y="25400"/>
                </a:lnTo>
                <a:lnTo>
                  <a:pt x="114300" y="25400"/>
                </a:lnTo>
                <a:lnTo>
                  <a:pt x="177800" y="50800"/>
                </a:lnTo>
                <a:lnTo>
                  <a:pt x="279400" y="101600"/>
                </a:lnTo>
                <a:lnTo>
                  <a:pt x="317500" y="139700"/>
                </a:lnTo>
                <a:lnTo>
                  <a:pt x="368300" y="177800"/>
                </a:lnTo>
                <a:lnTo>
                  <a:pt x="406400" y="215900"/>
                </a:lnTo>
                <a:lnTo>
                  <a:pt x="469900" y="330200"/>
                </a:lnTo>
                <a:lnTo>
                  <a:pt x="508000" y="381000"/>
                </a:lnTo>
                <a:lnTo>
                  <a:pt x="482600" y="317500"/>
                </a:lnTo>
                <a:lnTo>
                  <a:pt x="419100" y="215900"/>
                </a:lnTo>
                <a:lnTo>
                  <a:pt x="330200" y="127000"/>
                </a:lnTo>
                <a:lnTo>
                  <a:pt x="279400" y="88900"/>
                </a:lnTo>
                <a:lnTo>
                  <a:pt x="127000" y="12700"/>
                </a:lnTo>
                <a:close/>
              </a:path>
              <a:path w="584200" h="1651000">
                <a:moveTo>
                  <a:pt x="279400" y="215900"/>
                </a:moveTo>
                <a:lnTo>
                  <a:pt x="368300" y="304800"/>
                </a:lnTo>
                <a:lnTo>
                  <a:pt x="368300" y="292100"/>
                </a:lnTo>
                <a:lnTo>
                  <a:pt x="330200" y="254000"/>
                </a:lnTo>
                <a:lnTo>
                  <a:pt x="279400" y="215900"/>
                </a:lnTo>
                <a:close/>
              </a:path>
              <a:path w="584200" h="1651000">
                <a:moveTo>
                  <a:pt x="0" y="12700"/>
                </a:moveTo>
                <a:lnTo>
                  <a:pt x="0" y="139700"/>
                </a:lnTo>
                <a:lnTo>
                  <a:pt x="63500" y="139700"/>
                </a:lnTo>
                <a:lnTo>
                  <a:pt x="114300" y="152400"/>
                </a:lnTo>
                <a:lnTo>
                  <a:pt x="177800" y="165100"/>
                </a:lnTo>
                <a:lnTo>
                  <a:pt x="228600" y="190500"/>
                </a:lnTo>
                <a:lnTo>
                  <a:pt x="279400" y="228600"/>
                </a:lnTo>
                <a:lnTo>
                  <a:pt x="279400" y="215900"/>
                </a:lnTo>
                <a:lnTo>
                  <a:pt x="228600" y="177800"/>
                </a:lnTo>
                <a:lnTo>
                  <a:pt x="177800" y="152400"/>
                </a:lnTo>
                <a:lnTo>
                  <a:pt x="127000" y="139700"/>
                </a:lnTo>
                <a:lnTo>
                  <a:pt x="63500" y="127000"/>
                </a:lnTo>
                <a:lnTo>
                  <a:pt x="12700" y="127000"/>
                </a:lnTo>
                <a:lnTo>
                  <a:pt x="12700" y="15239"/>
                </a:lnTo>
                <a:lnTo>
                  <a:pt x="0" y="12700"/>
                </a:lnTo>
                <a:close/>
              </a:path>
              <a:path w="584200" h="1651000">
                <a:moveTo>
                  <a:pt x="0" y="0"/>
                </a:moveTo>
                <a:lnTo>
                  <a:pt x="0" y="12700"/>
                </a:lnTo>
                <a:lnTo>
                  <a:pt x="12700" y="15239"/>
                </a:lnTo>
                <a:lnTo>
                  <a:pt x="12700" y="12700"/>
                </a:lnTo>
                <a:lnTo>
                  <a:pt x="635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54600" y="2514600"/>
            <a:ext cx="508000" cy="571500"/>
          </a:xfrm>
          <a:custGeom>
            <a:avLst/>
            <a:gdLst/>
            <a:ahLst/>
            <a:cxnLst/>
            <a:rect l="l" t="t" r="r" b="b"/>
            <a:pathLst>
              <a:path w="508000" h="571500">
                <a:moveTo>
                  <a:pt x="254000" y="0"/>
                </a:moveTo>
                <a:lnTo>
                  <a:pt x="254000" y="152400"/>
                </a:lnTo>
                <a:lnTo>
                  <a:pt x="0" y="152400"/>
                </a:lnTo>
                <a:lnTo>
                  <a:pt x="0" y="431800"/>
                </a:lnTo>
                <a:lnTo>
                  <a:pt x="254000" y="431800"/>
                </a:lnTo>
                <a:lnTo>
                  <a:pt x="254000" y="571500"/>
                </a:lnTo>
                <a:lnTo>
                  <a:pt x="508000" y="292100"/>
                </a:lnTo>
                <a:lnTo>
                  <a:pt x="254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54600" y="2501900"/>
            <a:ext cx="508000" cy="609600"/>
          </a:xfrm>
          <a:custGeom>
            <a:avLst/>
            <a:gdLst/>
            <a:ahLst/>
            <a:cxnLst/>
            <a:rect l="l" t="t" r="r" b="b"/>
            <a:pathLst>
              <a:path w="508000" h="609600">
                <a:moveTo>
                  <a:pt x="266700" y="15239"/>
                </a:moveTo>
                <a:lnTo>
                  <a:pt x="266700" y="40105"/>
                </a:lnTo>
                <a:lnTo>
                  <a:pt x="495300" y="304800"/>
                </a:lnTo>
                <a:lnTo>
                  <a:pt x="266700" y="569494"/>
                </a:lnTo>
                <a:lnTo>
                  <a:pt x="266700" y="584200"/>
                </a:lnTo>
                <a:lnTo>
                  <a:pt x="254000" y="584200"/>
                </a:lnTo>
                <a:lnTo>
                  <a:pt x="254000" y="609600"/>
                </a:lnTo>
                <a:lnTo>
                  <a:pt x="275166" y="584200"/>
                </a:lnTo>
                <a:lnTo>
                  <a:pt x="266700" y="584200"/>
                </a:lnTo>
                <a:lnTo>
                  <a:pt x="266700" y="569494"/>
                </a:lnTo>
                <a:lnTo>
                  <a:pt x="287421" y="569494"/>
                </a:lnTo>
                <a:lnTo>
                  <a:pt x="508000" y="304800"/>
                </a:lnTo>
                <a:lnTo>
                  <a:pt x="266700" y="15239"/>
                </a:lnTo>
                <a:close/>
              </a:path>
              <a:path w="508000" h="609600">
                <a:moveTo>
                  <a:pt x="266700" y="444500"/>
                </a:moveTo>
                <a:lnTo>
                  <a:pt x="254000" y="444500"/>
                </a:lnTo>
                <a:lnTo>
                  <a:pt x="254000" y="584200"/>
                </a:lnTo>
                <a:lnTo>
                  <a:pt x="266700" y="569494"/>
                </a:lnTo>
                <a:lnTo>
                  <a:pt x="266700" y="444500"/>
                </a:lnTo>
                <a:close/>
              </a:path>
              <a:path w="508000" h="609600">
                <a:moveTo>
                  <a:pt x="254000" y="152400"/>
                </a:moveTo>
                <a:lnTo>
                  <a:pt x="0" y="152400"/>
                </a:lnTo>
                <a:lnTo>
                  <a:pt x="0" y="457200"/>
                </a:lnTo>
                <a:lnTo>
                  <a:pt x="254000" y="457200"/>
                </a:lnTo>
                <a:lnTo>
                  <a:pt x="254000" y="444500"/>
                </a:lnTo>
                <a:lnTo>
                  <a:pt x="12700" y="444500"/>
                </a:lnTo>
                <a:lnTo>
                  <a:pt x="12700" y="165100"/>
                </a:lnTo>
                <a:lnTo>
                  <a:pt x="254000" y="165100"/>
                </a:lnTo>
                <a:lnTo>
                  <a:pt x="254000" y="152400"/>
                </a:lnTo>
                <a:close/>
              </a:path>
              <a:path w="508000" h="609600">
                <a:moveTo>
                  <a:pt x="254000" y="25400"/>
                </a:moveTo>
                <a:lnTo>
                  <a:pt x="254000" y="165100"/>
                </a:lnTo>
                <a:lnTo>
                  <a:pt x="266700" y="165100"/>
                </a:lnTo>
                <a:lnTo>
                  <a:pt x="266700" y="40105"/>
                </a:lnTo>
                <a:lnTo>
                  <a:pt x="254000" y="25400"/>
                </a:lnTo>
                <a:close/>
              </a:path>
              <a:path w="508000" h="609600">
                <a:moveTo>
                  <a:pt x="265545" y="13854"/>
                </a:moveTo>
                <a:lnTo>
                  <a:pt x="254000" y="25400"/>
                </a:lnTo>
                <a:lnTo>
                  <a:pt x="266700" y="40105"/>
                </a:lnTo>
                <a:lnTo>
                  <a:pt x="266700" y="15239"/>
                </a:lnTo>
                <a:lnTo>
                  <a:pt x="265545" y="13854"/>
                </a:lnTo>
                <a:close/>
              </a:path>
              <a:path w="508000" h="609600">
                <a:moveTo>
                  <a:pt x="254000" y="0"/>
                </a:moveTo>
                <a:lnTo>
                  <a:pt x="254000" y="25400"/>
                </a:lnTo>
                <a:lnTo>
                  <a:pt x="265545" y="13854"/>
                </a:lnTo>
                <a:lnTo>
                  <a:pt x="254000" y="0"/>
                </a:lnTo>
                <a:close/>
              </a:path>
              <a:path w="508000" h="609600">
                <a:moveTo>
                  <a:pt x="266700" y="12700"/>
                </a:moveTo>
                <a:lnTo>
                  <a:pt x="265545" y="13854"/>
                </a:lnTo>
                <a:lnTo>
                  <a:pt x="266700" y="15239"/>
                </a:lnTo>
                <a:lnTo>
                  <a:pt x="266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92700" y="4953000"/>
            <a:ext cx="431800" cy="571500"/>
          </a:xfrm>
          <a:custGeom>
            <a:avLst/>
            <a:gdLst/>
            <a:ahLst/>
            <a:cxnLst/>
            <a:rect l="l" t="t" r="r" b="b"/>
            <a:pathLst>
              <a:path w="431800" h="571500">
                <a:moveTo>
                  <a:pt x="215900" y="0"/>
                </a:moveTo>
                <a:lnTo>
                  <a:pt x="0" y="279400"/>
                </a:lnTo>
                <a:lnTo>
                  <a:pt x="215900" y="571500"/>
                </a:lnTo>
                <a:lnTo>
                  <a:pt x="215900" y="419100"/>
                </a:lnTo>
                <a:lnTo>
                  <a:pt x="431800" y="419100"/>
                </a:lnTo>
                <a:lnTo>
                  <a:pt x="431800" y="139700"/>
                </a:lnTo>
                <a:lnTo>
                  <a:pt x="215900" y="139700"/>
                </a:lnTo>
                <a:lnTo>
                  <a:pt x="2159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80000" y="4927600"/>
            <a:ext cx="444500" cy="609600"/>
          </a:xfrm>
          <a:custGeom>
            <a:avLst/>
            <a:gdLst/>
            <a:ahLst/>
            <a:cxnLst/>
            <a:rect l="l" t="t" r="r" b="b"/>
            <a:pathLst>
              <a:path w="444500" h="609600">
                <a:moveTo>
                  <a:pt x="228600" y="584200"/>
                </a:moveTo>
                <a:lnTo>
                  <a:pt x="217714" y="595085"/>
                </a:lnTo>
                <a:lnTo>
                  <a:pt x="228600" y="609600"/>
                </a:lnTo>
                <a:lnTo>
                  <a:pt x="228600" y="584200"/>
                </a:lnTo>
                <a:close/>
              </a:path>
              <a:path w="444500" h="609600">
                <a:moveTo>
                  <a:pt x="215900" y="592666"/>
                </a:moveTo>
                <a:lnTo>
                  <a:pt x="215900" y="596900"/>
                </a:lnTo>
                <a:lnTo>
                  <a:pt x="217714" y="595085"/>
                </a:lnTo>
                <a:lnTo>
                  <a:pt x="215900" y="592666"/>
                </a:lnTo>
                <a:close/>
              </a:path>
              <a:path w="444500" h="609600">
                <a:moveTo>
                  <a:pt x="215900" y="567764"/>
                </a:moveTo>
                <a:lnTo>
                  <a:pt x="215900" y="592666"/>
                </a:lnTo>
                <a:lnTo>
                  <a:pt x="217714" y="595085"/>
                </a:lnTo>
                <a:lnTo>
                  <a:pt x="228600" y="584200"/>
                </a:lnTo>
                <a:lnTo>
                  <a:pt x="215900" y="567764"/>
                </a:lnTo>
                <a:close/>
              </a:path>
              <a:path w="444500" h="609600">
                <a:moveTo>
                  <a:pt x="228600" y="0"/>
                </a:moveTo>
                <a:lnTo>
                  <a:pt x="0" y="304800"/>
                </a:lnTo>
                <a:lnTo>
                  <a:pt x="215900" y="592666"/>
                </a:lnTo>
                <a:lnTo>
                  <a:pt x="215900" y="567764"/>
                </a:lnTo>
                <a:lnTo>
                  <a:pt x="12700" y="304800"/>
                </a:lnTo>
                <a:lnTo>
                  <a:pt x="215900" y="41835"/>
                </a:lnTo>
                <a:lnTo>
                  <a:pt x="215900" y="25400"/>
                </a:lnTo>
                <a:lnTo>
                  <a:pt x="228600" y="25400"/>
                </a:lnTo>
                <a:lnTo>
                  <a:pt x="228600" y="0"/>
                </a:lnTo>
                <a:close/>
              </a:path>
              <a:path w="444500" h="609600">
                <a:moveTo>
                  <a:pt x="228600" y="444500"/>
                </a:moveTo>
                <a:lnTo>
                  <a:pt x="215900" y="444500"/>
                </a:lnTo>
                <a:lnTo>
                  <a:pt x="215900" y="567764"/>
                </a:lnTo>
                <a:lnTo>
                  <a:pt x="228600" y="584200"/>
                </a:lnTo>
                <a:lnTo>
                  <a:pt x="228600" y="444500"/>
                </a:lnTo>
                <a:close/>
              </a:path>
              <a:path w="444500" h="609600">
                <a:moveTo>
                  <a:pt x="444500" y="152400"/>
                </a:moveTo>
                <a:lnTo>
                  <a:pt x="228600" y="152400"/>
                </a:lnTo>
                <a:lnTo>
                  <a:pt x="228600" y="165100"/>
                </a:lnTo>
                <a:lnTo>
                  <a:pt x="431800" y="165100"/>
                </a:lnTo>
                <a:lnTo>
                  <a:pt x="431800" y="444500"/>
                </a:lnTo>
                <a:lnTo>
                  <a:pt x="228600" y="444500"/>
                </a:lnTo>
                <a:lnTo>
                  <a:pt x="228600" y="457200"/>
                </a:lnTo>
                <a:lnTo>
                  <a:pt x="444500" y="457200"/>
                </a:lnTo>
                <a:lnTo>
                  <a:pt x="444500" y="152400"/>
                </a:lnTo>
                <a:close/>
              </a:path>
              <a:path w="444500" h="609600">
                <a:moveTo>
                  <a:pt x="228600" y="25400"/>
                </a:moveTo>
                <a:lnTo>
                  <a:pt x="215900" y="41835"/>
                </a:lnTo>
                <a:lnTo>
                  <a:pt x="215900" y="165100"/>
                </a:lnTo>
                <a:lnTo>
                  <a:pt x="228600" y="165100"/>
                </a:lnTo>
                <a:lnTo>
                  <a:pt x="228600" y="25400"/>
                </a:lnTo>
                <a:close/>
              </a:path>
              <a:path w="444500" h="609600">
                <a:moveTo>
                  <a:pt x="228600" y="25400"/>
                </a:moveTo>
                <a:lnTo>
                  <a:pt x="215900" y="25400"/>
                </a:lnTo>
                <a:lnTo>
                  <a:pt x="215900" y="41835"/>
                </a:lnTo>
                <a:lnTo>
                  <a:pt x="2286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0" y="102970"/>
            <a:ext cx="1069340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-45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200" b="1" spc="-100" dirty="0">
                <a:solidFill>
                  <a:schemeClr val="bg1"/>
                </a:solidFill>
                <a:latin typeface="Arial"/>
                <a:cs typeface="Arial"/>
              </a:rPr>
              <a:t>х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-75" dirty="0">
                <a:solidFill>
                  <a:schemeClr val="bg1"/>
                </a:solidFill>
                <a:latin typeface="Arial"/>
                <a:cs typeface="Arial"/>
              </a:rPr>
              <a:t>м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200" b="1" spc="229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-85" dirty="0">
                <a:solidFill>
                  <a:schemeClr val="bg1"/>
                </a:solidFill>
                <a:latin typeface="Arial"/>
                <a:cs typeface="Arial"/>
              </a:rPr>
              <a:t>п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ро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200" b="1" spc="-20" dirty="0">
                <a:solidFill>
                  <a:schemeClr val="bg1"/>
                </a:solidFill>
                <a:latin typeface="Arial"/>
                <a:cs typeface="Arial"/>
              </a:rPr>
              <a:t>т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30" dirty="0">
                <a:solidFill>
                  <a:schemeClr val="bg1"/>
                </a:solidFill>
                <a:latin typeface="Arial"/>
                <a:cs typeface="Arial"/>
              </a:rPr>
              <a:t>г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200" b="1" spc="-65" dirty="0">
                <a:solidFill>
                  <a:schemeClr val="bg1"/>
                </a:solidFill>
                <a:latin typeface="Arial"/>
                <a:cs typeface="Arial"/>
              </a:rPr>
              <a:t>л</a:t>
            </a:r>
            <a:r>
              <a:rPr sz="3200" b="1" spc="-30" dirty="0">
                <a:solidFill>
                  <a:schemeClr val="bg1"/>
                </a:solidFill>
                <a:latin typeface="Arial"/>
                <a:cs typeface="Arial"/>
              </a:rPr>
              <a:t>г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ор</a:t>
            </a:r>
            <a:r>
              <a:rPr sz="3200" b="1" spc="-120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spc="-20" dirty="0">
                <a:solidFill>
                  <a:schemeClr val="bg1"/>
                </a:solidFill>
                <a:latin typeface="Arial"/>
                <a:cs typeface="Arial"/>
              </a:rPr>
              <a:t>т</a:t>
            </a:r>
            <a:r>
              <a:rPr sz="3200" b="1" spc="-75" dirty="0">
                <a:solidFill>
                  <a:schemeClr val="bg1"/>
                </a:solidFill>
                <a:latin typeface="Arial"/>
                <a:cs typeface="Arial"/>
              </a:rPr>
              <a:t>м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а </a:t>
            </a:r>
            <a:r>
              <a:rPr sz="3200" b="1" spc="-2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35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200" b="1" spc="-40" dirty="0">
                <a:solidFill>
                  <a:schemeClr val="bg1"/>
                </a:solidFill>
                <a:latin typeface="Arial"/>
                <a:cs typeface="Arial"/>
              </a:rPr>
              <a:t>ы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д</a:t>
            </a:r>
            <a:r>
              <a:rPr sz="3200" b="1" spc="-114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-65" dirty="0">
                <a:solidFill>
                  <a:schemeClr val="bg1"/>
                </a:solidFill>
                <a:latin typeface="Arial"/>
                <a:cs typeface="Arial"/>
              </a:rPr>
              <a:t>л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-105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-120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я</a:t>
            </a:r>
            <a:r>
              <a:rPr sz="3200" b="1" spc="2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ра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200" b="1" spc="-85" dirty="0">
                <a:solidFill>
                  <a:schemeClr val="bg1"/>
                </a:solidFill>
                <a:latin typeface="Arial"/>
                <a:cs typeface="Arial"/>
              </a:rPr>
              <a:t>п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20" dirty="0">
                <a:solidFill>
                  <a:schemeClr val="bg1"/>
                </a:solidFill>
                <a:latin typeface="Arial"/>
                <a:cs typeface="Arial"/>
              </a:rPr>
              <a:t>з</a:t>
            </a:r>
            <a:r>
              <a:rPr sz="3200" b="1" spc="-105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200" b="1" spc="35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200" b="1" spc="-105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-120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я </a:t>
            </a:r>
            <a:r>
              <a:rPr sz="3200" b="1" spc="-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145" dirty="0">
                <a:solidFill>
                  <a:schemeClr val="bg1"/>
                </a:solidFill>
                <a:latin typeface="Arial"/>
                <a:cs typeface="Arial"/>
              </a:rPr>
              <a:t>б</a:t>
            </a:r>
            <a:r>
              <a:rPr sz="3200" b="1" spc="50" dirty="0">
                <a:solidFill>
                  <a:schemeClr val="bg1"/>
                </a:solidFill>
                <a:latin typeface="Arial"/>
                <a:cs typeface="Arial"/>
              </a:rPr>
              <a:t>ъ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20" dirty="0">
                <a:solidFill>
                  <a:schemeClr val="bg1"/>
                </a:solidFill>
                <a:latin typeface="Arial"/>
                <a:cs typeface="Arial"/>
              </a:rPr>
              <a:t>к</a:t>
            </a:r>
            <a:r>
              <a:rPr sz="3200" b="1" spc="-20" dirty="0">
                <a:solidFill>
                  <a:schemeClr val="bg1"/>
                </a:solidFill>
                <a:latin typeface="Arial"/>
                <a:cs typeface="Arial"/>
              </a:rPr>
              <a:t>т</a:t>
            </a:r>
            <a:r>
              <a:rPr sz="3200" b="1" spc="-15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endParaRPr sz="3200" b="1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51027"/>
            <a:ext cx="105283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dirty="0">
                <a:solidFill>
                  <a:schemeClr val="bg1"/>
                </a:solidFill>
                <a:latin typeface="+mn-lt"/>
              </a:rPr>
              <a:t>ы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2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55" dirty="0">
                <a:solidFill>
                  <a:schemeClr val="bg1"/>
                </a:solidFill>
                <a:latin typeface="+mn-lt"/>
              </a:rPr>
              <a:t>ж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7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1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200" dirty="0">
                <a:solidFill>
                  <a:schemeClr val="bg1"/>
                </a:solidFill>
                <a:latin typeface="+mn-lt"/>
              </a:rPr>
              <a:t>х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300" y="1308100"/>
            <a:ext cx="10287000" cy="196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447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</a:p>
          <a:p>
            <a:pPr marL="355600" marR="62865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мм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220" dirty="0">
                <a:latin typeface="Arial"/>
                <a:cs typeface="Arial"/>
              </a:rPr>
              <a:t>т</a:t>
            </a:r>
            <a:r>
              <a:rPr sz="2000" spc="40" dirty="0">
                <a:latin typeface="Arial"/>
                <a:cs typeface="Arial"/>
              </a:rPr>
              <a:t>.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40" dirty="0">
                <a:latin typeface="Arial"/>
                <a:cs typeface="Arial"/>
              </a:rPr>
              <a:t>.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marL="355600" marR="635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ся 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ую,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30" dirty="0">
                <a:latin typeface="Arial"/>
                <a:cs typeface="Arial"/>
              </a:rPr>
              <a:t>г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эт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3530600" y="3670300"/>
            <a:ext cx="3136900" cy="2438400"/>
          </a:xfrm>
          <a:custGeom>
            <a:avLst/>
            <a:gdLst/>
            <a:ahLst/>
            <a:cxnLst/>
            <a:rect l="l" t="t" r="r" b="b"/>
            <a:pathLst>
              <a:path w="3136900" h="2438400">
                <a:moveTo>
                  <a:pt x="0" y="2438400"/>
                </a:moveTo>
                <a:lnTo>
                  <a:pt x="3136900" y="2438400"/>
                </a:lnTo>
                <a:lnTo>
                  <a:pt x="3136900" y="0"/>
                </a:lnTo>
                <a:lnTo>
                  <a:pt x="0" y="0"/>
                </a:lnTo>
                <a:lnTo>
                  <a:pt x="0" y="243840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79800" y="58610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79800" y="56197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79800" y="53784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79800" y="51244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79800" y="48831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79800" y="46418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9800" y="44005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79800" y="41592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79800" y="39179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79800" y="36639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30600" y="3657600"/>
            <a:ext cx="3136900" cy="2451100"/>
          </a:xfrm>
          <a:custGeom>
            <a:avLst/>
            <a:gdLst/>
            <a:ahLst/>
            <a:cxnLst/>
            <a:rect l="l" t="t" r="r" b="b"/>
            <a:pathLst>
              <a:path w="3136900" h="2451100">
                <a:moveTo>
                  <a:pt x="12700" y="0"/>
                </a:moveTo>
                <a:lnTo>
                  <a:pt x="0" y="12700"/>
                </a:lnTo>
                <a:lnTo>
                  <a:pt x="0" y="2451100"/>
                </a:lnTo>
                <a:lnTo>
                  <a:pt x="3124200" y="2451100"/>
                </a:lnTo>
                <a:lnTo>
                  <a:pt x="3136900" y="2438400"/>
                </a:lnTo>
                <a:lnTo>
                  <a:pt x="12700" y="2438400"/>
                </a:lnTo>
                <a:lnTo>
                  <a:pt x="12700" y="0"/>
                </a:lnTo>
                <a:close/>
              </a:path>
              <a:path w="3136900" h="2451100">
                <a:moveTo>
                  <a:pt x="3136900" y="0"/>
                </a:moveTo>
                <a:lnTo>
                  <a:pt x="3124200" y="0"/>
                </a:lnTo>
                <a:lnTo>
                  <a:pt x="3124200" y="2438400"/>
                </a:lnTo>
                <a:lnTo>
                  <a:pt x="3136900" y="2438400"/>
                </a:lnTo>
                <a:lnTo>
                  <a:pt x="3136900" y="0"/>
                </a:lnTo>
                <a:close/>
              </a:path>
              <a:path w="3136900" h="24511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3136900" h="2451100">
                <a:moveTo>
                  <a:pt x="31242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3124200" y="12700"/>
                </a:lnTo>
                <a:lnTo>
                  <a:pt x="31242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36950" y="3657600"/>
            <a:ext cx="0" cy="2501900"/>
          </a:xfrm>
          <a:custGeom>
            <a:avLst/>
            <a:gdLst/>
            <a:ahLst/>
            <a:cxnLst/>
            <a:rect l="l" t="t" r="r" b="b"/>
            <a:pathLst>
              <a:path h="2501900">
                <a:moveTo>
                  <a:pt x="0" y="0"/>
                </a:moveTo>
                <a:lnTo>
                  <a:pt x="0" y="2501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79800" y="6102350"/>
            <a:ext cx="3175000" cy="0"/>
          </a:xfrm>
          <a:custGeom>
            <a:avLst/>
            <a:gdLst/>
            <a:ahLst/>
            <a:cxnLst/>
            <a:rect l="l" t="t" r="r" b="b"/>
            <a:pathLst>
              <a:path w="3175000">
                <a:moveTo>
                  <a:pt x="0" y="0"/>
                </a:moveTo>
                <a:lnTo>
                  <a:pt x="3175000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11650" y="6096000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99050" y="6096000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73750" y="6096000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61150" y="6096000"/>
            <a:ext cx="0" cy="63500"/>
          </a:xfrm>
          <a:custGeom>
            <a:avLst/>
            <a:gdLst/>
            <a:ahLst/>
            <a:cxnLst/>
            <a:rect l="l" t="t" r="r" b="b"/>
            <a:pathLst>
              <a:path h="63500">
                <a:moveTo>
                  <a:pt x="0" y="0"/>
                </a:moveTo>
                <a:lnTo>
                  <a:pt x="0" y="635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17900" y="599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17900" y="599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50800"/>
                </a:lnTo>
                <a:lnTo>
                  <a:pt x="50800" y="101600"/>
                </a:lnTo>
                <a:lnTo>
                  <a:pt x="63500" y="88900"/>
                </a:lnTo>
                <a:lnTo>
                  <a:pt x="50800" y="88900"/>
                </a:lnTo>
                <a:lnTo>
                  <a:pt x="12700" y="50800"/>
                </a:lnTo>
                <a:lnTo>
                  <a:pt x="50800" y="12700"/>
                </a:lnTo>
                <a:lnTo>
                  <a:pt x="63500" y="12700"/>
                </a:lnTo>
                <a:lnTo>
                  <a:pt x="50800" y="0"/>
                </a:lnTo>
                <a:close/>
              </a:path>
              <a:path w="101600" h="101600">
                <a:moveTo>
                  <a:pt x="63500" y="12700"/>
                </a:moveTo>
                <a:lnTo>
                  <a:pt x="50800" y="12700"/>
                </a:lnTo>
                <a:lnTo>
                  <a:pt x="88900" y="50800"/>
                </a:lnTo>
                <a:lnTo>
                  <a:pt x="50800" y="88900"/>
                </a:lnTo>
                <a:lnTo>
                  <a:pt x="63500" y="88900"/>
                </a:lnTo>
                <a:lnTo>
                  <a:pt x="101600" y="50800"/>
                </a:lnTo>
                <a:lnTo>
                  <a:pt x="635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44900" y="55118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38100" y="0"/>
                </a:moveTo>
                <a:lnTo>
                  <a:pt x="0" y="38100"/>
                </a:lnTo>
                <a:lnTo>
                  <a:pt x="38100" y="76200"/>
                </a:lnTo>
                <a:lnTo>
                  <a:pt x="88900" y="381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44900" y="54991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0" y="50800"/>
                </a:moveTo>
                <a:lnTo>
                  <a:pt x="38100" y="101600"/>
                </a:lnTo>
                <a:lnTo>
                  <a:pt x="50800" y="101600"/>
                </a:lnTo>
                <a:lnTo>
                  <a:pt x="60325" y="88900"/>
                </a:lnTo>
                <a:lnTo>
                  <a:pt x="38100" y="88900"/>
                </a:lnTo>
                <a:lnTo>
                  <a:pt x="43542" y="83457"/>
                </a:lnTo>
                <a:lnTo>
                  <a:pt x="0" y="50800"/>
                </a:lnTo>
                <a:close/>
              </a:path>
              <a:path w="88900" h="101600">
                <a:moveTo>
                  <a:pt x="43542" y="83457"/>
                </a:moveTo>
                <a:lnTo>
                  <a:pt x="38100" y="88900"/>
                </a:lnTo>
                <a:lnTo>
                  <a:pt x="50800" y="88900"/>
                </a:lnTo>
                <a:lnTo>
                  <a:pt x="43542" y="83457"/>
                </a:lnTo>
                <a:close/>
              </a:path>
              <a:path w="88900" h="101600">
                <a:moveTo>
                  <a:pt x="60325" y="12700"/>
                </a:moveTo>
                <a:lnTo>
                  <a:pt x="50800" y="12700"/>
                </a:lnTo>
                <a:lnTo>
                  <a:pt x="43542" y="18142"/>
                </a:lnTo>
                <a:lnTo>
                  <a:pt x="76200" y="50800"/>
                </a:lnTo>
                <a:lnTo>
                  <a:pt x="43542" y="83457"/>
                </a:lnTo>
                <a:lnTo>
                  <a:pt x="50800" y="88900"/>
                </a:lnTo>
                <a:lnTo>
                  <a:pt x="60325" y="88900"/>
                </a:lnTo>
                <a:lnTo>
                  <a:pt x="88900" y="50800"/>
                </a:lnTo>
                <a:lnTo>
                  <a:pt x="60325" y="1270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0"/>
                </a:lnTo>
                <a:lnTo>
                  <a:pt x="0" y="50800"/>
                </a:lnTo>
                <a:lnTo>
                  <a:pt x="43542" y="18142"/>
                </a:lnTo>
                <a:lnTo>
                  <a:pt x="38100" y="12700"/>
                </a:lnTo>
                <a:lnTo>
                  <a:pt x="60325" y="12700"/>
                </a:lnTo>
                <a:lnTo>
                  <a:pt x="50800" y="0"/>
                </a:lnTo>
                <a:close/>
              </a:path>
              <a:path w="88900" h="101600">
                <a:moveTo>
                  <a:pt x="50800" y="12700"/>
                </a:moveTo>
                <a:lnTo>
                  <a:pt x="38100" y="12700"/>
                </a:lnTo>
                <a:lnTo>
                  <a:pt x="43542" y="18142"/>
                </a:lnTo>
                <a:lnTo>
                  <a:pt x="508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30600" y="4953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30600" y="49530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88900" y="50800"/>
                </a:moveTo>
                <a:lnTo>
                  <a:pt x="44450" y="84137"/>
                </a:lnTo>
                <a:lnTo>
                  <a:pt x="50800" y="88900"/>
                </a:lnTo>
                <a:lnTo>
                  <a:pt x="38100" y="88900"/>
                </a:lnTo>
                <a:lnTo>
                  <a:pt x="50800" y="101600"/>
                </a:lnTo>
                <a:lnTo>
                  <a:pt x="60325" y="88900"/>
                </a:lnTo>
                <a:lnTo>
                  <a:pt x="50800" y="88900"/>
                </a:lnTo>
                <a:lnTo>
                  <a:pt x="44450" y="84137"/>
                </a:lnTo>
                <a:lnTo>
                  <a:pt x="63896" y="84137"/>
                </a:lnTo>
                <a:lnTo>
                  <a:pt x="88900" y="50800"/>
                </a:lnTo>
                <a:close/>
              </a:path>
              <a:path w="88900" h="101600">
                <a:moveTo>
                  <a:pt x="0" y="50800"/>
                </a:moveTo>
                <a:lnTo>
                  <a:pt x="38100" y="88900"/>
                </a:lnTo>
                <a:lnTo>
                  <a:pt x="44450" y="84137"/>
                </a:lnTo>
                <a:lnTo>
                  <a:pt x="0" y="5080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0"/>
                </a:lnTo>
                <a:lnTo>
                  <a:pt x="0" y="50800"/>
                </a:lnTo>
                <a:lnTo>
                  <a:pt x="12700" y="50800"/>
                </a:lnTo>
                <a:lnTo>
                  <a:pt x="45357" y="18142"/>
                </a:lnTo>
                <a:lnTo>
                  <a:pt x="38100" y="12700"/>
                </a:lnTo>
                <a:lnTo>
                  <a:pt x="60325" y="12700"/>
                </a:lnTo>
                <a:lnTo>
                  <a:pt x="50800" y="0"/>
                </a:lnTo>
                <a:close/>
              </a:path>
              <a:path w="88900" h="101600">
                <a:moveTo>
                  <a:pt x="60325" y="12700"/>
                </a:moveTo>
                <a:lnTo>
                  <a:pt x="50800" y="12700"/>
                </a:lnTo>
                <a:lnTo>
                  <a:pt x="45357" y="18142"/>
                </a:lnTo>
                <a:lnTo>
                  <a:pt x="88900" y="50800"/>
                </a:lnTo>
                <a:lnTo>
                  <a:pt x="60325" y="12700"/>
                </a:lnTo>
                <a:close/>
              </a:path>
              <a:path w="88900" h="101600">
                <a:moveTo>
                  <a:pt x="50800" y="12700"/>
                </a:moveTo>
                <a:lnTo>
                  <a:pt x="38100" y="12700"/>
                </a:lnTo>
                <a:lnTo>
                  <a:pt x="45357" y="18142"/>
                </a:lnTo>
                <a:lnTo>
                  <a:pt x="508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83000" y="4953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83000" y="4953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50800"/>
                </a:lnTo>
                <a:lnTo>
                  <a:pt x="50800" y="101600"/>
                </a:lnTo>
                <a:lnTo>
                  <a:pt x="63500" y="88900"/>
                </a:lnTo>
                <a:lnTo>
                  <a:pt x="50800" y="88900"/>
                </a:lnTo>
                <a:lnTo>
                  <a:pt x="12700" y="50800"/>
                </a:lnTo>
                <a:lnTo>
                  <a:pt x="50800" y="12700"/>
                </a:lnTo>
                <a:lnTo>
                  <a:pt x="63500" y="12700"/>
                </a:lnTo>
                <a:lnTo>
                  <a:pt x="50800" y="0"/>
                </a:lnTo>
                <a:close/>
              </a:path>
              <a:path w="101600" h="101600">
                <a:moveTo>
                  <a:pt x="63500" y="12700"/>
                </a:moveTo>
                <a:lnTo>
                  <a:pt x="50800" y="12700"/>
                </a:lnTo>
                <a:lnTo>
                  <a:pt x="88900" y="50800"/>
                </a:lnTo>
                <a:lnTo>
                  <a:pt x="50800" y="88900"/>
                </a:lnTo>
                <a:lnTo>
                  <a:pt x="63500" y="88900"/>
                </a:lnTo>
                <a:lnTo>
                  <a:pt x="101600" y="50800"/>
                </a:lnTo>
                <a:lnTo>
                  <a:pt x="635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51400" y="5283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51400" y="5283200"/>
            <a:ext cx="88900" cy="98425"/>
          </a:xfrm>
          <a:custGeom>
            <a:avLst/>
            <a:gdLst/>
            <a:ahLst/>
            <a:cxnLst/>
            <a:rect l="l" t="t" r="r" b="b"/>
            <a:pathLst>
              <a:path w="88900" h="98425">
                <a:moveTo>
                  <a:pt x="44450" y="84137"/>
                </a:moveTo>
                <a:lnTo>
                  <a:pt x="38107" y="88894"/>
                </a:lnTo>
                <a:lnTo>
                  <a:pt x="41712" y="92497"/>
                </a:lnTo>
                <a:lnTo>
                  <a:pt x="49664" y="98318"/>
                </a:lnTo>
                <a:lnTo>
                  <a:pt x="50792" y="88894"/>
                </a:lnTo>
                <a:lnTo>
                  <a:pt x="44450" y="84137"/>
                </a:lnTo>
                <a:close/>
              </a:path>
              <a:path w="88900" h="98425">
                <a:moveTo>
                  <a:pt x="38107" y="88894"/>
                </a:moveTo>
                <a:close/>
              </a:path>
              <a:path w="88900" h="98425">
                <a:moveTo>
                  <a:pt x="88900" y="50800"/>
                </a:moveTo>
                <a:lnTo>
                  <a:pt x="44450" y="84137"/>
                </a:lnTo>
                <a:lnTo>
                  <a:pt x="50805" y="88894"/>
                </a:lnTo>
                <a:lnTo>
                  <a:pt x="88900" y="50800"/>
                </a:lnTo>
                <a:close/>
              </a:path>
              <a:path w="88900" h="98425">
                <a:moveTo>
                  <a:pt x="0" y="50800"/>
                </a:moveTo>
                <a:lnTo>
                  <a:pt x="38107" y="88894"/>
                </a:lnTo>
                <a:lnTo>
                  <a:pt x="44450" y="84137"/>
                </a:lnTo>
                <a:lnTo>
                  <a:pt x="0" y="50800"/>
                </a:lnTo>
                <a:close/>
              </a:path>
              <a:path w="88900" h="98425">
                <a:moveTo>
                  <a:pt x="50800" y="0"/>
                </a:moveTo>
                <a:lnTo>
                  <a:pt x="38100" y="0"/>
                </a:lnTo>
                <a:lnTo>
                  <a:pt x="0" y="50800"/>
                </a:lnTo>
                <a:lnTo>
                  <a:pt x="44450" y="17462"/>
                </a:lnTo>
                <a:lnTo>
                  <a:pt x="38100" y="12700"/>
                </a:lnTo>
                <a:lnTo>
                  <a:pt x="60325" y="12700"/>
                </a:lnTo>
                <a:lnTo>
                  <a:pt x="50800" y="0"/>
                </a:lnTo>
                <a:close/>
              </a:path>
              <a:path w="88900" h="98425">
                <a:moveTo>
                  <a:pt x="60325" y="12700"/>
                </a:moveTo>
                <a:lnTo>
                  <a:pt x="50800" y="12700"/>
                </a:lnTo>
                <a:lnTo>
                  <a:pt x="44450" y="17462"/>
                </a:lnTo>
                <a:lnTo>
                  <a:pt x="88900" y="50800"/>
                </a:lnTo>
                <a:lnTo>
                  <a:pt x="60325" y="12700"/>
                </a:lnTo>
                <a:close/>
              </a:path>
              <a:path w="88900" h="98425">
                <a:moveTo>
                  <a:pt x="50800" y="12700"/>
                </a:moveTo>
                <a:lnTo>
                  <a:pt x="38100" y="12700"/>
                </a:lnTo>
                <a:lnTo>
                  <a:pt x="44450" y="17462"/>
                </a:lnTo>
                <a:lnTo>
                  <a:pt x="508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29300" y="60325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829300" y="6032500"/>
            <a:ext cx="98425" cy="88900"/>
          </a:xfrm>
          <a:custGeom>
            <a:avLst/>
            <a:gdLst/>
            <a:ahLst/>
            <a:cxnLst/>
            <a:rect l="l" t="t" r="r" b="b"/>
            <a:pathLst>
              <a:path w="98425" h="88900">
                <a:moveTo>
                  <a:pt x="6350" y="44450"/>
                </a:moveTo>
                <a:lnTo>
                  <a:pt x="0" y="50800"/>
                </a:lnTo>
                <a:lnTo>
                  <a:pt x="38100" y="88900"/>
                </a:lnTo>
                <a:lnTo>
                  <a:pt x="44450" y="82550"/>
                </a:lnTo>
                <a:lnTo>
                  <a:pt x="6350" y="44450"/>
                </a:lnTo>
                <a:close/>
              </a:path>
              <a:path w="98425" h="88900">
                <a:moveTo>
                  <a:pt x="44450" y="82550"/>
                </a:moveTo>
                <a:lnTo>
                  <a:pt x="38100" y="88900"/>
                </a:lnTo>
                <a:lnTo>
                  <a:pt x="50800" y="88900"/>
                </a:lnTo>
                <a:lnTo>
                  <a:pt x="44450" y="82550"/>
                </a:lnTo>
                <a:close/>
              </a:path>
              <a:path w="98425" h="88900">
                <a:moveTo>
                  <a:pt x="82550" y="44450"/>
                </a:moveTo>
                <a:lnTo>
                  <a:pt x="44450" y="82550"/>
                </a:lnTo>
                <a:lnTo>
                  <a:pt x="50800" y="88900"/>
                </a:lnTo>
                <a:lnTo>
                  <a:pt x="92481" y="50800"/>
                </a:lnTo>
                <a:lnTo>
                  <a:pt x="88900" y="50800"/>
                </a:lnTo>
                <a:lnTo>
                  <a:pt x="82550" y="44450"/>
                </a:lnTo>
                <a:close/>
              </a:path>
              <a:path w="98425" h="88900">
                <a:moveTo>
                  <a:pt x="0" y="38100"/>
                </a:moveTo>
                <a:lnTo>
                  <a:pt x="0" y="50800"/>
                </a:lnTo>
                <a:lnTo>
                  <a:pt x="6350" y="44450"/>
                </a:lnTo>
                <a:lnTo>
                  <a:pt x="0" y="38100"/>
                </a:lnTo>
                <a:close/>
              </a:path>
              <a:path w="98425" h="88900">
                <a:moveTo>
                  <a:pt x="88900" y="38100"/>
                </a:moveTo>
                <a:lnTo>
                  <a:pt x="82550" y="44450"/>
                </a:lnTo>
                <a:lnTo>
                  <a:pt x="88900" y="50800"/>
                </a:lnTo>
                <a:lnTo>
                  <a:pt x="88900" y="38100"/>
                </a:lnTo>
                <a:close/>
              </a:path>
              <a:path w="98425" h="88900">
                <a:moveTo>
                  <a:pt x="88900" y="38100"/>
                </a:moveTo>
                <a:lnTo>
                  <a:pt x="88900" y="50800"/>
                </a:lnTo>
                <a:lnTo>
                  <a:pt x="92481" y="50800"/>
                </a:lnTo>
                <a:lnTo>
                  <a:pt x="98318" y="48654"/>
                </a:lnTo>
                <a:lnTo>
                  <a:pt x="88900" y="38100"/>
                </a:lnTo>
                <a:close/>
              </a:path>
              <a:path w="98425" h="88900">
                <a:moveTo>
                  <a:pt x="38100" y="0"/>
                </a:moveTo>
                <a:lnTo>
                  <a:pt x="0" y="38100"/>
                </a:lnTo>
                <a:lnTo>
                  <a:pt x="6350" y="44450"/>
                </a:lnTo>
                <a:lnTo>
                  <a:pt x="44450" y="6350"/>
                </a:lnTo>
                <a:lnTo>
                  <a:pt x="38100" y="0"/>
                </a:lnTo>
                <a:close/>
              </a:path>
              <a:path w="98425" h="88900">
                <a:moveTo>
                  <a:pt x="50800" y="0"/>
                </a:moveTo>
                <a:lnTo>
                  <a:pt x="44450" y="6350"/>
                </a:lnTo>
                <a:lnTo>
                  <a:pt x="82550" y="44450"/>
                </a:lnTo>
                <a:lnTo>
                  <a:pt x="88900" y="38100"/>
                </a:lnTo>
                <a:lnTo>
                  <a:pt x="50800" y="0"/>
                </a:lnTo>
                <a:close/>
              </a:path>
              <a:path w="98425" h="88900">
                <a:moveTo>
                  <a:pt x="50800" y="0"/>
                </a:moveTo>
                <a:lnTo>
                  <a:pt x="38100" y="0"/>
                </a:lnTo>
                <a:lnTo>
                  <a:pt x="44450" y="635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94100" y="599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94100" y="599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50800"/>
                </a:lnTo>
                <a:lnTo>
                  <a:pt x="50800" y="101600"/>
                </a:lnTo>
                <a:lnTo>
                  <a:pt x="63500" y="88900"/>
                </a:lnTo>
                <a:lnTo>
                  <a:pt x="50800" y="88900"/>
                </a:lnTo>
                <a:lnTo>
                  <a:pt x="12700" y="50800"/>
                </a:lnTo>
                <a:lnTo>
                  <a:pt x="50800" y="12700"/>
                </a:lnTo>
                <a:lnTo>
                  <a:pt x="63500" y="12700"/>
                </a:lnTo>
                <a:lnTo>
                  <a:pt x="50800" y="0"/>
                </a:lnTo>
                <a:close/>
              </a:path>
              <a:path w="101600" h="101600">
                <a:moveTo>
                  <a:pt x="63500" y="12700"/>
                </a:moveTo>
                <a:lnTo>
                  <a:pt x="50800" y="12700"/>
                </a:lnTo>
                <a:lnTo>
                  <a:pt x="88900" y="50800"/>
                </a:lnTo>
                <a:lnTo>
                  <a:pt x="50800" y="88900"/>
                </a:lnTo>
                <a:lnTo>
                  <a:pt x="63500" y="88900"/>
                </a:lnTo>
                <a:lnTo>
                  <a:pt x="101600" y="50800"/>
                </a:lnTo>
                <a:lnTo>
                  <a:pt x="635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81400" y="599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38100" y="0"/>
                </a:moveTo>
                <a:lnTo>
                  <a:pt x="0" y="38100"/>
                </a:lnTo>
                <a:lnTo>
                  <a:pt x="38100" y="88900"/>
                </a:lnTo>
                <a:lnTo>
                  <a:pt x="88900" y="381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68700" y="5981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635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63500"/>
                </a:lnTo>
                <a:lnTo>
                  <a:pt x="50800" y="101600"/>
                </a:lnTo>
                <a:lnTo>
                  <a:pt x="63500" y="101600"/>
                </a:lnTo>
                <a:lnTo>
                  <a:pt x="76200" y="88900"/>
                </a:lnTo>
                <a:lnTo>
                  <a:pt x="50800" y="88900"/>
                </a:lnTo>
                <a:lnTo>
                  <a:pt x="56242" y="83457"/>
                </a:lnTo>
                <a:lnTo>
                  <a:pt x="29633" y="63500"/>
                </a:lnTo>
                <a:lnTo>
                  <a:pt x="12700" y="63500"/>
                </a:lnTo>
                <a:lnTo>
                  <a:pt x="12700" y="50800"/>
                </a:lnTo>
                <a:lnTo>
                  <a:pt x="25400" y="50800"/>
                </a:lnTo>
                <a:lnTo>
                  <a:pt x="56242" y="19957"/>
                </a:lnTo>
                <a:lnTo>
                  <a:pt x="50800" y="12700"/>
                </a:lnTo>
                <a:lnTo>
                  <a:pt x="73025" y="12700"/>
                </a:lnTo>
                <a:lnTo>
                  <a:pt x="63500" y="0"/>
                </a:lnTo>
                <a:close/>
              </a:path>
              <a:path w="101600" h="101600">
                <a:moveTo>
                  <a:pt x="56242" y="83457"/>
                </a:moveTo>
                <a:lnTo>
                  <a:pt x="50800" y="88900"/>
                </a:lnTo>
                <a:lnTo>
                  <a:pt x="63500" y="88900"/>
                </a:lnTo>
                <a:lnTo>
                  <a:pt x="56242" y="83457"/>
                </a:lnTo>
                <a:close/>
              </a:path>
              <a:path w="101600" h="101600">
                <a:moveTo>
                  <a:pt x="83457" y="56242"/>
                </a:moveTo>
                <a:lnTo>
                  <a:pt x="56242" y="83457"/>
                </a:lnTo>
                <a:lnTo>
                  <a:pt x="63500" y="88900"/>
                </a:lnTo>
                <a:lnTo>
                  <a:pt x="76200" y="88900"/>
                </a:lnTo>
                <a:lnTo>
                  <a:pt x="101600" y="63500"/>
                </a:lnTo>
                <a:lnTo>
                  <a:pt x="88900" y="63500"/>
                </a:lnTo>
                <a:lnTo>
                  <a:pt x="83457" y="56242"/>
                </a:lnTo>
                <a:close/>
              </a:path>
              <a:path w="101600" h="101600">
                <a:moveTo>
                  <a:pt x="12700" y="50800"/>
                </a:moveTo>
                <a:lnTo>
                  <a:pt x="12700" y="63500"/>
                </a:lnTo>
                <a:lnTo>
                  <a:pt x="19957" y="56242"/>
                </a:lnTo>
                <a:lnTo>
                  <a:pt x="12700" y="50800"/>
                </a:lnTo>
                <a:close/>
              </a:path>
              <a:path w="101600" h="101600">
                <a:moveTo>
                  <a:pt x="19957" y="56242"/>
                </a:moveTo>
                <a:lnTo>
                  <a:pt x="12700" y="63500"/>
                </a:lnTo>
                <a:lnTo>
                  <a:pt x="29633" y="63500"/>
                </a:lnTo>
                <a:lnTo>
                  <a:pt x="19957" y="56242"/>
                </a:lnTo>
                <a:close/>
              </a:path>
              <a:path w="101600" h="101600">
                <a:moveTo>
                  <a:pt x="88900" y="50800"/>
                </a:moveTo>
                <a:lnTo>
                  <a:pt x="83457" y="56242"/>
                </a:lnTo>
                <a:lnTo>
                  <a:pt x="88900" y="63500"/>
                </a:lnTo>
                <a:lnTo>
                  <a:pt x="88900" y="50800"/>
                </a:lnTo>
                <a:close/>
              </a:path>
              <a:path w="101600" h="101600">
                <a:moveTo>
                  <a:pt x="101600" y="50800"/>
                </a:moveTo>
                <a:lnTo>
                  <a:pt x="88900" y="50800"/>
                </a:lnTo>
                <a:lnTo>
                  <a:pt x="88900" y="63500"/>
                </a:lnTo>
                <a:lnTo>
                  <a:pt x="101600" y="63500"/>
                </a:lnTo>
                <a:lnTo>
                  <a:pt x="101600" y="50800"/>
                </a:lnTo>
                <a:close/>
              </a:path>
              <a:path w="101600" h="101600">
                <a:moveTo>
                  <a:pt x="25400" y="50800"/>
                </a:moveTo>
                <a:lnTo>
                  <a:pt x="12700" y="50800"/>
                </a:lnTo>
                <a:lnTo>
                  <a:pt x="19957" y="56242"/>
                </a:lnTo>
                <a:lnTo>
                  <a:pt x="25400" y="50800"/>
                </a:lnTo>
                <a:close/>
              </a:path>
              <a:path w="101600" h="101600">
                <a:moveTo>
                  <a:pt x="73025" y="12700"/>
                </a:moveTo>
                <a:lnTo>
                  <a:pt x="63500" y="12700"/>
                </a:lnTo>
                <a:lnTo>
                  <a:pt x="56242" y="19957"/>
                </a:lnTo>
                <a:lnTo>
                  <a:pt x="83457" y="56242"/>
                </a:lnTo>
                <a:lnTo>
                  <a:pt x="88900" y="50800"/>
                </a:lnTo>
                <a:lnTo>
                  <a:pt x="101600" y="50800"/>
                </a:lnTo>
                <a:lnTo>
                  <a:pt x="73025" y="12700"/>
                </a:lnTo>
                <a:close/>
              </a:path>
              <a:path w="101600" h="101600">
                <a:moveTo>
                  <a:pt x="63500" y="12700"/>
                </a:moveTo>
                <a:lnTo>
                  <a:pt x="50800" y="12700"/>
                </a:lnTo>
                <a:lnTo>
                  <a:pt x="56242" y="19957"/>
                </a:lnTo>
                <a:lnTo>
                  <a:pt x="635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68900" y="4711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68900" y="47117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0" y="50800"/>
                </a:moveTo>
                <a:lnTo>
                  <a:pt x="50800" y="101600"/>
                </a:lnTo>
                <a:lnTo>
                  <a:pt x="60325" y="88900"/>
                </a:lnTo>
                <a:lnTo>
                  <a:pt x="50800" y="88900"/>
                </a:lnTo>
                <a:lnTo>
                  <a:pt x="0" y="50800"/>
                </a:lnTo>
                <a:close/>
              </a:path>
              <a:path w="88900" h="101600">
                <a:moveTo>
                  <a:pt x="88900" y="50800"/>
                </a:moveTo>
                <a:lnTo>
                  <a:pt x="50800" y="88900"/>
                </a:lnTo>
                <a:lnTo>
                  <a:pt x="60325" y="88900"/>
                </a:lnTo>
                <a:lnTo>
                  <a:pt x="88900" y="50800"/>
                </a:lnTo>
                <a:close/>
              </a:path>
              <a:path w="88900" h="101600">
                <a:moveTo>
                  <a:pt x="38100" y="12700"/>
                </a:moveTo>
                <a:lnTo>
                  <a:pt x="0" y="50800"/>
                </a:lnTo>
                <a:lnTo>
                  <a:pt x="12700" y="50800"/>
                </a:lnTo>
                <a:lnTo>
                  <a:pt x="45357" y="18142"/>
                </a:lnTo>
                <a:lnTo>
                  <a:pt x="38100" y="12700"/>
                </a:lnTo>
                <a:close/>
              </a:path>
              <a:path w="88900" h="101600">
                <a:moveTo>
                  <a:pt x="60325" y="12700"/>
                </a:moveTo>
                <a:lnTo>
                  <a:pt x="50800" y="12700"/>
                </a:lnTo>
                <a:lnTo>
                  <a:pt x="45357" y="18142"/>
                </a:lnTo>
                <a:lnTo>
                  <a:pt x="88900" y="50800"/>
                </a:lnTo>
                <a:lnTo>
                  <a:pt x="60325" y="1270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12700"/>
                </a:lnTo>
                <a:lnTo>
                  <a:pt x="45357" y="18142"/>
                </a:lnTo>
                <a:lnTo>
                  <a:pt x="50800" y="12700"/>
                </a:lnTo>
                <a:lnTo>
                  <a:pt x="60325" y="127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191000" y="4711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91000" y="47117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0" y="50800"/>
                </a:moveTo>
                <a:lnTo>
                  <a:pt x="38100" y="101600"/>
                </a:lnTo>
                <a:lnTo>
                  <a:pt x="50800" y="101600"/>
                </a:lnTo>
                <a:lnTo>
                  <a:pt x="60325" y="88900"/>
                </a:lnTo>
                <a:lnTo>
                  <a:pt x="38100" y="88900"/>
                </a:lnTo>
                <a:lnTo>
                  <a:pt x="44450" y="84137"/>
                </a:lnTo>
                <a:lnTo>
                  <a:pt x="0" y="50800"/>
                </a:lnTo>
                <a:close/>
              </a:path>
              <a:path w="88900" h="101600">
                <a:moveTo>
                  <a:pt x="44450" y="84137"/>
                </a:moveTo>
                <a:lnTo>
                  <a:pt x="38100" y="88900"/>
                </a:lnTo>
                <a:lnTo>
                  <a:pt x="50800" y="88900"/>
                </a:lnTo>
                <a:lnTo>
                  <a:pt x="44450" y="84137"/>
                </a:lnTo>
                <a:close/>
              </a:path>
              <a:path w="88900" h="101600">
                <a:moveTo>
                  <a:pt x="88900" y="50800"/>
                </a:moveTo>
                <a:lnTo>
                  <a:pt x="44450" y="84137"/>
                </a:lnTo>
                <a:lnTo>
                  <a:pt x="50800" y="88900"/>
                </a:lnTo>
                <a:lnTo>
                  <a:pt x="60325" y="88900"/>
                </a:lnTo>
                <a:lnTo>
                  <a:pt x="88900" y="5080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0"/>
                </a:lnTo>
                <a:lnTo>
                  <a:pt x="0" y="50800"/>
                </a:lnTo>
                <a:lnTo>
                  <a:pt x="44450" y="17462"/>
                </a:lnTo>
                <a:lnTo>
                  <a:pt x="38100" y="12700"/>
                </a:lnTo>
                <a:lnTo>
                  <a:pt x="60325" y="12700"/>
                </a:lnTo>
                <a:lnTo>
                  <a:pt x="50800" y="0"/>
                </a:lnTo>
                <a:close/>
              </a:path>
              <a:path w="88900" h="101600">
                <a:moveTo>
                  <a:pt x="60325" y="12700"/>
                </a:moveTo>
                <a:lnTo>
                  <a:pt x="50800" y="12700"/>
                </a:lnTo>
                <a:lnTo>
                  <a:pt x="44450" y="17462"/>
                </a:lnTo>
                <a:lnTo>
                  <a:pt x="88900" y="50800"/>
                </a:lnTo>
                <a:lnTo>
                  <a:pt x="60325" y="12700"/>
                </a:lnTo>
                <a:close/>
              </a:path>
              <a:path w="88900" h="101600">
                <a:moveTo>
                  <a:pt x="50800" y="12700"/>
                </a:moveTo>
                <a:lnTo>
                  <a:pt x="38100" y="12700"/>
                </a:lnTo>
                <a:lnTo>
                  <a:pt x="44450" y="17462"/>
                </a:lnTo>
                <a:lnTo>
                  <a:pt x="508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30600" y="60198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50800"/>
                </a:lnTo>
                <a:lnTo>
                  <a:pt x="50800" y="88900"/>
                </a:lnTo>
                <a:lnTo>
                  <a:pt x="889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30600" y="60198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44450" y="84137"/>
                </a:moveTo>
                <a:lnTo>
                  <a:pt x="38100" y="88900"/>
                </a:lnTo>
                <a:lnTo>
                  <a:pt x="50800" y="88900"/>
                </a:lnTo>
                <a:lnTo>
                  <a:pt x="44450" y="84137"/>
                </a:lnTo>
                <a:close/>
              </a:path>
              <a:path w="88900" h="88900">
                <a:moveTo>
                  <a:pt x="45357" y="83457"/>
                </a:moveTo>
                <a:lnTo>
                  <a:pt x="44450" y="84137"/>
                </a:lnTo>
                <a:lnTo>
                  <a:pt x="50800" y="88900"/>
                </a:lnTo>
                <a:lnTo>
                  <a:pt x="45357" y="83457"/>
                </a:lnTo>
                <a:close/>
              </a:path>
              <a:path w="88900" h="88900">
                <a:moveTo>
                  <a:pt x="88900" y="50800"/>
                </a:moveTo>
                <a:lnTo>
                  <a:pt x="45357" y="83457"/>
                </a:lnTo>
                <a:lnTo>
                  <a:pt x="50800" y="88900"/>
                </a:lnTo>
                <a:lnTo>
                  <a:pt x="88900" y="50800"/>
                </a:lnTo>
                <a:close/>
              </a:path>
              <a:path w="88900" h="88900">
                <a:moveTo>
                  <a:pt x="5442" y="43542"/>
                </a:moveTo>
                <a:lnTo>
                  <a:pt x="0" y="50800"/>
                </a:lnTo>
                <a:lnTo>
                  <a:pt x="44450" y="84137"/>
                </a:lnTo>
                <a:lnTo>
                  <a:pt x="45357" y="83457"/>
                </a:lnTo>
                <a:lnTo>
                  <a:pt x="5442" y="43542"/>
                </a:lnTo>
                <a:close/>
              </a:path>
              <a:path w="88900" h="88900">
                <a:moveTo>
                  <a:pt x="50800" y="0"/>
                </a:moveTo>
                <a:lnTo>
                  <a:pt x="38100" y="0"/>
                </a:lnTo>
                <a:lnTo>
                  <a:pt x="5442" y="43542"/>
                </a:lnTo>
                <a:lnTo>
                  <a:pt x="12700" y="50800"/>
                </a:lnTo>
                <a:lnTo>
                  <a:pt x="45357" y="18142"/>
                </a:lnTo>
                <a:lnTo>
                  <a:pt x="38100" y="12700"/>
                </a:lnTo>
                <a:lnTo>
                  <a:pt x="60325" y="12700"/>
                </a:lnTo>
                <a:lnTo>
                  <a:pt x="50800" y="0"/>
                </a:lnTo>
                <a:close/>
              </a:path>
              <a:path w="88900" h="88900">
                <a:moveTo>
                  <a:pt x="60325" y="12700"/>
                </a:moveTo>
                <a:lnTo>
                  <a:pt x="50800" y="12700"/>
                </a:lnTo>
                <a:lnTo>
                  <a:pt x="45357" y="18142"/>
                </a:lnTo>
                <a:lnTo>
                  <a:pt x="88900" y="50800"/>
                </a:lnTo>
                <a:lnTo>
                  <a:pt x="60325" y="12700"/>
                </a:lnTo>
                <a:close/>
              </a:path>
              <a:path w="88900" h="88900">
                <a:moveTo>
                  <a:pt x="50800" y="12700"/>
                </a:moveTo>
                <a:lnTo>
                  <a:pt x="38100" y="12700"/>
                </a:lnTo>
                <a:lnTo>
                  <a:pt x="45357" y="18142"/>
                </a:lnTo>
                <a:lnTo>
                  <a:pt x="508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70300" y="5880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38100" y="0"/>
                </a:moveTo>
                <a:lnTo>
                  <a:pt x="0" y="50800"/>
                </a:lnTo>
                <a:lnTo>
                  <a:pt x="38100" y="88900"/>
                </a:lnTo>
                <a:lnTo>
                  <a:pt x="88900" y="508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657600" y="58801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101600" h="88900">
                <a:moveTo>
                  <a:pt x="50800" y="0"/>
                </a:moveTo>
                <a:lnTo>
                  <a:pt x="0" y="38100"/>
                </a:lnTo>
                <a:lnTo>
                  <a:pt x="0" y="50800"/>
                </a:lnTo>
                <a:lnTo>
                  <a:pt x="50800" y="88900"/>
                </a:lnTo>
                <a:lnTo>
                  <a:pt x="22225" y="50800"/>
                </a:lnTo>
                <a:lnTo>
                  <a:pt x="12700" y="50800"/>
                </a:lnTo>
                <a:lnTo>
                  <a:pt x="12700" y="38100"/>
                </a:lnTo>
                <a:lnTo>
                  <a:pt x="25400" y="38100"/>
                </a:lnTo>
                <a:lnTo>
                  <a:pt x="56242" y="7257"/>
                </a:lnTo>
                <a:lnTo>
                  <a:pt x="50800" y="0"/>
                </a:lnTo>
                <a:close/>
              </a:path>
              <a:path w="101600" h="88900">
                <a:moveTo>
                  <a:pt x="84137" y="44450"/>
                </a:moveTo>
                <a:lnTo>
                  <a:pt x="50800" y="88900"/>
                </a:lnTo>
                <a:lnTo>
                  <a:pt x="63500" y="88900"/>
                </a:lnTo>
                <a:lnTo>
                  <a:pt x="101600" y="50800"/>
                </a:lnTo>
                <a:lnTo>
                  <a:pt x="88900" y="50800"/>
                </a:lnTo>
                <a:lnTo>
                  <a:pt x="84137" y="44450"/>
                </a:lnTo>
                <a:close/>
              </a:path>
              <a:path w="101600" h="88900">
                <a:moveTo>
                  <a:pt x="12700" y="38100"/>
                </a:moveTo>
                <a:lnTo>
                  <a:pt x="12700" y="50800"/>
                </a:lnTo>
                <a:lnTo>
                  <a:pt x="18142" y="45357"/>
                </a:lnTo>
                <a:lnTo>
                  <a:pt x="12700" y="38100"/>
                </a:lnTo>
                <a:close/>
              </a:path>
              <a:path w="101600" h="88900">
                <a:moveTo>
                  <a:pt x="18142" y="45357"/>
                </a:moveTo>
                <a:lnTo>
                  <a:pt x="12700" y="50800"/>
                </a:lnTo>
                <a:lnTo>
                  <a:pt x="22225" y="50800"/>
                </a:lnTo>
                <a:lnTo>
                  <a:pt x="18142" y="45357"/>
                </a:lnTo>
                <a:close/>
              </a:path>
              <a:path w="101600" h="88900">
                <a:moveTo>
                  <a:pt x="88900" y="38100"/>
                </a:moveTo>
                <a:lnTo>
                  <a:pt x="84137" y="44450"/>
                </a:lnTo>
                <a:lnTo>
                  <a:pt x="88900" y="50800"/>
                </a:lnTo>
                <a:lnTo>
                  <a:pt x="88900" y="38100"/>
                </a:lnTo>
                <a:close/>
              </a:path>
              <a:path w="101600" h="88900">
                <a:moveTo>
                  <a:pt x="101600" y="38100"/>
                </a:moveTo>
                <a:lnTo>
                  <a:pt x="88900" y="38100"/>
                </a:lnTo>
                <a:lnTo>
                  <a:pt x="88900" y="50800"/>
                </a:lnTo>
                <a:lnTo>
                  <a:pt x="101600" y="50800"/>
                </a:lnTo>
                <a:lnTo>
                  <a:pt x="101600" y="38100"/>
                </a:lnTo>
                <a:close/>
              </a:path>
              <a:path w="101600" h="88900">
                <a:moveTo>
                  <a:pt x="25400" y="38100"/>
                </a:moveTo>
                <a:lnTo>
                  <a:pt x="12700" y="38100"/>
                </a:lnTo>
                <a:lnTo>
                  <a:pt x="18142" y="45357"/>
                </a:lnTo>
                <a:lnTo>
                  <a:pt x="25400" y="38100"/>
                </a:lnTo>
                <a:close/>
              </a:path>
              <a:path w="101600" h="88900">
                <a:moveTo>
                  <a:pt x="63500" y="0"/>
                </a:moveTo>
                <a:lnTo>
                  <a:pt x="56242" y="7257"/>
                </a:lnTo>
                <a:lnTo>
                  <a:pt x="84137" y="44450"/>
                </a:lnTo>
                <a:lnTo>
                  <a:pt x="88900" y="38100"/>
                </a:lnTo>
                <a:lnTo>
                  <a:pt x="101600" y="38100"/>
                </a:lnTo>
                <a:lnTo>
                  <a:pt x="63500" y="0"/>
                </a:lnTo>
                <a:close/>
              </a:path>
              <a:path w="101600" h="88900">
                <a:moveTo>
                  <a:pt x="63500" y="0"/>
                </a:moveTo>
                <a:lnTo>
                  <a:pt x="50800" y="0"/>
                </a:lnTo>
                <a:lnTo>
                  <a:pt x="56242" y="7257"/>
                </a:lnTo>
                <a:lnTo>
                  <a:pt x="635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041900" y="5969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600" y="0"/>
                </a:moveTo>
                <a:lnTo>
                  <a:pt x="0" y="0"/>
                </a:lnTo>
                <a:lnTo>
                  <a:pt x="0" y="1016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101600" h="101600">
                <a:moveTo>
                  <a:pt x="8890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101600" h="101600">
                <a:moveTo>
                  <a:pt x="101600" y="12700"/>
                </a:moveTo>
                <a:lnTo>
                  <a:pt x="88900" y="12700"/>
                </a:lnTo>
                <a:lnTo>
                  <a:pt x="88900" y="101600"/>
                </a:lnTo>
                <a:lnTo>
                  <a:pt x="101600" y="88900"/>
                </a:lnTo>
                <a:lnTo>
                  <a:pt x="101600" y="12700"/>
                </a:lnTo>
                <a:close/>
              </a:path>
              <a:path w="101600" h="101600">
                <a:moveTo>
                  <a:pt x="101600" y="88900"/>
                </a:moveTo>
                <a:lnTo>
                  <a:pt x="88900" y="101600"/>
                </a:lnTo>
                <a:lnTo>
                  <a:pt x="101600" y="101600"/>
                </a:lnTo>
                <a:lnTo>
                  <a:pt x="10160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27600" y="599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900"/>
                </a:moveTo>
                <a:lnTo>
                  <a:pt x="88900" y="88900"/>
                </a:lnTo>
                <a:lnTo>
                  <a:pt x="889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927600" y="5981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88900"/>
                </a:moveTo>
                <a:lnTo>
                  <a:pt x="0" y="101600"/>
                </a:lnTo>
                <a:lnTo>
                  <a:pt x="12700" y="101600"/>
                </a:lnTo>
                <a:lnTo>
                  <a:pt x="0" y="88900"/>
                </a:lnTo>
                <a:close/>
              </a:path>
              <a:path w="101600" h="101600">
                <a:moveTo>
                  <a:pt x="101600" y="0"/>
                </a:moveTo>
                <a:lnTo>
                  <a:pt x="0" y="0"/>
                </a:lnTo>
                <a:lnTo>
                  <a:pt x="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101600" h="101600">
                <a:moveTo>
                  <a:pt x="8890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101600" h="101600">
                <a:moveTo>
                  <a:pt x="101600" y="12700"/>
                </a:moveTo>
                <a:lnTo>
                  <a:pt x="88900" y="12700"/>
                </a:lnTo>
                <a:lnTo>
                  <a:pt x="88900" y="101600"/>
                </a:lnTo>
                <a:lnTo>
                  <a:pt x="101600" y="1016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003800" y="5969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88900"/>
                </a:moveTo>
                <a:lnTo>
                  <a:pt x="0" y="101600"/>
                </a:lnTo>
                <a:lnTo>
                  <a:pt x="12700" y="101600"/>
                </a:lnTo>
                <a:lnTo>
                  <a:pt x="0" y="88900"/>
                </a:lnTo>
                <a:close/>
              </a:path>
              <a:path w="101600" h="101600">
                <a:moveTo>
                  <a:pt x="88900" y="0"/>
                </a:moveTo>
                <a:lnTo>
                  <a:pt x="0" y="0"/>
                </a:lnTo>
                <a:lnTo>
                  <a:pt x="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01600" y="12700"/>
                </a:lnTo>
                <a:lnTo>
                  <a:pt x="88900" y="0"/>
                </a:lnTo>
                <a:close/>
              </a:path>
              <a:path w="101600" h="101600">
                <a:moveTo>
                  <a:pt x="8890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101600" h="101600">
                <a:moveTo>
                  <a:pt x="101600" y="12700"/>
                </a:moveTo>
                <a:lnTo>
                  <a:pt x="88900" y="12700"/>
                </a:lnTo>
                <a:lnTo>
                  <a:pt x="88900" y="101600"/>
                </a:lnTo>
                <a:lnTo>
                  <a:pt x="101600" y="1016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92700" y="600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2700" y="0"/>
                </a:moveTo>
                <a:lnTo>
                  <a:pt x="0" y="12700"/>
                </a:lnTo>
                <a:lnTo>
                  <a:pt x="0" y="101600"/>
                </a:lnTo>
                <a:lnTo>
                  <a:pt x="101600" y="101600"/>
                </a:lnTo>
                <a:lnTo>
                  <a:pt x="101600" y="88900"/>
                </a:lnTo>
                <a:lnTo>
                  <a:pt x="12700" y="88900"/>
                </a:lnTo>
                <a:lnTo>
                  <a:pt x="12700" y="0"/>
                </a:lnTo>
                <a:close/>
              </a:path>
              <a:path w="101600" h="101600">
                <a:moveTo>
                  <a:pt x="101600" y="0"/>
                </a:moveTo>
                <a:lnTo>
                  <a:pt x="88900" y="0"/>
                </a:lnTo>
                <a:lnTo>
                  <a:pt x="88900" y="88900"/>
                </a:lnTo>
                <a:lnTo>
                  <a:pt x="101600" y="88900"/>
                </a:lnTo>
                <a:lnTo>
                  <a:pt x="101600" y="0"/>
                </a:lnTo>
                <a:close/>
              </a:path>
              <a:path w="101600" h="1016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01600" h="101600">
                <a:moveTo>
                  <a:pt x="889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88900" y="12700"/>
                </a:lnTo>
                <a:lnTo>
                  <a:pt x="8890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003800" y="59817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50800" h="88900">
                <a:moveTo>
                  <a:pt x="0" y="88900"/>
                </a:moveTo>
                <a:lnTo>
                  <a:pt x="50800" y="88900"/>
                </a:lnTo>
                <a:lnTo>
                  <a:pt x="508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003800" y="5969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88900"/>
                </a:moveTo>
                <a:lnTo>
                  <a:pt x="0" y="101600"/>
                </a:lnTo>
                <a:lnTo>
                  <a:pt x="12700" y="101600"/>
                </a:lnTo>
                <a:lnTo>
                  <a:pt x="0" y="88900"/>
                </a:lnTo>
                <a:close/>
              </a:path>
              <a:path w="101600" h="101600">
                <a:moveTo>
                  <a:pt x="88900" y="0"/>
                </a:moveTo>
                <a:lnTo>
                  <a:pt x="0" y="0"/>
                </a:lnTo>
                <a:lnTo>
                  <a:pt x="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01600" y="12700"/>
                </a:lnTo>
                <a:lnTo>
                  <a:pt x="88900" y="0"/>
                </a:lnTo>
                <a:close/>
              </a:path>
              <a:path w="101600" h="101600">
                <a:moveTo>
                  <a:pt x="8890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101600" h="101600">
                <a:moveTo>
                  <a:pt x="101600" y="12700"/>
                </a:moveTo>
                <a:lnTo>
                  <a:pt x="88900" y="12700"/>
                </a:lnTo>
                <a:lnTo>
                  <a:pt x="88900" y="101600"/>
                </a:lnTo>
                <a:lnTo>
                  <a:pt x="101600" y="1016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016500" y="59944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8100" h="88900">
                <a:moveTo>
                  <a:pt x="0" y="88900"/>
                </a:moveTo>
                <a:lnTo>
                  <a:pt x="38100" y="88900"/>
                </a:lnTo>
                <a:lnTo>
                  <a:pt x="381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016500" y="59944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12700" y="0"/>
                </a:moveTo>
                <a:lnTo>
                  <a:pt x="0" y="12700"/>
                </a:lnTo>
                <a:lnTo>
                  <a:pt x="0" y="101600"/>
                </a:lnTo>
                <a:lnTo>
                  <a:pt x="88900" y="101600"/>
                </a:lnTo>
                <a:lnTo>
                  <a:pt x="88900" y="88900"/>
                </a:lnTo>
                <a:lnTo>
                  <a:pt x="12700" y="88900"/>
                </a:lnTo>
                <a:lnTo>
                  <a:pt x="12700" y="0"/>
                </a:lnTo>
                <a:close/>
              </a:path>
              <a:path w="88900" h="1016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88900" h="101600">
                <a:moveTo>
                  <a:pt x="889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88900" y="12700"/>
                </a:lnTo>
                <a:lnTo>
                  <a:pt x="8890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02200" y="5981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900"/>
                </a:moveTo>
                <a:lnTo>
                  <a:pt x="76200" y="88900"/>
                </a:lnTo>
                <a:lnTo>
                  <a:pt x="762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95850" y="59817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ln w="13970">
            <a:solidFill>
              <a:srgbClr val="FF00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889500" y="597535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13970">
            <a:solidFill>
              <a:srgbClr val="FF00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902200" y="6064250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13970">
            <a:solidFill>
              <a:srgbClr val="FF00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84750" y="59817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ln w="13970">
            <a:solidFill>
              <a:srgbClr val="FF00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130800" y="599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900"/>
                </a:moveTo>
                <a:lnTo>
                  <a:pt x="88900" y="88900"/>
                </a:lnTo>
                <a:lnTo>
                  <a:pt x="889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118100" y="5981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600" y="0"/>
                </a:moveTo>
                <a:lnTo>
                  <a:pt x="0" y="0"/>
                </a:lnTo>
                <a:lnTo>
                  <a:pt x="0" y="1016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101600" h="101600">
                <a:moveTo>
                  <a:pt x="8890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101600" h="101600">
                <a:moveTo>
                  <a:pt x="101600" y="12700"/>
                </a:moveTo>
                <a:lnTo>
                  <a:pt x="88900" y="12700"/>
                </a:lnTo>
                <a:lnTo>
                  <a:pt x="88900" y="101600"/>
                </a:lnTo>
                <a:lnTo>
                  <a:pt x="101600" y="88900"/>
                </a:lnTo>
                <a:lnTo>
                  <a:pt x="101600" y="12700"/>
                </a:lnTo>
                <a:close/>
              </a:path>
              <a:path w="101600" h="101600">
                <a:moveTo>
                  <a:pt x="101600" y="88900"/>
                </a:moveTo>
                <a:lnTo>
                  <a:pt x="88900" y="101600"/>
                </a:lnTo>
                <a:lnTo>
                  <a:pt x="101600" y="101600"/>
                </a:lnTo>
                <a:lnTo>
                  <a:pt x="10160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054600" y="5981700"/>
            <a:ext cx="88900" cy="12700"/>
          </a:xfrm>
          <a:custGeom>
            <a:avLst/>
            <a:gdLst/>
            <a:ahLst/>
            <a:cxnLst/>
            <a:rect l="l" t="t" r="r" b="b"/>
            <a:pathLst>
              <a:path w="88900" h="12700">
                <a:moveTo>
                  <a:pt x="0" y="12700"/>
                </a:moveTo>
                <a:lnTo>
                  <a:pt x="88900" y="12700"/>
                </a:lnTo>
                <a:lnTo>
                  <a:pt x="889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041900" y="5969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600" y="0"/>
                </a:moveTo>
                <a:lnTo>
                  <a:pt x="0" y="0"/>
                </a:lnTo>
                <a:lnTo>
                  <a:pt x="0" y="1016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101600" h="101600">
                <a:moveTo>
                  <a:pt x="8890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101600" h="101600">
                <a:moveTo>
                  <a:pt x="101600" y="12700"/>
                </a:moveTo>
                <a:lnTo>
                  <a:pt x="88900" y="12700"/>
                </a:lnTo>
                <a:lnTo>
                  <a:pt x="88900" y="101600"/>
                </a:lnTo>
                <a:lnTo>
                  <a:pt x="101600" y="88900"/>
                </a:lnTo>
                <a:lnTo>
                  <a:pt x="101600" y="12700"/>
                </a:lnTo>
                <a:close/>
              </a:path>
              <a:path w="101600" h="101600">
                <a:moveTo>
                  <a:pt x="101600" y="88900"/>
                </a:moveTo>
                <a:lnTo>
                  <a:pt x="88900" y="101600"/>
                </a:lnTo>
                <a:lnTo>
                  <a:pt x="101600" y="101600"/>
                </a:lnTo>
                <a:lnTo>
                  <a:pt x="10160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92700" y="600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900"/>
                </a:moveTo>
                <a:lnTo>
                  <a:pt x="88900" y="88900"/>
                </a:lnTo>
                <a:lnTo>
                  <a:pt x="889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092700" y="600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2700" y="0"/>
                </a:moveTo>
                <a:lnTo>
                  <a:pt x="0" y="12700"/>
                </a:lnTo>
                <a:lnTo>
                  <a:pt x="0" y="101600"/>
                </a:lnTo>
                <a:lnTo>
                  <a:pt x="101600" y="101600"/>
                </a:lnTo>
                <a:lnTo>
                  <a:pt x="101600" y="88900"/>
                </a:lnTo>
                <a:lnTo>
                  <a:pt x="12700" y="88900"/>
                </a:lnTo>
                <a:lnTo>
                  <a:pt x="12700" y="0"/>
                </a:lnTo>
                <a:close/>
              </a:path>
              <a:path w="101600" h="101600">
                <a:moveTo>
                  <a:pt x="101600" y="0"/>
                </a:moveTo>
                <a:lnTo>
                  <a:pt x="88900" y="0"/>
                </a:lnTo>
                <a:lnTo>
                  <a:pt x="88900" y="88900"/>
                </a:lnTo>
                <a:lnTo>
                  <a:pt x="101600" y="88900"/>
                </a:lnTo>
                <a:lnTo>
                  <a:pt x="101600" y="0"/>
                </a:lnTo>
                <a:close/>
              </a:path>
              <a:path w="101600" h="1016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01600" h="101600">
                <a:moveTo>
                  <a:pt x="889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88900" y="12700"/>
                </a:lnTo>
                <a:lnTo>
                  <a:pt x="8890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13300" y="5981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900"/>
                </a:moveTo>
                <a:lnTo>
                  <a:pt x="88900" y="88900"/>
                </a:lnTo>
                <a:lnTo>
                  <a:pt x="889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813300" y="5969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88900"/>
                </a:moveTo>
                <a:lnTo>
                  <a:pt x="0" y="101600"/>
                </a:lnTo>
                <a:lnTo>
                  <a:pt x="12700" y="101600"/>
                </a:lnTo>
                <a:lnTo>
                  <a:pt x="0" y="88900"/>
                </a:lnTo>
                <a:close/>
              </a:path>
              <a:path w="101600" h="101600">
                <a:moveTo>
                  <a:pt x="101600" y="0"/>
                </a:moveTo>
                <a:lnTo>
                  <a:pt x="0" y="0"/>
                </a:lnTo>
                <a:lnTo>
                  <a:pt x="0" y="88900"/>
                </a:lnTo>
                <a:lnTo>
                  <a:pt x="12700" y="101600"/>
                </a:lnTo>
                <a:lnTo>
                  <a:pt x="12700" y="127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101600" h="101600">
                <a:moveTo>
                  <a:pt x="8890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101600" h="101600">
                <a:moveTo>
                  <a:pt x="101600" y="12700"/>
                </a:moveTo>
                <a:lnTo>
                  <a:pt x="88900" y="12700"/>
                </a:lnTo>
                <a:lnTo>
                  <a:pt x="88900" y="101600"/>
                </a:lnTo>
                <a:lnTo>
                  <a:pt x="101600" y="1016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054600" y="599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900"/>
                </a:moveTo>
                <a:lnTo>
                  <a:pt x="88900" y="88900"/>
                </a:lnTo>
                <a:lnTo>
                  <a:pt x="88900" y="0"/>
                </a:lnTo>
                <a:lnTo>
                  <a:pt x="0" y="0"/>
                </a:lnTo>
                <a:lnTo>
                  <a:pt x="0" y="889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041900" y="599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2700" y="0"/>
                </a:moveTo>
                <a:lnTo>
                  <a:pt x="0" y="0"/>
                </a:lnTo>
                <a:lnTo>
                  <a:pt x="0" y="101600"/>
                </a:lnTo>
                <a:lnTo>
                  <a:pt x="101600" y="101600"/>
                </a:lnTo>
                <a:lnTo>
                  <a:pt x="101600" y="88900"/>
                </a:lnTo>
                <a:lnTo>
                  <a:pt x="12700" y="88900"/>
                </a:lnTo>
                <a:lnTo>
                  <a:pt x="12700" y="0"/>
                </a:lnTo>
                <a:close/>
              </a:path>
              <a:path w="101600" h="101600">
                <a:moveTo>
                  <a:pt x="88900" y="0"/>
                </a:moveTo>
                <a:lnTo>
                  <a:pt x="88900" y="88900"/>
                </a:lnTo>
                <a:lnTo>
                  <a:pt x="101600" y="88900"/>
                </a:lnTo>
                <a:lnTo>
                  <a:pt x="101600" y="12700"/>
                </a:lnTo>
                <a:lnTo>
                  <a:pt x="88900" y="0"/>
                </a:lnTo>
                <a:close/>
              </a:path>
              <a:path w="101600" h="101600">
                <a:moveTo>
                  <a:pt x="889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88900" y="12700"/>
                </a:lnTo>
                <a:lnTo>
                  <a:pt x="88900" y="0"/>
                </a:lnTo>
                <a:close/>
              </a:path>
              <a:path w="101600" h="101600">
                <a:moveTo>
                  <a:pt x="101600" y="0"/>
                </a:moveTo>
                <a:lnTo>
                  <a:pt x="88900" y="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873500" y="3949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873500" y="39370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38100" y="12700"/>
                </a:moveTo>
                <a:lnTo>
                  <a:pt x="0" y="88900"/>
                </a:lnTo>
                <a:lnTo>
                  <a:pt x="0" y="101600"/>
                </a:lnTo>
                <a:lnTo>
                  <a:pt x="44450" y="23812"/>
                </a:lnTo>
                <a:lnTo>
                  <a:pt x="38100" y="12700"/>
                </a:lnTo>
                <a:close/>
              </a:path>
              <a:path w="88900" h="101600">
                <a:moveTo>
                  <a:pt x="81642" y="88900"/>
                </a:moveTo>
                <a:lnTo>
                  <a:pt x="7257" y="88900"/>
                </a:lnTo>
                <a:lnTo>
                  <a:pt x="0" y="101600"/>
                </a:lnTo>
                <a:lnTo>
                  <a:pt x="88900" y="101600"/>
                </a:lnTo>
                <a:lnTo>
                  <a:pt x="81642" y="88900"/>
                </a:lnTo>
                <a:close/>
              </a:path>
              <a:path w="88900" h="101600">
                <a:moveTo>
                  <a:pt x="50800" y="12700"/>
                </a:moveTo>
                <a:lnTo>
                  <a:pt x="44450" y="23812"/>
                </a:lnTo>
                <a:lnTo>
                  <a:pt x="88900" y="101600"/>
                </a:lnTo>
                <a:lnTo>
                  <a:pt x="88900" y="88900"/>
                </a:lnTo>
                <a:lnTo>
                  <a:pt x="50800" y="1270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44450" y="23812"/>
                </a:lnTo>
                <a:lnTo>
                  <a:pt x="50800" y="127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835400" y="41148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835400" y="41148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101600" h="88900">
                <a:moveTo>
                  <a:pt x="0" y="76200"/>
                </a:moveTo>
                <a:lnTo>
                  <a:pt x="0" y="88900"/>
                </a:lnTo>
                <a:lnTo>
                  <a:pt x="12700" y="88900"/>
                </a:lnTo>
                <a:lnTo>
                  <a:pt x="0" y="76200"/>
                </a:lnTo>
                <a:close/>
              </a:path>
              <a:path w="101600" h="88900">
                <a:moveTo>
                  <a:pt x="50800" y="0"/>
                </a:moveTo>
                <a:lnTo>
                  <a:pt x="0" y="76200"/>
                </a:lnTo>
                <a:lnTo>
                  <a:pt x="12700" y="88900"/>
                </a:lnTo>
                <a:lnTo>
                  <a:pt x="50800" y="0"/>
                </a:lnTo>
                <a:close/>
              </a:path>
              <a:path w="101600" h="88900">
                <a:moveTo>
                  <a:pt x="83457" y="76200"/>
                </a:moveTo>
                <a:lnTo>
                  <a:pt x="18142" y="76200"/>
                </a:lnTo>
                <a:lnTo>
                  <a:pt x="12700" y="88900"/>
                </a:lnTo>
                <a:lnTo>
                  <a:pt x="88900" y="88900"/>
                </a:lnTo>
                <a:lnTo>
                  <a:pt x="83457" y="76200"/>
                </a:lnTo>
                <a:close/>
              </a:path>
              <a:path w="101600" h="88900">
                <a:moveTo>
                  <a:pt x="50800" y="0"/>
                </a:moveTo>
                <a:lnTo>
                  <a:pt x="88900" y="88900"/>
                </a:lnTo>
                <a:lnTo>
                  <a:pt x="88900" y="76200"/>
                </a:lnTo>
                <a:lnTo>
                  <a:pt x="101600" y="76200"/>
                </a:lnTo>
                <a:lnTo>
                  <a:pt x="50800" y="0"/>
                </a:lnTo>
                <a:close/>
              </a:path>
              <a:path w="101600" h="88900">
                <a:moveTo>
                  <a:pt x="101600" y="76200"/>
                </a:moveTo>
                <a:lnTo>
                  <a:pt x="88900" y="76200"/>
                </a:lnTo>
                <a:lnTo>
                  <a:pt x="88900" y="88900"/>
                </a:lnTo>
                <a:lnTo>
                  <a:pt x="101600" y="88900"/>
                </a:lnTo>
                <a:lnTo>
                  <a:pt x="101600" y="762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835400" y="4330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381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381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822700" y="43307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101600" h="88900">
                <a:moveTo>
                  <a:pt x="50800" y="0"/>
                </a:moveTo>
                <a:lnTo>
                  <a:pt x="0" y="88900"/>
                </a:lnTo>
                <a:lnTo>
                  <a:pt x="12700" y="88900"/>
                </a:lnTo>
                <a:lnTo>
                  <a:pt x="12700" y="76200"/>
                </a:lnTo>
                <a:lnTo>
                  <a:pt x="19957" y="76200"/>
                </a:lnTo>
                <a:lnTo>
                  <a:pt x="56242" y="12700"/>
                </a:lnTo>
                <a:lnTo>
                  <a:pt x="50800" y="0"/>
                </a:lnTo>
                <a:close/>
              </a:path>
              <a:path w="101600" h="88900">
                <a:moveTo>
                  <a:pt x="19957" y="76200"/>
                </a:moveTo>
                <a:lnTo>
                  <a:pt x="12700" y="76200"/>
                </a:lnTo>
                <a:lnTo>
                  <a:pt x="12700" y="88900"/>
                </a:lnTo>
                <a:lnTo>
                  <a:pt x="19957" y="76200"/>
                </a:lnTo>
                <a:close/>
              </a:path>
              <a:path w="101600" h="88900">
                <a:moveTo>
                  <a:pt x="83457" y="76200"/>
                </a:moveTo>
                <a:lnTo>
                  <a:pt x="19957" y="76200"/>
                </a:lnTo>
                <a:lnTo>
                  <a:pt x="12700" y="88900"/>
                </a:lnTo>
                <a:lnTo>
                  <a:pt x="88900" y="88900"/>
                </a:lnTo>
                <a:lnTo>
                  <a:pt x="83457" y="76200"/>
                </a:lnTo>
                <a:close/>
              </a:path>
              <a:path w="101600" h="88900">
                <a:moveTo>
                  <a:pt x="63500" y="0"/>
                </a:moveTo>
                <a:lnTo>
                  <a:pt x="56242" y="12700"/>
                </a:lnTo>
                <a:lnTo>
                  <a:pt x="88900" y="88900"/>
                </a:lnTo>
                <a:lnTo>
                  <a:pt x="97789" y="80010"/>
                </a:lnTo>
                <a:lnTo>
                  <a:pt x="63500" y="0"/>
                </a:lnTo>
                <a:close/>
              </a:path>
              <a:path w="101600" h="88900">
                <a:moveTo>
                  <a:pt x="97789" y="80010"/>
                </a:moveTo>
                <a:lnTo>
                  <a:pt x="88900" y="88900"/>
                </a:lnTo>
                <a:lnTo>
                  <a:pt x="101600" y="88900"/>
                </a:lnTo>
                <a:lnTo>
                  <a:pt x="97789" y="80010"/>
                </a:lnTo>
                <a:close/>
              </a:path>
              <a:path w="101600" h="88900">
                <a:moveTo>
                  <a:pt x="101600" y="76200"/>
                </a:moveTo>
                <a:lnTo>
                  <a:pt x="96157" y="76200"/>
                </a:lnTo>
                <a:lnTo>
                  <a:pt x="97789" y="80010"/>
                </a:lnTo>
                <a:lnTo>
                  <a:pt x="101600" y="76200"/>
                </a:lnTo>
                <a:close/>
              </a:path>
              <a:path w="101600" h="88900">
                <a:moveTo>
                  <a:pt x="63500" y="0"/>
                </a:moveTo>
                <a:lnTo>
                  <a:pt x="50800" y="0"/>
                </a:lnTo>
                <a:lnTo>
                  <a:pt x="56242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835400" y="4140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835400" y="4140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88900" y="88900"/>
                </a:lnTo>
                <a:lnTo>
                  <a:pt x="0" y="88900"/>
                </a:lnTo>
                <a:lnTo>
                  <a:pt x="0" y="101600"/>
                </a:lnTo>
                <a:lnTo>
                  <a:pt x="101600" y="101600"/>
                </a:lnTo>
                <a:lnTo>
                  <a:pt x="101600" y="88900"/>
                </a:lnTo>
                <a:lnTo>
                  <a:pt x="127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860800" y="3911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860800" y="3911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38100" y="0"/>
                </a:moveTo>
                <a:lnTo>
                  <a:pt x="0" y="88900"/>
                </a:lnTo>
                <a:lnTo>
                  <a:pt x="12700" y="88900"/>
                </a:lnTo>
                <a:lnTo>
                  <a:pt x="45357" y="12700"/>
                </a:lnTo>
                <a:lnTo>
                  <a:pt x="38100" y="0"/>
                </a:lnTo>
                <a:close/>
              </a:path>
              <a:path w="88900" h="88900">
                <a:moveTo>
                  <a:pt x="50800" y="0"/>
                </a:moveTo>
                <a:lnTo>
                  <a:pt x="45357" y="127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  <a:path w="88900" h="88900">
                <a:moveTo>
                  <a:pt x="50800" y="0"/>
                </a:moveTo>
                <a:lnTo>
                  <a:pt x="38100" y="0"/>
                </a:lnTo>
                <a:lnTo>
                  <a:pt x="45357" y="127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886200" y="3822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886200" y="38227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50800" y="0"/>
                </a:moveTo>
                <a:lnTo>
                  <a:pt x="43542" y="12700"/>
                </a:lnTo>
                <a:lnTo>
                  <a:pt x="76200" y="88900"/>
                </a:lnTo>
                <a:lnTo>
                  <a:pt x="0" y="88900"/>
                </a:lnTo>
                <a:lnTo>
                  <a:pt x="0" y="101600"/>
                </a:lnTo>
                <a:lnTo>
                  <a:pt x="88900" y="1016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  <a:path w="88900" h="101600">
                <a:moveTo>
                  <a:pt x="38100" y="0"/>
                </a:moveTo>
                <a:lnTo>
                  <a:pt x="0" y="88900"/>
                </a:lnTo>
                <a:lnTo>
                  <a:pt x="43542" y="12700"/>
                </a:lnTo>
                <a:lnTo>
                  <a:pt x="38100" y="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0"/>
                </a:lnTo>
                <a:lnTo>
                  <a:pt x="43542" y="127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835400" y="3949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381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381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822700" y="3937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12700"/>
                </a:moveTo>
                <a:lnTo>
                  <a:pt x="0" y="88900"/>
                </a:lnTo>
                <a:lnTo>
                  <a:pt x="0" y="101600"/>
                </a:lnTo>
                <a:lnTo>
                  <a:pt x="12700" y="101600"/>
                </a:lnTo>
                <a:lnTo>
                  <a:pt x="12700" y="88900"/>
                </a:lnTo>
                <a:lnTo>
                  <a:pt x="19957" y="88900"/>
                </a:lnTo>
                <a:lnTo>
                  <a:pt x="56242" y="25400"/>
                </a:lnTo>
                <a:lnTo>
                  <a:pt x="50800" y="12700"/>
                </a:lnTo>
                <a:close/>
              </a:path>
              <a:path w="101600" h="101600">
                <a:moveTo>
                  <a:pt x="19957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19957" y="88900"/>
                </a:lnTo>
                <a:close/>
              </a:path>
              <a:path w="101600" h="101600">
                <a:moveTo>
                  <a:pt x="83457" y="88900"/>
                </a:moveTo>
                <a:lnTo>
                  <a:pt x="19957" y="88900"/>
                </a:lnTo>
                <a:lnTo>
                  <a:pt x="12700" y="101600"/>
                </a:lnTo>
                <a:lnTo>
                  <a:pt x="88900" y="101600"/>
                </a:lnTo>
                <a:lnTo>
                  <a:pt x="83457" y="88900"/>
                </a:lnTo>
                <a:close/>
              </a:path>
              <a:path w="101600" h="101600">
                <a:moveTo>
                  <a:pt x="63500" y="12700"/>
                </a:moveTo>
                <a:lnTo>
                  <a:pt x="56242" y="25400"/>
                </a:lnTo>
                <a:lnTo>
                  <a:pt x="88900" y="101600"/>
                </a:lnTo>
                <a:lnTo>
                  <a:pt x="101600" y="88900"/>
                </a:lnTo>
                <a:lnTo>
                  <a:pt x="63500" y="12700"/>
                </a:lnTo>
                <a:close/>
              </a:path>
              <a:path w="101600" h="101600">
                <a:moveTo>
                  <a:pt x="101600" y="88900"/>
                </a:moveTo>
                <a:lnTo>
                  <a:pt x="88900" y="101600"/>
                </a:lnTo>
                <a:lnTo>
                  <a:pt x="101600" y="101600"/>
                </a:lnTo>
                <a:lnTo>
                  <a:pt x="101600" y="88900"/>
                </a:lnTo>
                <a:close/>
              </a:path>
              <a:path w="101600" h="101600">
                <a:moveTo>
                  <a:pt x="635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56242" y="254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873500" y="4140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873500" y="41402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88900" y="88900"/>
                </a:moveTo>
                <a:lnTo>
                  <a:pt x="0" y="88900"/>
                </a:lnTo>
                <a:lnTo>
                  <a:pt x="0" y="101600"/>
                </a:lnTo>
                <a:lnTo>
                  <a:pt x="88900" y="101600"/>
                </a:lnTo>
                <a:lnTo>
                  <a:pt x="88900" y="88900"/>
                </a:lnTo>
                <a:close/>
              </a:path>
              <a:path w="88900" h="101600">
                <a:moveTo>
                  <a:pt x="38100" y="0"/>
                </a:moveTo>
                <a:lnTo>
                  <a:pt x="0" y="88900"/>
                </a:lnTo>
                <a:lnTo>
                  <a:pt x="44450" y="11112"/>
                </a:lnTo>
                <a:lnTo>
                  <a:pt x="38100" y="0"/>
                </a:lnTo>
                <a:close/>
              </a:path>
              <a:path w="88900" h="101600">
                <a:moveTo>
                  <a:pt x="50800" y="0"/>
                </a:moveTo>
                <a:lnTo>
                  <a:pt x="44450" y="11112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0"/>
                </a:lnTo>
                <a:lnTo>
                  <a:pt x="44450" y="11112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797300" y="4330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797300" y="4330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442" y="76200"/>
                </a:moveTo>
                <a:lnTo>
                  <a:pt x="0" y="76200"/>
                </a:lnTo>
                <a:lnTo>
                  <a:pt x="0" y="88900"/>
                </a:lnTo>
                <a:lnTo>
                  <a:pt x="5442" y="76200"/>
                </a:lnTo>
                <a:close/>
              </a:path>
              <a:path w="88900" h="88900">
                <a:moveTo>
                  <a:pt x="38100" y="0"/>
                </a:moveTo>
                <a:lnTo>
                  <a:pt x="0" y="88900"/>
                </a:lnTo>
                <a:lnTo>
                  <a:pt x="44450" y="11112"/>
                </a:lnTo>
                <a:lnTo>
                  <a:pt x="38100" y="0"/>
                </a:lnTo>
                <a:close/>
              </a:path>
              <a:path w="88900" h="88900">
                <a:moveTo>
                  <a:pt x="81642" y="76200"/>
                </a:moveTo>
                <a:lnTo>
                  <a:pt x="7257" y="76200"/>
                </a:lnTo>
                <a:lnTo>
                  <a:pt x="0" y="88900"/>
                </a:lnTo>
                <a:lnTo>
                  <a:pt x="88900" y="88900"/>
                </a:lnTo>
                <a:lnTo>
                  <a:pt x="81642" y="76200"/>
                </a:lnTo>
                <a:close/>
              </a:path>
              <a:path w="88900" h="88900">
                <a:moveTo>
                  <a:pt x="50800" y="0"/>
                </a:moveTo>
                <a:lnTo>
                  <a:pt x="44450" y="11112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  <a:path w="88900" h="88900">
                <a:moveTo>
                  <a:pt x="88900" y="76200"/>
                </a:moveTo>
                <a:lnTo>
                  <a:pt x="83457" y="76200"/>
                </a:lnTo>
                <a:lnTo>
                  <a:pt x="88900" y="88900"/>
                </a:lnTo>
                <a:lnTo>
                  <a:pt x="88900" y="76200"/>
                </a:lnTo>
                <a:close/>
              </a:path>
              <a:path w="88900" h="88900">
                <a:moveTo>
                  <a:pt x="50800" y="0"/>
                </a:moveTo>
                <a:lnTo>
                  <a:pt x="38100" y="0"/>
                </a:lnTo>
                <a:lnTo>
                  <a:pt x="44450" y="11112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873500" y="4191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873500" y="41783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38100" y="12700"/>
                </a:moveTo>
                <a:lnTo>
                  <a:pt x="0" y="88900"/>
                </a:lnTo>
                <a:lnTo>
                  <a:pt x="0" y="101600"/>
                </a:lnTo>
                <a:lnTo>
                  <a:pt x="44450" y="23812"/>
                </a:lnTo>
                <a:lnTo>
                  <a:pt x="38100" y="12700"/>
                </a:lnTo>
                <a:close/>
              </a:path>
              <a:path w="88900" h="101600">
                <a:moveTo>
                  <a:pt x="81642" y="88900"/>
                </a:moveTo>
                <a:lnTo>
                  <a:pt x="7257" y="88900"/>
                </a:lnTo>
                <a:lnTo>
                  <a:pt x="0" y="101600"/>
                </a:lnTo>
                <a:lnTo>
                  <a:pt x="88900" y="101600"/>
                </a:lnTo>
                <a:lnTo>
                  <a:pt x="81642" y="88900"/>
                </a:lnTo>
                <a:close/>
              </a:path>
              <a:path w="88900" h="101600">
                <a:moveTo>
                  <a:pt x="50800" y="12700"/>
                </a:moveTo>
                <a:lnTo>
                  <a:pt x="44450" y="23812"/>
                </a:lnTo>
                <a:lnTo>
                  <a:pt x="88900" y="101600"/>
                </a:lnTo>
                <a:lnTo>
                  <a:pt x="88900" y="88900"/>
                </a:lnTo>
                <a:lnTo>
                  <a:pt x="50800" y="12700"/>
                </a:lnTo>
                <a:close/>
              </a:path>
              <a:path w="88900" h="101600">
                <a:moveTo>
                  <a:pt x="508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44450" y="23812"/>
                </a:lnTo>
                <a:lnTo>
                  <a:pt x="50800" y="127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97300" y="3911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797300" y="3911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38100" y="0"/>
                </a:moveTo>
                <a:lnTo>
                  <a:pt x="0" y="88900"/>
                </a:lnTo>
                <a:lnTo>
                  <a:pt x="44450" y="11112"/>
                </a:lnTo>
                <a:lnTo>
                  <a:pt x="38100" y="0"/>
                </a:lnTo>
                <a:close/>
              </a:path>
              <a:path w="88900" h="88900">
                <a:moveTo>
                  <a:pt x="50800" y="0"/>
                </a:moveTo>
                <a:lnTo>
                  <a:pt x="44450" y="11112"/>
                </a:lnTo>
                <a:lnTo>
                  <a:pt x="88900" y="88900"/>
                </a:lnTo>
                <a:lnTo>
                  <a:pt x="50800" y="0"/>
                </a:lnTo>
                <a:close/>
              </a:path>
              <a:path w="88900" h="88900">
                <a:moveTo>
                  <a:pt x="50800" y="0"/>
                </a:moveTo>
                <a:lnTo>
                  <a:pt x="38100" y="0"/>
                </a:lnTo>
                <a:lnTo>
                  <a:pt x="44450" y="11112"/>
                </a:lnTo>
                <a:lnTo>
                  <a:pt x="50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835400" y="3822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38100" y="0"/>
                </a:moveTo>
                <a:lnTo>
                  <a:pt x="0" y="88900"/>
                </a:lnTo>
                <a:lnTo>
                  <a:pt x="88900" y="88900"/>
                </a:lnTo>
                <a:lnTo>
                  <a:pt x="381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822700" y="3822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88900"/>
                </a:lnTo>
                <a:lnTo>
                  <a:pt x="0" y="101600"/>
                </a:lnTo>
                <a:lnTo>
                  <a:pt x="101600" y="101600"/>
                </a:lnTo>
                <a:lnTo>
                  <a:pt x="101600" y="88900"/>
                </a:lnTo>
                <a:lnTo>
                  <a:pt x="12700" y="88900"/>
                </a:lnTo>
                <a:lnTo>
                  <a:pt x="56242" y="12700"/>
                </a:lnTo>
                <a:lnTo>
                  <a:pt x="508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56242" y="12700"/>
                </a:lnTo>
                <a:lnTo>
                  <a:pt x="88900" y="88900"/>
                </a:lnTo>
                <a:lnTo>
                  <a:pt x="101600" y="88900"/>
                </a:lnTo>
                <a:lnTo>
                  <a:pt x="635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50800" y="0"/>
                </a:lnTo>
                <a:lnTo>
                  <a:pt x="56242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3136900" y="3556000"/>
            <a:ext cx="257175" cy="264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0">
              <a:lnSpc>
                <a:spcPct val="100000"/>
              </a:lnSpc>
            </a:pPr>
            <a:r>
              <a:rPr sz="1300" dirty="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75" dirty="0">
                <a:latin typeface="Arial"/>
                <a:cs typeface="Arial"/>
              </a:rPr>
              <a:t>0</a:t>
            </a:r>
            <a:r>
              <a:rPr sz="1300" spc="-65" dirty="0">
                <a:latin typeface="Arial"/>
                <a:cs typeface="Arial"/>
              </a:rPr>
              <a:t>.</a:t>
            </a:r>
            <a:r>
              <a:rPr sz="1300" dirty="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467100" y="6197600"/>
            <a:ext cx="117475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114800" y="6197600"/>
            <a:ext cx="409575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75" dirty="0">
                <a:latin typeface="Arial"/>
                <a:cs typeface="Arial"/>
              </a:rPr>
              <a:t>2</a:t>
            </a:r>
            <a:r>
              <a:rPr sz="1300" spc="-25" dirty="0">
                <a:latin typeface="Arial"/>
                <a:cs typeface="Arial"/>
              </a:rPr>
              <a:t>0</a:t>
            </a:r>
            <a:r>
              <a:rPr sz="1300" spc="75" dirty="0">
                <a:latin typeface="Arial"/>
                <a:cs typeface="Arial"/>
              </a:rPr>
              <a:t>0</a:t>
            </a:r>
            <a:r>
              <a:rPr sz="130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737100" y="6197600"/>
            <a:ext cx="787400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3975" algn="ctr">
              <a:lnSpc>
                <a:spcPct val="100000"/>
              </a:lnSpc>
            </a:pPr>
            <a:r>
              <a:rPr sz="1300" spc="-25" dirty="0">
                <a:latin typeface="Arial"/>
                <a:cs typeface="Arial"/>
              </a:rPr>
              <a:t>40</a:t>
            </a:r>
            <a:r>
              <a:rPr sz="1300" spc="75" dirty="0">
                <a:latin typeface="Arial"/>
                <a:cs typeface="Arial"/>
              </a:rPr>
              <a:t>0</a:t>
            </a:r>
            <a:r>
              <a:rPr sz="130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300" b="1" spc="-40" dirty="0">
                <a:latin typeface="Arial"/>
                <a:cs typeface="Arial"/>
              </a:rPr>
              <a:t>П</a:t>
            </a:r>
            <a:r>
              <a:rPr sz="1300" b="1" spc="70" dirty="0">
                <a:latin typeface="Arial"/>
                <a:cs typeface="Arial"/>
              </a:rPr>
              <a:t>л</a:t>
            </a:r>
            <a:r>
              <a:rPr sz="1300" b="1" dirty="0">
                <a:latin typeface="Arial"/>
                <a:cs typeface="Arial"/>
              </a:rPr>
              <a:t>о</a:t>
            </a:r>
            <a:r>
              <a:rPr sz="1300" b="1" spc="-100" dirty="0">
                <a:latin typeface="Arial"/>
                <a:cs typeface="Arial"/>
              </a:rPr>
              <a:t>щ</a:t>
            </a:r>
            <a:r>
              <a:rPr sz="1300" b="1" spc="-25" dirty="0">
                <a:latin typeface="Arial"/>
                <a:cs typeface="Arial"/>
              </a:rPr>
              <a:t>а</a:t>
            </a:r>
            <a:r>
              <a:rPr sz="1300" b="1" spc="70" dirty="0">
                <a:latin typeface="Arial"/>
                <a:cs typeface="Arial"/>
              </a:rPr>
              <a:t>д</a:t>
            </a:r>
            <a:r>
              <a:rPr sz="1300" b="1" dirty="0">
                <a:latin typeface="Arial"/>
                <a:cs typeface="Arial"/>
              </a:rPr>
              <a:t>ь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676900" y="6197600"/>
            <a:ext cx="409575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75" dirty="0">
                <a:latin typeface="Arial"/>
                <a:cs typeface="Arial"/>
              </a:rPr>
              <a:t>6</a:t>
            </a:r>
            <a:r>
              <a:rPr sz="1300" spc="-25" dirty="0">
                <a:latin typeface="Arial"/>
                <a:cs typeface="Arial"/>
              </a:rPr>
              <a:t>0</a:t>
            </a:r>
            <a:r>
              <a:rPr sz="1300" spc="75" dirty="0">
                <a:latin typeface="Arial"/>
                <a:cs typeface="Arial"/>
              </a:rPr>
              <a:t>0</a:t>
            </a:r>
            <a:r>
              <a:rPr sz="130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464300" y="6197600"/>
            <a:ext cx="409575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75" dirty="0">
                <a:latin typeface="Arial"/>
                <a:cs typeface="Arial"/>
              </a:rPr>
              <a:t>8</a:t>
            </a:r>
            <a:r>
              <a:rPr sz="1300" spc="-25" dirty="0">
                <a:latin typeface="Arial"/>
                <a:cs typeface="Arial"/>
              </a:rPr>
              <a:t>0</a:t>
            </a:r>
            <a:r>
              <a:rPr sz="1300" spc="75" dirty="0">
                <a:latin typeface="Arial"/>
                <a:cs typeface="Arial"/>
              </a:rPr>
              <a:t>0</a:t>
            </a:r>
            <a:r>
              <a:rPr sz="130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832100" y="4275085"/>
            <a:ext cx="209550" cy="13385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70" dirty="0">
                <a:latin typeface="Arial"/>
                <a:cs typeface="Arial"/>
              </a:rPr>
              <a:t>Э</a:t>
            </a:r>
            <a:r>
              <a:rPr sz="1300" b="1" spc="45" dirty="0">
                <a:latin typeface="Arial"/>
                <a:cs typeface="Arial"/>
              </a:rPr>
              <a:t>к</a:t>
            </a:r>
            <a:r>
              <a:rPr sz="1300" b="1" spc="-25" dirty="0">
                <a:latin typeface="Arial"/>
                <a:cs typeface="Arial"/>
              </a:rPr>
              <a:t>с</a:t>
            </a:r>
            <a:r>
              <a:rPr sz="1300" b="1" spc="-100" dirty="0">
                <a:latin typeface="Arial"/>
                <a:cs typeface="Arial"/>
              </a:rPr>
              <a:t>ц</a:t>
            </a:r>
            <a:r>
              <a:rPr sz="1300" b="1" spc="75" dirty="0">
                <a:latin typeface="Arial"/>
                <a:cs typeface="Arial"/>
              </a:rPr>
              <a:t>е</a:t>
            </a:r>
            <a:r>
              <a:rPr sz="1300" b="1" spc="10" dirty="0">
                <a:latin typeface="Arial"/>
                <a:cs typeface="Arial"/>
              </a:rPr>
              <a:t>н</a:t>
            </a:r>
            <a:r>
              <a:rPr sz="1300" b="1" spc="-140" dirty="0">
                <a:latin typeface="Arial"/>
                <a:cs typeface="Arial"/>
              </a:rPr>
              <a:t>т</a:t>
            </a:r>
            <a:r>
              <a:rPr sz="1300" b="1" spc="5" dirty="0">
                <a:latin typeface="Arial"/>
                <a:cs typeface="Arial"/>
              </a:rPr>
              <a:t>р</a:t>
            </a:r>
            <a:r>
              <a:rPr sz="1300" b="1" dirty="0">
                <a:latin typeface="Arial"/>
                <a:cs typeface="Arial"/>
              </a:rPr>
              <a:t>и</a:t>
            </a:r>
            <a:r>
              <a:rPr sz="1300" b="1" spc="-25" dirty="0">
                <a:latin typeface="Arial"/>
                <a:cs typeface="Arial"/>
              </a:rPr>
              <a:t>с</a:t>
            </a:r>
            <a:r>
              <a:rPr sz="1300" b="1" spc="95" dirty="0">
                <a:latin typeface="Arial"/>
                <a:cs typeface="Arial"/>
              </a:rPr>
              <a:t>и</a:t>
            </a:r>
            <a:r>
              <a:rPr sz="1300" b="1" spc="-140" dirty="0">
                <a:latin typeface="Arial"/>
                <a:cs typeface="Arial"/>
              </a:rPr>
              <a:t>т</a:t>
            </a:r>
            <a:r>
              <a:rPr sz="1300" b="1" spc="75" dirty="0">
                <a:latin typeface="Arial"/>
                <a:cs typeface="Arial"/>
              </a:rPr>
              <a:t>е</a:t>
            </a:r>
            <a:r>
              <a:rPr sz="1300" b="1" dirty="0">
                <a:latin typeface="Arial"/>
                <a:cs typeface="Arial"/>
              </a:rPr>
              <a:t>т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6997700" y="4483100"/>
            <a:ext cx="749300" cy="774700"/>
          </a:xfrm>
          <a:custGeom>
            <a:avLst/>
            <a:gdLst/>
            <a:ahLst/>
            <a:cxnLst/>
            <a:rect l="l" t="t" r="r" b="b"/>
            <a:pathLst>
              <a:path w="749300" h="774700">
                <a:moveTo>
                  <a:pt x="12700" y="0"/>
                </a:moveTo>
                <a:lnTo>
                  <a:pt x="0" y="0"/>
                </a:lnTo>
                <a:lnTo>
                  <a:pt x="0" y="774700"/>
                </a:lnTo>
                <a:lnTo>
                  <a:pt x="12700" y="774700"/>
                </a:lnTo>
                <a:lnTo>
                  <a:pt x="12700" y="0"/>
                </a:lnTo>
                <a:close/>
              </a:path>
              <a:path w="749300" h="774700">
                <a:moveTo>
                  <a:pt x="736600" y="762000"/>
                </a:moveTo>
                <a:lnTo>
                  <a:pt x="12700" y="762000"/>
                </a:lnTo>
                <a:lnTo>
                  <a:pt x="12700" y="774700"/>
                </a:lnTo>
                <a:lnTo>
                  <a:pt x="736600" y="774700"/>
                </a:lnTo>
                <a:lnTo>
                  <a:pt x="736600" y="762000"/>
                </a:lnTo>
                <a:close/>
              </a:path>
              <a:path w="749300" h="774700">
                <a:moveTo>
                  <a:pt x="736600" y="0"/>
                </a:moveTo>
                <a:lnTo>
                  <a:pt x="736600" y="774700"/>
                </a:lnTo>
                <a:lnTo>
                  <a:pt x="749300" y="762000"/>
                </a:lnTo>
                <a:lnTo>
                  <a:pt x="749300" y="12700"/>
                </a:lnTo>
                <a:lnTo>
                  <a:pt x="736600" y="0"/>
                </a:lnTo>
                <a:close/>
              </a:path>
              <a:path w="749300" h="774700">
                <a:moveTo>
                  <a:pt x="749300" y="762000"/>
                </a:moveTo>
                <a:lnTo>
                  <a:pt x="736600" y="774700"/>
                </a:lnTo>
                <a:lnTo>
                  <a:pt x="749300" y="774700"/>
                </a:lnTo>
                <a:lnTo>
                  <a:pt x="749300" y="762000"/>
                </a:lnTo>
                <a:close/>
              </a:path>
              <a:path w="749300" h="774700">
                <a:moveTo>
                  <a:pt x="7366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736600" y="12700"/>
                </a:lnTo>
                <a:lnTo>
                  <a:pt x="736600" y="0"/>
                </a:lnTo>
                <a:close/>
              </a:path>
              <a:path w="749300" h="774700">
                <a:moveTo>
                  <a:pt x="749300" y="0"/>
                </a:moveTo>
                <a:lnTo>
                  <a:pt x="736600" y="0"/>
                </a:lnTo>
                <a:lnTo>
                  <a:pt x="749300" y="12700"/>
                </a:lnTo>
                <a:lnTo>
                  <a:pt x="749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099300" y="4584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76200" h="63500">
                <a:moveTo>
                  <a:pt x="38100" y="0"/>
                </a:moveTo>
                <a:lnTo>
                  <a:pt x="0" y="25400"/>
                </a:lnTo>
                <a:lnTo>
                  <a:pt x="38100" y="63500"/>
                </a:lnTo>
                <a:lnTo>
                  <a:pt x="76200" y="254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099300" y="4572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38100" y="0"/>
                </a:lnTo>
                <a:lnTo>
                  <a:pt x="0" y="38100"/>
                </a:lnTo>
                <a:lnTo>
                  <a:pt x="0" y="50800"/>
                </a:lnTo>
                <a:lnTo>
                  <a:pt x="38100" y="88900"/>
                </a:lnTo>
                <a:lnTo>
                  <a:pt x="50800" y="88900"/>
                </a:lnTo>
                <a:lnTo>
                  <a:pt x="63500" y="76200"/>
                </a:lnTo>
                <a:lnTo>
                  <a:pt x="38100" y="76200"/>
                </a:lnTo>
                <a:lnTo>
                  <a:pt x="44450" y="69850"/>
                </a:lnTo>
                <a:lnTo>
                  <a:pt x="25400" y="50800"/>
                </a:lnTo>
                <a:lnTo>
                  <a:pt x="12700" y="50800"/>
                </a:lnTo>
                <a:lnTo>
                  <a:pt x="12700" y="38100"/>
                </a:lnTo>
                <a:lnTo>
                  <a:pt x="25400" y="38100"/>
                </a:lnTo>
                <a:lnTo>
                  <a:pt x="44450" y="19050"/>
                </a:lnTo>
                <a:lnTo>
                  <a:pt x="38100" y="12700"/>
                </a:lnTo>
                <a:lnTo>
                  <a:pt x="63500" y="12700"/>
                </a:lnTo>
                <a:lnTo>
                  <a:pt x="50800" y="0"/>
                </a:lnTo>
                <a:close/>
              </a:path>
              <a:path w="88900" h="88900">
                <a:moveTo>
                  <a:pt x="44450" y="69850"/>
                </a:moveTo>
                <a:lnTo>
                  <a:pt x="38100" y="76200"/>
                </a:lnTo>
                <a:lnTo>
                  <a:pt x="50800" y="76200"/>
                </a:lnTo>
                <a:lnTo>
                  <a:pt x="44450" y="69850"/>
                </a:lnTo>
                <a:close/>
              </a:path>
              <a:path w="88900" h="88900">
                <a:moveTo>
                  <a:pt x="69850" y="44450"/>
                </a:moveTo>
                <a:lnTo>
                  <a:pt x="44450" y="69850"/>
                </a:lnTo>
                <a:lnTo>
                  <a:pt x="50800" y="76200"/>
                </a:lnTo>
                <a:lnTo>
                  <a:pt x="63500" y="76200"/>
                </a:lnTo>
                <a:lnTo>
                  <a:pt x="88900" y="50800"/>
                </a:lnTo>
                <a:lnTo>
                  <a:pt x="76200" y="50800"/>
                </a:lnTo>
                <a:lnTo>
                  <a:pt x="69850" y="44450"/>
                </a:lnTo>
                <a:close/>
              </a:path>
              <a:path w="88900" h="88900">
                <a:moveTo>
                  <a:pt x="12700" y="38100"/>
                </a:moveTo>
                <a:lnTo>
                  <a:pt x="12700" y="50800"/>
                </a:lnTo>
                <a:lnTo>
                  <a:pt x="19050" y="44450"/>
                </a:lnTo>
                <a:lnTo>
                  <a:pt x="12700" y="38100"/>
                </a:lnTo>
                <a:close/>
              </a:path>
              <a:path w="88900" h="88900">
                <a:moveTo>
                  <a:pt x="19050" y="44450"/>
                </a:moveTo>
                <a:lnTo>
                  <a:pt x="12700" y="50800"/>
                </a:lnTo>
                <a:lnTo>
                  <a:pt x="25400" y="50800"/>
                </a:lnTo>
                <a:lnTo>
                  <a:pt x="19050" y="44450"/>
                </a:lnTo>
                <a:close/>
              </a:path>
              <a:path w="88900" h="88900">
                <a:moveTo>
                  <a:pt x="76200" y="38100"/>
                </a:moveTo>
                <a:lnTo>
                  <a:pt x="69850" y="44450"/>
                </a:lnTo>
                <a:lnTo>
                  <a:pt x="76200" y="50800"/>
                </a:lnTo>
                <a:lnTo>
                  <a:pt x="76200" y="38100"/>
                </a:lnTo>
                <a:close/>
              </a:path>
              <a:path w="88900" h="88900">
                <a:moveTo>
                  <a:pt x="88900" y="38100"/>
                </a:moveTo>
                <a:lnTo>
                  <a:pt x="76200" y="38100"/>
                </a:lnTo>
                <a:lnTo>
                  <a:pt x="76200" y="50800"/>
                </a:lnTo>
                <a:lnTo>
                  <a:pt x="88900" y="50800"/>
                </a:lnTo>
                <a:lnTo>
                  <a:pt x="88900" y="38100"/>
                </a:lnTo>
                <a:close/>
              </a:path>
              <a:path w="88900" h="88900">
                <a:moveTo>
                  <a:pt x="25400" y="38100"/>
                </a:moveTo>
                <a:lnTo>
                  <a:pt x="12700" y="38100"/>
                </a:lnTo>
                <a:lnTo>
                  <a:pt x="19050" y="44450"/>
                </a:lnTo>
                <a:lnTo>
                  <a:pt x="25400" y="38100"/>
                </a:lnTo>
                <a:close/>
              </a:path>
              <a:path w="88900" h="88900">
                <a:moveTo>
                  <a:pt x="63500" y="12700"/>
                </a:moveTo>
                <a:lnTo>
                  <a:pt x="50800" y="12700"/>
                </a:lnTo>
                <a:lnTo>
                  <a:pt x="44450" y="19050"/>
                </a:lnTo>
                <a:lnTo>
                  <a:pt x="69850" y="44450"/>
                </a:lnTo>
                <a:lnTo>
                  <a:pt x="76200" y="38100"/>
                </a:lnTo>
                <a:lnTo>
                  <a:pt x="88900" y="38100"/>
                </a:lnTo>
                <a:lnTo>
                  <a:pt x="63500" y="12700"/>
                </a:lnTo>
                <a:close/>
              </a:path>
              <a:path w="88900" h="88900">
                <a:moveTo>
                  <a:pt x="50800" y="12700"/>
                </a:moveTo>
                <a:lnTo>
                  <a:pt x="38100" y="12700"/>
                </a:lnTo>
                <a:lnTo>
                  <a:pt x="44450" y="19050"/>
                </a:lnTo>
                <a:lnTo>
                  <a:pt x="50800" y="1270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112000" y="4838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63500" h="76200">
                <a:moveTo>
                  <a:pt x="0" y="76200"/>
                </a:moveTo>
                <a:lnTo>
                  <a:pt x="63500" y="76200"/>
                </a:lnTo>
                <a:lnTo>
                  <a:pt x="635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099300" y="48260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76200" y="0"/>
                </a:moveTo>
                <a:lnTo>
                  <a:pt x="12700" y="0"/>
                </a:lnTo>
                <a:lnTo>
                  <a:pt x="0" y="12700"/>
                </a:lnTo>
                <a:lnTo>
                  <a:pt x="0" y="88900"/>
                </a:lnTo>
                <a:lnTo>
                  <a:pt x="12700" y="88900"/>
                </a:lnTo>
                <a:lnTo>
                  <a:pt x="12700" y="12700"/>
                </a:lnTo>
                <a:lnTo>
                  <a:pt x="76200" y="12700"/>
                </a:lnTo>
                <a:lnTo>
                  <a:pt x="76200" y="0"/>
                </a:lnTo>
                <a:close/>
              </a:path>
              <a:path w="76200" h="88900">
                <a:moveTo>
                  <a:pt x="63500" y="76200"/>
                </a:moveTo>
                <a:lnTo>
                  <a:pt x="12700" y="76200"/>
                </a:lnTo>
                <a:lnTo>
                  <a:pt x="12700" y="88900"/>
                </a:lnTo>
                <a:lnTo>
                  <a:pt x="63500" y="88900"/>
                </a:lnTo>
                <a:lnTo>
                  <a:pt x="63500" y="76200"/>
                </a:lnTo>
                <a:close/>
              </a:path>
              <a:path w="76200" h="88900">
                <a:moveTo>
                  <a:pt x="76200" y="12700"/>
                </a:moveTo>
                <a:lnTo>
                  <a:pt x="63500" y="12700"/>
                </a:lnTo>
                <a:lnTo>
                  <a:pt x="63500" y="88900"/>
                </a:lnTo>
                <a:lnTo>
                  <a:pt x="76200" y="76200"/>
                </a:lnTo>
                <a:lnTo>
                  <a:pt x="76200" y="12700"/>
                </a:lnTo>
                <a:close/>
              </a:path>
              <a:path w="76200" h="88900">
                <a:moveTo>
                  <a:pt x="76200" y="76200"/>
                </a:moveTo>
                <a:lnTo>
                  <a:pt x="63500" y="88900"/>
                </a:lnTo>
                <a:lnTo>
                  <a:pt x="76200" y="8890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099300" y="5092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099300" y="5080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76200"/>
                </a:moveTo>
                <a:lnTo>
                  <a:pt x="0" y="88900"/>
                </a:lnTo>
                <a:lnTo>
                  <a:pt x="12700" y="88900"/>
                </a:lnTo>
                <a:lnTo>
                  <a:pt x="0" y="76200"/>
                </a:lnTo>
                <a:close/>
              </a:path>
              <a:path w="88900" h="88900">
                <a:moveTo>
                  <a:pt x="38100" y="12700"/>
                </a:moveTo>
                <a:lnTo>
                  <a:pt x="0" y="76200"/>
                </a:lnTo>
                <a:lnTo>
                  <a:pt x="12700" y="88900"/>
                </a:lnTo>
                <a:lnTo>
                  <a:pt x="44450" y="25400"/>
                </a:lnTo>
                <a:lnTo>
                  <a:pt x="38100" y="12700"/>
                </a:lnTo>
                <a:close/>
              </a:path>
              <a:path w="88900" h="88900">
                <a:moveTo>
                  <a:pt x="69850" y="76200"/>
                </a:moveTo>
                <a:lnTo>
                  <a:pt x="19050" y="76200"/>
                </a:lnTo>
                <a:lnTo>
                  <a:pt x="12700" y="88900"/>
                </a:lnTo>
                <a:lnTo>
                  <a:pt x="76200" y="88900"/>
                </a:lnTo>
                <a:lnTo>
                  <a:pt x="69850" y="76200"/>
                </a:lnTo>
                <a:close/>
              </a:path>
              <a:path w="88900" h="88900">
                <a:moveTo>
                  <a:pt x="50800" y="12700"/>
                </a:moveTo>
                <a:lnTo>
                  <a:pt x="44450" y="25400"/>
                </a:lnTo>
                <a:lnTo>
                  <a:pt x="76200" y="88900"/>
                </a:lnTo>
                <a:lnTo>
                  <a:pt x="76200" y="76200"/>
                </a:lnTo>
                <a:lnTo>
                  <a:pt x="88900" y="76200"/>
                </a:lnTo>
                <a:lnTo>
                  <a:pt x="50800" y="12700"/>
                </a:lnTo>
                <a:close/>
              </a:path>
              <a:path w="88900" h="88900">
                <a:moveTo>
                  <a:pt x="88900" y="76200"/>
                </a:moveTo>
                <a:lnTo>
                  <a:pt x="76200" y="76200"/>
                </a:lnTo>
                <a:lnTo>
                  <a:pt x="76200" y="88900"/>
                </a:lnTo>
                <a:lnTo>
                  <a:pt x="88900" y="88900"/>
                </a:lnTo>
                <a:lnTo>
                  <a:pt x="88900" y="76200"/>
                </a:lnTo>
                <a:close/>
              </a:path>
              <a:path w="88900" h="88900">
                <a:moveTo>
                  <a:pt x="38100" y="0"/>
                </a:moveTo>
                <a:lnTo>
                  <a:pt x="38100" y="12700"/>
                </a:lnTo>
                <a:lnTo>
                  <a:pt x="44450" y="25400"/>
                </a:lnTo>
                <a:lnTo>
                  <a:pt x="50800" y="12700"/>
                </a:lnTo>
                <a:lnTo>
                  <a:pt x="381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7213600" y="4450059"/>
            <a:ext cx="455295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8900"/>
              </a:lnSpc>
            </a:pPr>
            <a:r>
              <a:rPr sz="1200" spc="-5" dirty="0">
                <a:latin typeface="Arial"/>
                <a:cs typeface="Arial"/>
              </a:rPr>
              <a:t>Шу</a:t>
            </a:r>
            <a:r>
              <a:rPr sz="1200" spc="5" dirty="0">
                <a:latin typeface="Arial"/>
                <a:cs typeface="Arial"/>
              </a:rPr>
              <a:t>м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Л</a:t>
            </a:r>
            <a:r>
              <a:rPr sz="1200" spc="25" dirty="0">
                <a:latin typeface="Arial"/>
                <a:cs typeface="Arial"/>
              </a:rPr>
              <a:t>о</a:t>
            </a:r>
            <a:r>
              <a:rPr sz="1200" spc="-10" dirty="0">
                <a:latin typeface="Arial"/>
                <a:cs typeface="Arial"/>
              </a:rPr>
              <a:t>ж</a:t>
            </a:r>
            <a:r>
              <a:rPr sz="1200" spc="-30" dirty="0">
                <a:latin typeface="Arial"/>
                <a:cs typeface="Arial"/>
              </a:rPr>
              <a:t>к</a:t>
            </a:r>
            <a:r>
              <a:rPr sz="1200" spc="5" dirty="0">
                <a:latin typeface="Arial"/>
                <a:cs typeface="Arial"/>
              </a:rPr>
              <a:t>и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С</a:t>
            </a:r>
            <a:r>
              <a:rPr sz="1200" spc="25" dirty="0">
                <a:latin typeface="Arial"/>
                <a:cs typeface="Arial"/>
              </a:rPr>
              <a:t>а</a:t>
            </a:r>
            <a:r>
              <a:rPr sz="1200" spc="-105" dirty="0">
                <a:latin typeface="Arial"/>
                <a:cs typeface="Arial"/>
              </a:rPr>
              <a:t>х</a:t>
            </a:r>
            <a:r>
              <a:rPr sz="1200" spc="25" dirty="0">
                <a:latin typeface="Arial"/>
                <a:cs typeface="Arial"/>
              </a:rPr>
              <a:t>а</a:t>
            </a:r>
            <a:r>
              <a:rPr sz="1200" spc="5" dirty="0">
                <a:latin typeface="Arial"/>
                <a:cs typeface="Arial"/>
              </a:rPr>
              <a:t>р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2679700" y="6915150"/>
            <a:ext cx="5118100" cy="0"/>
          </a:xfrm>
          <a:custGeom>
            <a:avLst/>
            <a:gdLst/>
            <a:ahLst/>
            <a:cxnLst/>
            <a:rect l="l" t="t" r="r" b="b"/>
            <a:pathLst>
              <a:path w="5118100">
                <a:moveTo>
                  <a:pt x="0" y="0"/>
                </a:moveTo>
                <a:lnTo>
                  <a:pt x="5118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686050" y="3403600"/>
            <a:ext cx="0" cy="3505200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791450" y="3403600"/>
            <a:ext cx="0" cy="3505200"/>
          </a:xfrm>
          <a:custGeom>
            <a:avLst/>
            <a:gdLst/>
            <a:ahLst/>
            <a:cxnLst/>
            <a:rect l="l" t="t" r="r" b="b"/>
            <a:pathLst>
              <a:path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692400" y="3409950"/>
            <a:ext cx="5092700" cy="0"/>
          </a:xfrm>
          <a:custGeom>
            <a:avLst/>
            <a:gdLst/>
            <a:ahLst/>
            <a:cxnLst/>
            <a:rect l="l" t="t" r="r" b="b"/>
            <a:pathLst>
              <a:path w="5092700">
                <a:moveTo>
                  <a:pt x="0" y="0"/>
                </a:moveTo>
                <a:lnTo>
                  <a:pt x="50927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65200" y="257016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5" dirty="0">
                <a:solidFill>
                  <a:schemeClr val="bg1"/>
                </a:solidFill>
                <a:latin typeface="+mn-lt"/>
              </a:rPr>
              <a:t>ж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7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dirty="0">
                <a:solidFill>
                  <a:schemeClr val="bg1"/>
                </a:solidFill>
                <a:latin typeface="+mn-lt"/>
              </a:rPr>
              <a:t>ы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dirty="0">
                <a:solidFill>
                  <a:schemeClr val="bg1"/>
                </a:solidFill>
                <a:latin typeface="+mn-lt"/>
              </a:rPr>
              <a:t>ь</a:t>
            </a:r>
            <a:r>
              <a:rPr b="1" spc="4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 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</a:p>
        </p:txBody>
      </p:sp>
      <p:sp>
        <p:nvSpPr>
          <p:cNvPr id="3" name="object 3"/>
          <p:cNvSpPr/>
          <p:nvPr/>
        </p:nvSpPr>
        <p:spPr>
          <a:xfrm>
            <a:off x="1079500" y="2984500"/>
            <a:ext cx="1752600" cy="185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55800" y="2984500"/>
            <a:ext cx="876300" cy="266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9500" y="2717800"/>
            <a:ext cx="175260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9500" y="2717800"/>
            <a:ext cx="1752600" cy="2120900"/>
          </a:xfrm>
          <a:custGeom>
            <a:avLst/>
            <a:gdLst/>
            <a:ahLst/>
            <a:cxnLst/>
            <a:rect l="l" t="t" r="r" b="b"/>
            <a:pathLst>
              <a:path w="1752600" h="2120900">
                <a:moveTo>
                  <a:pt x="0" y="304800"/>
                </a:moveTo>
                <a:lnTo>
                  <a:pt x="0" y="1879600"/>
                </a:lnTo>
                <a:lnTo>
                  <a:pt x="12700" y="1917700"/>
                </a:lnTo>
                <a:lnTo>
                  <a:pt x="38100" y="1943100"/>
                </a:lnTo>
                <a:lnTo>
                  <a:pt x="114300" y="1993900"/>
                </a:lnTo>
                <a:lnTo>
                  <a:pt x="152400" y="2006600"/>
                </a:lnTo>
                <a:lnTo>
                  <a:pt x="203200" y="2032000"/>
                </a:lnTo>
                <a:lnTo>
                  <a:pt x="254000" y="2044700"/>
                </a:lnTo>
                <a:lnTo>
                  <a:pt x="317500" y="2070100"/>
                </a:lnTo>
                <a:lnTo>
                  <a:pt x="393700" y="2082800"/>
                </a:lnTo>
                <a:lnTo>
                  <a:pt x="533400" y="2108200"/>
                </a:lnTo>
                <a:lnTo>
                  <a:pt x="698500" y="2120900"/>
                </a:lnTo>
                <a:lnTo>
                  <a:pt x="1054100" y="2120900"/>
                </a:lnTo>
                <a:lnTo>
                  <a:pt x="1219200" y="2108200"/>
                </a:lnTo>
                <a:lnTo>
                  <a:pt x="698500" y="2108200"/>
                </a:lnTo>
                <a:lnTo>
                  <a:pt x="533400" y="2095500"/>
                </a:lnTo>
                <a:lnTo>
                  <a:pt x="393700" y="2070100"/>
                </a:lnTo>
                <a:lnTo>
                  <a:pt x="330200" y="2057400"/>
                </a:lnTo>
                <a:lnTo>
                  <a:pt x="266700" y="2032000"/>
                </a:lnTo>
                <a:lnTo>
                  <a:pt x="203200" y="2019300"/>
                </a:lnTo>
                <a:lnTo>
                  <a:pt x="152400" y="1993900"/>
                </a:lnTo>
                <a:lnTo>
                  <a:pt x="114300" y="1981200"/>
                </a:lnTo>
                <a:lnTo>
                  <a:pt x="76200" y="1955800"/>
                </a:lnTo>
                <a:lnTo>
                  <a:pt x="25400" y="1905000"/>
                </a:lnTo>
                <a:lnTo>
                  <a:pt x="12700" y="1879600"/>
                </a:lnTo>
                <a:lnTo>
                  <a:pt x="12700" y="330200"/>
                </a:lnTo>
                <a:lnTo>
                  <a:pt x="0" y="304800"/>
                </a:lnTo>
                <a:close/>
              </a:path>
              <a:path w="1752600" h="2120900">
                <a:moveTo>
                  <a:pt x="1752600" y="304800"/>
                </a:moveTo>
                <a:lnTo>
                  <a:pt x="1739900" y="330200"/>
                </a:lnTo>
                <a:lnTo>
                  <a:pt x="1739900" y="1879600"/>
                </a:lnTo>
                <a:lnTo>
                  <a:pt x="1727200" y="1905000"/>
                </a:lnTo>
                <a:lnTo>
                  <a:pt x="1676400" y="1955800"/>
                </a:lnTo>
                <a:lnTo>
                  <a:pt x="1638300" y="1981200"/>
                </a:lnTo>
                <a:lnTo>
                  <a:pt x="1600200" y="1993900"/>
                </a:lnTo>
                <a:lnTo>
                  <a:pt x="1549400" y="2019300"/>
                </a:lnTo>
                <a:lnTo>
                  <a:pt x="1485900" y="2032000"/>
                </a:lnTo>
                <a:lnTo>
                  <a:pt x="1435100" y="2057400"/>
                </a:lnTo>
                <a:lnTo>
                  <a:pt x="1358900" y="2070100"/>
                </a:lnTo>
                <a:lnTo>
                  <a:pt x="1295400" y="2082800"/>
                </a:lnTo>
                <a:lnTo>
                  <a:pt x="1219200" y="2095500"/>
                </a:lnTo>
                <a:lnTo>
                  <a:pt x="1054100" y="2108200"/>
                </a:lnTo>
                <a:lnTo>
                  <a:pt x="1219200" y="2108200"/>
                </a:lnTo>
                <a:lnTo>
                  <a:pt x="1371600" y="2082800"/>
                </a:lnTo>
                <a:lnTo>
                  <a:pt x="1435100" y="2070100"/>
                </a:lnTo>
                <a:lnTo>
                  <a:pt x="1498600" y="2044700"/>
                </a:lnTo>
                <a:lnTo>
                  <a:pt x="1549400" y="2032000"/>
                </a:lnTo>
                <a:lnTo>
                  <a:pt x="1600200" y="2006600"/>
                </a:lnTo>
                <a:lnTo>
                  <a:pt x="1651000" y="1993900"/>
                </a:lnTo>
                <a:lnTo>
                  <a:pt x="1689100" y="1968500"/>
                </a:lnTo>
                <a:lnTo>
                  <a:pt x="1739900" y="1917700"/>
                </a:lnTo>
                <a:lnTo>
                  <a:pt x="1752600" y="1879600"/>
                </a:lnTo>
                <a:lnTo>
                  <a:pt x="1752600" y="304800"/>
                </a:lnTo>
                <a:close/>
              </a:path>
              <a:path w="1752600" h="2120900">
                <a:moveTo>
                  <a:pt x="12700" y="292100"/>
                </a:moveTo>
                <a:lnTo>
                  <a:pt x="12700" y="330200"/>
                </a:lnTo>
                <a:lnTo>
                  <a:pt x="38100" y="355600"/>
                </a:lnTo>
                <a:lnTo>
                  <a:pt x="114300" y="406400"/>
                </a:lnTo>
                <a:lnTo>
                  <a:pt x="152400" y="419100"/>
                </a:lnTo>
                <a:lnTo>
                  <a:pt x="254000" y="469900"/>
                </a:lnTo>
                <a:lnTo>
                  <a:pt x="317500" y="482600"/>
                </a:lnTo>
                <a:lnTo>
                  <a:pt x="393700" y="495300"/>
                </a:lnTo>
                <a:lnTo>
                  <a:pt x="533400" y="520700"/>
                </a:lnTo>
                <a:lnTo>
                  <a:pt x="876300" y="546100"/>
                </a:lnTo>
                <a:lnTo>
                  <a:pt x="1054100" y="533400"/>
                </a:lnTo>
                <a:lnTo>
                  <a:pt x="876300" y="533400"/>
                </a:lnTo>
                <a:lnTo>
                  <a:pt x="533400" y="508000"/>
                </a:lnTo>
                <a:lnTo>
                  <a:pt x="393700" y="482600"/>
                </a:lnTo>
                <a:lnTo>
                  <a:pt x="266700" y="457200"/>
                </a:lnTo>
                <a:lnTo>
                  <a:pt x="203200" y="431800"/>
                </a:lnTo>
                <a:lnTo>
                  <a:pt x="152400" y="406400"/>
                </a:lnTo>
                <a:lnTo>
                  <a:pt x="114300" y="393700"/>
                </a:lnTo>
                <a:lnTo>
                  <a:pt x="76200" y="368300"/>
                </a:lnTo>
                <a:lnTo>
                  <a:pt x="25400" y="317500"/>
                </a:lnTo>
                <a:lnTo>
                  <a:pt x="12700" y="292100"/>
                </a:lnTo>
                <a:close/>
              </a:path>
              <a:path w="1752600" h="2120900">
                <a:moveTo>
                  <a:pt x="1739900" y="292100"/>
                </a:moveTo>
                <a:lnTo>
                  <a:pt x="1727200" y="317500"/>
                </a:lnTo>
                <a:lnTo>
                  <a:pt x="1676400" y="368300"/>
                </a:lnTo>
                <a:lnTo>
                  <a:pt x="1638300" y="393700"/>
                </a:lnTo>
                <a:lnTo>
                  <a:pt x="1600200" y="406400"/>
                </a:lnTo>
                <a:lnTo>
                  <a:pt x="1549400" y="431800"/>
                </a:lnTo>
                <a:lnTo>
                  <a:pt x="1485900" y="444500"/>
                </a:lnTo>
                <a:lnTo>
                  <a:pt x="1435100" y="469900"/>
                </a:lnTo>
                <a:lnTo>
                  <a:pt x="1358900" y="482600"/>
                </a:lnTo>
                <a:lnTo>
                  <a:pt x="1295400" y="495300"/>
                </a:lnTo>
                <a:lnTo>
                  <a:pt x="1219200" y="508000"/>
                </a:lnTo>
                <a:lnTo>
                  <a:pt x="876300" y="533400"/>
                </a:lnTo>
                <a:lnTo>
                  <a:pt x="1054100" y="533400"/>
                </a:lnTo>
                <a:lnTo>
                  <a:pt x="1219200" y="520700"/>
                </a:lnTo>
                <a:lnTo>
                  <a:pt x="1371600" y="495300"/>
                </a:lnTo>
                <a:lnTo>
                  <a:pt x="1435100" y="482600"/>
                </a:lnTo>
                <a:lnTo>
                  <a:pt x="1498600" y="457200"/>
                </a:lnTo>
                <a:lnTo>
                  <a:pt x="1549400" y="444500"/>
                </a:lnTo>
                <a:lnTo>
                  <a:pt x="1600200" y="419100"/>
                </a:lnTo>
                <a:lnTo>
                  <a:pt x="1651000" y="406400"/>
                </a:lnTo>
                <a:lnTo>
                  <a:pt x="1689100" y="381000"/>
                </a:lnTo>
                <a:lnTo>
                  <a:pt x="1739900" y="330200"/>
                </a:lnTo>
                <a:lnTo>
                  <a:pt x="1739900" y="292100"/>
                </a:lnTo>
                <a:close/>
              </a:path>
              <a:path w="1752600" h="2120900">
                <a:moveTo>
                  <a:pt x="1054100" y="0"/>
                </a:moveTo>
                <a:lnTo>
                  <a:pt x="698500" y="0"/>
                </a:lnTo>
                <a:lnTo>
                  <a:pt x="533400" y="25400"/>
                </a:lnTo>
                <a:lnTo>
                  <a:pt x="393700" y="50800"/>
                </a:lnTo>
                <a:lnTo>
                  <a:pt x="317500" y="63500"/>
                </a:lnTo>
                <a:lnTo>
                  <a:pt x="254000" y="76200"/>
                </a:lnTo>
                <a:lnTo>
                  <a:pt x="203200" y="101600"/>
                </a:lnTo>
                <a:lnTo>
                  <a:pt x="152400" y="114300"/>
                </a:lnTo>
                <a:lnTo>
                  <a:pt x="38100" y="190500"/>
                </a:lnTo>
                <a:lnTo>
                  <a:pt x="12700" y="215900"/>
                </a:lnTo>
                <a:lnTo>
                  <a:pt x="0" y="241300"/>
                </a:lnTo>
                <a:lnTo>
                  <a:pt x="0" y="304800"/>
                </a:lnTo>
                <a:lnTo>
                  <a:pt x="12700" y="330200"/>
                </a:lnTo>
                <a:lnTo>
                  <a:pt x="12700" y="241300"/>
                </a:lnTo>
                <a:lnTo>
                  <a:pt x="25400" y="215900"/>
                </a:lnTo>
                <a:lnTo>
                  <a:pt x="50800" y="190500"/>
                </a:lnTo>
                <a:lnTo>
                  <a:pt x="76200" y="177800"/>
                </a:lnTo>
                <a:lnTo>
                  <a:pt x="152400" y="127000"/>
                </a:lnTo>
                <a:lnTo>
                  <a:pt x="203200" y="114300"/>
                </a:lnTo>
                <a:lnTo>
                  <a:pt x="266700" y="88900"/>
                </a:lnTo>
                <a:lnTo>
                  <a:pt x="393700" y="63500"/>
                </a:lnTo>
                <a:lnTo>
                  <a:pt x="533400" y="38100"/>
                </a:lnTo>
                <a:lnTo>
                  <a:pt x="698500" y="12700"/>
                </a:lnTo>
                <a:lnTo>
                  <a:pt x="1136650" y="12700"/>
                </a:lnTo>
                <a:lnTo>
                  <a:pt x="1054100" y="0"/>
                </a:lnTo>
                <a:close/>
              </a:path>
              <a:path w="1752600" h="2120900">
                <a:moveTo>
                  <a:pt x="1136650" y="12700"/>
                </a:moveTo>
                <a:lnTo>
                  <a:pt x="1054100" y="12700"/>
                </a:lnTo>
                <a:lnTo>
                  <a:pt x="1219200" y="38100"/>
                </a:lnTo>
                <a:lnTo>
                  <a:pt x="1295400" y="38100"/>
                </a:lnTo>
                <a:lnTo>
                  <a:pt x="1358900" y="63500"/>
                </a:lnTo>
                <a:lnTo>
                  <a:pt x="1435100" y="76200"/>
                </a:lnTo>
                <a:lnTo>
                  <a:pt x="1498600" y="88900"/>
                </a:lnTo>
                <a:lnTo>
                  <a:pt x="1549400" y="114300"/>
                </a:lnTo>
                <a:lnTo>
                  <a:pt x="1600200" y="127000"/>
                </a:lnTo>
                <a:lnTo>
                  <a:pt x="1676400" y="177800"/>
                </a:lnTo>
                <a:lnTo>
                  <a:pt x="1701800" y="190500"/>
                </a:lnTo>
                <a:lnTo>
                  <a:pt x="1727200" y="215900"/>
                </a:lnTo>
                <a:lnTo>
                  <a:pt x="1739900" y="241300"/>
                </a:lnTo>
                <a:lnTo>
                  <a:pt x="1739900" y="330200"/>
                </a:lnTo>
                <a:lnTo>
                  <a:pt x="1752600" y="304800"/>
                </a:lnTo>
                <a:lnTo>
                  <a:pt x="1752600" y="241300"/>
                </a:lnTo>
                <a:lnTo>
                  <a:pt x="1739900" y="215900"/>
                </a:lnTo>
                <a:lnTo>
                  <a:pt x="1689100" y="165100"/>
                </a:lnTo>
                <a:lnTo>
                  <a:pt x="1651000" y="139700"/>
                </a:lnTo>
                <a:lnTo>
                  <a:pt x="1600200" y="114300"/>
                </a:lnTo>
                <a:lnTo>
                  <a:pt x="1549400" y="101600"/>
                </a:lnTo>
                <a:lnTo>
                  <a:pt x="1498600" y="76200"/>
                </a:lnTo>
                <a:lnTo>
                  <a:pt x="1371600" y="50800"/>
                </a:lnTo>
                <a:lnTo>
                  <a:pt x="1295400" y="25400"/>
                </a:lnTo>
                <a:lnTo>
                  <a:pt x="1219200" y="25400"/>
                </a:lnTo>
                <a:lnTo>
                  <a:pt x="113665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97000" y="3708400"/>
            <a:ext cx="11099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dirty="0">
                <a:latin typeface="Arial"/>
                <a:cs typeface="Arial"/>
              </a:rPr>
              <a:t>е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33700" y="3479800"/>
            <a:ext cx="596900" cy="749300"/>
          </a:xfrm>
          <a:custGeom>
            <a:avLst/>
            <a:gdLst/>
            <a:ahLst/>
            <a:cxnLst/>
            <a:rect l="l" t="t" r="r" b="b"/>
            <a:pathLst>
              <a:path w="596900" h="749300">
                <a:moveTo>
                  <a:pt x="444500" y="0"/>
                </a:moveTo>
                <a:lnTo>
                  <a:pt x="444500" y="190500"/>
                </a:lnTo>
                <a:lnTo>
                  <a:pt x="0" y="190500"/>
                </a:lnTo>
                <a:lnTo>
                  <a:pt x="0" y="558800"/>
                </a:lnTo>
                <a:lnTo>
                  <a:pt x="444500" y="558800"/>
                </a:lnTo>
                <a:lnTo>
                  <a:pt x="444500" y="749300"/>
                </a:lnTo>
                <a:lnTo>
                  <a:pt x="596900" y="368300"/>
                </a:lnTo>
                <a:lnTo>
                  <a:pt x="4445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21000" y="3454400"/>
            <a:ext cx="609600" cy="800100"/>
          </a:xfrm>
          <a:custGeom>
            <a:avLst/>
            <a:gdLst/>
            <a:ahLst/>
            <a:cxnLst/>
            <a:rect l="l" t="t" r="r" b="b"/>
            <a:pathLst>
              <a:path w="609600" h="800100">
                <a:moveTo>
                  <a:pt x="457200" y="762000"/>
                </a:moveTo>
                <a:lnTo>
                  <a:pt x="457200" y="800100"/>
                </a:lnTo>
                <a:lnTo>
                  <a:pt x="467590" y="772390"/>
                </a:lnTo>
                <a:lnTo>
                  <a:pt x="457200" y="762000"/>
                </a:lnTo>
                <a:close/>
              </a:path>
              <a:path w="609600" h="800100">
                <a:moveTo>
                  <a:pt x="469900" y="766233"/>
                </a:moveTo>
                <a:lnTo>
                  <a:pt x="467590" y="772390"/>
                </a:lnTo>
                <a:lnTo>
                  <a:pt x="469900" y="774700"/>
                </a:lnTo>
                <a:lnTo>
                  <a:pt x="469900" y="766233"/>
                </a:lnTo>
                <a:close/>
              </a:path>
              <a:path w="609600" h="800100">
                <a:moveTo>
                  <a:pt x="469900" y="728518"/>
                </a:moveTo>
                <a:lnTo>
                  <a:pt x="457200" y="762000"/>
                </a:lnTo>
                <a:lnTo>
                  <a:pt x="467590" y="772390"/>
                </a:lnTo>
                <a:lnTo>
                  <a:pt x="469900" y="766233"/>
                </a:lnTo>
                <a:lnTo>
                  <a:pt x="469900" y="728518"/>
                </a:lnTo>
                <a:close/>
              </a:path>
              <a:path w="609600" h="800100">
                <a:moveTo>
                  <a:pt x="594532" y="399942"/>
                </a:moveTo>
                <a:lnTo>
                  <a:pt x="469900" y="728518"/>
                </a:lnTo>
                <a:lnTo>
                  <a:pt x="469900" y="766233"/>
                </a:lnTo>
                <a:lnTo>
                  <a:pt x="604837" y="406400"/>
                </a:lnTo>
                <a:lnTo>
                  <a:pt x="596900" y="406400"/>
                </a:lnTo>
                <a:lnTo>
                  <a:pt x="594532" y="399942"/>
                </a:lnTo>
                <a:close/>
              </a:path>
              <a:path w="609600" h="800100">
                <a:moveTo>
                  <a:pt x="469900" y="571500"/>
                </a:moveTo>
                <a:lnTo>
                  <a:pt x="12700" y="571500"/>
                </a:lnTo>
                <a:lnTo>
                  <a:pt x="12700" y="584200"/>
                </a:lnTo>
                <a:lnTo>
                  <a:pt x="457200" y="584200"/>
                </a:lnTo>
                <a:lnTo>
                  <a:pt x="457200" y="762000"/>
                </a:lnTo>
                <a:lnTo>
                  <a:pt x="469900" y="728518"/>
                </a:lnTo>
                <a:lnTo>
                  <a:pt x="469900" y="571500"/>
                </a:lnTo>
                <a:close/>
              </a:path>
              <a:path w="609600" h="800100">
                <a:moveTo>
                  <a:pt x="457200" y="203200"/>
                </a:moveTo>
                <a:lnTo>
                  <a:pt x="0" y="203200"/>
                </a:lnTo>
                <a:lnTo>
                  <a:pt x="0" y="584200"/>
                </a:lnTo>
                <a:lnTo>
                  <a:pt x="12700" y="584200"/>
                </a:lnTo>
                <a:lnTo>
                  <a:pt x="12700" y="215900"/>
                </a:lnTo>
                <a:lnTo>
                  <a:pt x="457200" y="215900"/>
                </a:lnTo>
                <a:lnTo>
                  <a:pt x="457200" y="203200"/>
                </a:lnTo>
                <a:close/>
              </a:path>
              <a:path w="609600" h="800100">
                <a:moveTo>
                  <a:pt x="596900" y="393700"/>
                </a:moveTo>
                <a:lnTo>
                  <a:pt x="594532" y="399942"/>
                </a:lnTo>
                <a:lnTo>
                  <a:pt x="596900" y="406400"/>
                </a:lnTo>
                <a:lnTo>
                  <a:pt x="596900" y="393700"/>
                </a:lnTo>
                <a:close/>
              </a:path>
              <a:path w="609600" h="800100">
                <a:moveTo>
                  <a:pt x="609600" y="393700"/>
                </a:moveTo>
                <a:lnTo>
                  <a:pt x="596900" y="393700"/>
                </a:lnTo>
                <a:lnTo>
                  <a:pt x="596900" y="406400"/>
                </a:lnTo>
                <a:lnTo>
                  <a:pt x="604837" y="406400"/>
                </a:lnTo>
                <a:lnTo>
                  <a:pt x="609600" y="393700"/>
                </a:lnTo>
                <a:close/>
              </a:path>
              <a:path w="609600" h="800100">
                <a:moveTo>
                  <a:pt x="469900" y="32808"/>
                </a:moveTo>
                <a:lnTo>
                  <a:pt x="469900" y="60036"/>
                </a:lnTo>
                <a:lnTo>
                  <a:pt x="594532" y="399942"/>
                </a:lnTo>
                <a:lnTo>
                  <a:pt x="596900" y="393700"/>
                </a:lnTo>
                <a:lnTo>
                  <a:pt x="609600" y="393700"/>
                </a:lnTo>
                <a:lnTo>
                  <a:pt x="469900" y="32808"/>
                </a:lnTo>
                <a:close/>
              </a:path>
              <a:path w="609600" h="800100">
                <a:moveTo>
                  <a:pt x="457200" y="25400"/>
                </a:moveTo>
                <a:lnTo>
                  <a:pt x="457200" y="215900"/>
                </a:lnTo>
                <a:lnTo>
                  <a:pt x="469900" y="215900"/>
                </a:lnTo>
                <a:lnTo>
                  <a:pt x="469900" y="60036"/>
                </a:lnTo>
                <a:lnTo>
                  <a:pt x="457200" y="25400"/>
                </a:lnTo>
                <a:close/>
              </a:path>
              <a:path w="609600" h="800100">
                <a:moveTo>
                  <a:pt x="457200" y="0"/>
                </a:moveTo>
                <a:lnTo>
                  <a:pt x="457200" y="25400"/>
                </a:lnTo>
                <a:lnTo>
                  <a:pt x="469900" y="60036"/>
                </a:lnTo>
                <a:lnTo>
                  <a:pt x="469900" y="32808"/>
                </a:lnTo>
                <a:lnTo>
                  <a:pt x="457200" y="0"/>
                </a:lnTo>
                <a:close/>
              </a:path>
              <a:path w="609600" h="800100">
                <a:moveTo>
                  <a:pt x="469900" y="25400"/>
                </a:moveTo>
                <a:lnTo>
                  <a:pt x="467032" y="25400"/>
                </a:lnTo>
                <a:lnTo>
                  <a:pt x="469900" y="32808"/>
                </a:lnTo>
                <a:lnTo>
                  <a:pt x="4699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2800" y="2489200"/>
            <a:ext cx="228473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8400" y="4597400"/>
            <a:ext cx="1625600" cy="165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06800" y="2946400"/>
            <a:ext cx="1816100" cy="1651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33800" y="3073400"/>
            <a:ext cx="381000" cy="1422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16400" y="3073400"/>
            <a:ext cx="63500" cy="5715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03700" y="3771900"/>
            <a:ext cx="88900" cy="76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56100" y="3073400"/>
            <a:ext cx="292100" cy="330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49800" y="3073400"/>
            <a:ext cx="558800" cy="3302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68900" y="3492500"/>
            <a:ext cx="152400" cy="3683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06800" y="2946400"/>
            <a:ext cx="1816100" cy="1816100"/>
          </a:xfrm>
          <a:custGeom>
            <a:avLst/>
            <a:gdLst/>
            <a:ahLst/>
            <a:cxnLst/>
            <a:rect l="l" t="t" r="r" b="b"/>
            <a:pathLst>
              <a:path w="1816100" h="1816100">
                <a:moveTo>
                  <a:pt x="88900" y="1651000"/>
                </a:moveTo>
                <a:lnTo>
                  <a:pt x="88900" y="1816100"/>
                </a:lnTo>
                <a:lnTo>
                  <a:pt x="101600" y="1816100"/>
                </a:lnTo>
                <a:lnTo>
                  <a:pt x="101600" y="1663700"/>
                </a:lnTo>
                <a:lnTo>
                  <a:pt x="88900" y="1651000"/>
                </a:lnTo>
                <a:close/>
              </a:path>
              <a:path w="1816100" h="1816100">
                <a:moveTo>
                  <a:pt x="1727200" y="1803400"/>
                </a:moveTo>
                <a:lnTo>
                  <a:pt x="101600" y="1803400"/>
                </a:lnTo>
                <a:lnTo>
                  <a:pt x="101600" y="1816100"/>
                </a:lnTo>
                <a:lnTo>
                  <a:pt x="1727200" y="1816100"/>
                </a:lnTo>
                <a:lnTo>
                  <a:pt x="1727200" y="1803400"/>
                </a:lnTo>
                <a:close/>
              </a:path>
              <a:path w="1816100" h="1816100">
                <a:moveTo>
                  <a:pt x="1739900" y="1651000"/>
                </a:moveTo>
                <a:lnTo>
                  <a:pt x="1727200" y="1663700"/>
                </a:lnTo>
                <a:lnTo>
                  <a:pt x="1727200" y="1816100"/>
                </a:lnTo>
                <a:lnTo>
                  <a:pt x="1739900" y="1816100"/>
                </a:lnTo>
                <a:lnTo>
                  <a:pt x="1739900" y="1651000"/>
                </a:lnTo>
                <a:close/>
              </a:path>
              <a:path w="1816100" h="1816100">
                <a:moveTo>
                  <a:pt x="12700" y="0"/>
                </a:moveTo>
                <a:lnTo>
                  <a:pt x="0" y="12700"/>
                </a:lnTo>
                <a:lnTo>
                  <a:pt x="0" y="1663700"/>
                </a:lnTo>
                <a:lnTo>
                  <a:pt x="88900" y="1663700"/>
                </a:lnTo>
                <a:lnTo>
                  <a:pt x="88900" y="1651000"/>
                </a:lnTo>
                <a:lnTo>
                  <a:pt x="12700" y="1651000"/>
                </a:lnTo>
                <a:lnTo>
                  <a:pt x="12700" y="0"/>
                </a:lnTo>
                <a:close/>
              </a:path>
              <a:path w="1816100" h="1816100">
                <a:moveTo>
                  <a:pt x="101600" y="1651000"/>
                </a:moveTo>
                <a:lnTo>
                  <a:pt x="88900" y="1651000"/>
                </a:lnTo>
                <a:lnTo>
                  <a:pt x="101600" y="1663700"/>
                </a:lnTo>
                <a:lnTo>
                  <a:pt x="101600" y="1651000"/>
                </a:lnTo>
                <a:close/>
              </a:path>
              <a:path w="1816100" h="1816100">
                <a:moveTo>
                  <a:pt x="1739900" y="1651000"/>
                </a:moveTo>
                <a:lnTo>
                  <a:pt x="1727200" y="1651000"/>
                </a:lnTo>
                <a:lnTo>
                  <a:pt x="1727200" y="1663700"/>
                </a:lnTo>
                <a:lnTo>
                  <a:pt x="1739900" y="1651000"/>
                </a:lnTo>
                <a:close/>
              </a:path>
              <a:path w="1816100" h="1816100">
                <a:moveTo>
                  <a:pt x="1803400" y="0"/>
                </a:moveTo>
                <a:lnTo>
                  <a:pt x="1803400" y="1651000"/>
                </a:lnTo>
                <a:lnTo>
                  <a:pt x="1739900" y="1651000"/>
                </a:lnTo>
                <a:lnTo>
                  <a:pt x="1739900" y="1663700"/>
                </a:lnTo>
                <a:lnTo>
                  <a:pt x="1816100" y="1663700"/>
                </a:lnTo>
                <a:lnTo>
                  <a:pt x="1816100" y="12700"/>
                </a:lnTo>
                <a:lnTo>
                  <a:pt x="1803400" y="0"/>
                </a:lnTo>
                <a:close/>
              </a:path>
              <a:path w="1816100" h="18161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816100" h="1816100">
                <a:moveTo>
                  <a:pt x="1803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803400" y="12700"/>
                </a:lnTo>
                <a:lnTo>
                  <a:pt x="1803400" y="0"/>
                </a:lnTo>
                <a:close/>
              </a:path>
              <a:path w="1816100" h="1816100">
                <a:moveTo>
                  <a:pt x="1816100" y="0"/>
                </a:moveTo>
                <a:lnTo>
                  <a:pt x="1803400" y="0"/>
                </a:lnTo>
                <a:lnTo>
                  <a:pt x="1816100" y="12700"/>
                </a:lnTo>
                <a:lnTo>
                  <a:pt x="1816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08400" y="3073400"/>
            <a:ext cx="1625600" cy="1689100"/>
          </a:xfrm>
          <a:custGeom>
            <a:avLst/>
            <a:gdLst/>
            <a:ahLst/>
            <a:cxnLst/>
            <a:rect l="l" t="t" r="r" b="b"/>
            <a:pathLst>
              <a:path w="1625600" h="1689100">
                <a:moveTo>
                  <a:pt x="76200" y="1524000"/>
                </a:moveTo>
                <a:lnTo>
                  <a:pt x="63500" y="1536700"/>
                </a:lnTo>
                <a:lnTo>
                  <a:pt x="63500" y="1689100"/>
                </a:lnTo>
                <a:lnTo>
                  <a:pt x="76200" y="1689100"/>
                </a:lnTo>
                <a:lnTo>
                  <a:pt x="76200" y="1524000"/>
                </a:lnTo>
                <a:close/>
              </a:path>
              <a:path w="1625600" h="1689100">
                <a:moveTo>
                  <a:pt x="114300" y="1524000"/>
                </a:moveTo>
                <a:lnTo>
                  <a:pt x="114300" y="1689100"/>
                </a:lnTo>
                <a:lnTo>
                  <a:pt x="127000" y="1689100"/>
                </a:lnTo>
                <a:lnTo>
                  <a:pt x="127000" y="1536700"/>
                </a:lnTo>
                <a:lnTo>
                  <a:pt x="114300" y="1524000"/>
                </a:lnTo>
                <a:close/>
              </a:path>
              <a:path w="1625600" h="1689100">
                <a:moveTo>
                  <a:pt x="203200" y="1524000"/>
                </a:moveTo>
                <a:lnTo>
                  <a:pt x="190500" y="1536700"/>
                </a:lnTo>
                <a:lnTo>
                  <a:pt x="190500" y="1689100"/>
                </a:lnTo>
                <a:lnTo>
                  <a:pt x="203200" y="1689100"/>
                </a:lnTo>
                <a:lnTo>
                  <a:pt x="203200" y="1524000"/>
                </a:lnTo>
                <a:close/>
              </a:path>
              <a:path w="1625600" h="1689100">
                <a:moveTo>
                  <a:pt x="254000" y="1524000"/>
                </a:moveTo>
                <a:lnTo>
                  <a:pt x="254000" y="1689100"/>
                </a:lnTo>
                <a:lnTo>
                  <a:pt x="266700" y="1689100"/>
                </a:lnTo>
                <a:lnTo>
                  <a:pt x="266700" y="1536700"/>
                </a:lnTo>
                <a:lnTo>
                  <a:pt x="254000" y="1524000"/>
                </a:lnTo>
                <a:close/>
              </a:path>
              <a:path w="1625600" h="1689100">
                <a:moveTo>
                  <a:pt x="342900" y="1524000"/>
                </a:moveTo>
                <a:lnTo>
                  <a:pt x="330200" y="1536700"/>
                </a:lnTo>
                <a:lnTo>
                  <a:pt x="330200" y="1689100"/>
                </a:lnTo>
                <a:lnTo>
                  <a:pt x="342900" y="1689100"/>
                </a:lnTo>
                <a:lnTo>
                  <a:pt x="342900" y="1524000"/>
                </a:lnTo>
                <a:close/>
              </a:path>
              <a:path w="1625600" h="1689100">
                <a:moveTo>
                  <a:pt x="393700" y="1524000"/>
                </a:moveTo>
                <a:lnTo>
                  <a:pt x="393700" y="1689100"/>
                </a:lnTo>
                <a:lnTo>
                  <a:pt x="406400" y="1689100"/>
                </a:lnTo>
                <a:lnTo>
                  <a:pt x="406400" y="1536700"/>
                </a:lnTo>
                <a:lnTo>
                  <a:pt x="393700" y="1524000"/>
                </a:lnTo>
                <a:close/>
              </a:path>
              <a:path w="1625600" h="1689100">
                <a:moveTo>
                  <a:pt x="482600" y="1524000"/>
                </a:moveTo>
                <a:lnTo>
                  <a:pt x="469900" y="1536700"/>
                </a:lnTo>
                <a:lnTo>
                  <a:pt x="469900" y="1689100"/>
                </a:lnTo>
                <a:lnTo>
                  <a:pt x="482600" y="1689100"/>
                </a:lnTo>
                <a:lnTo>
                  <a:pt x="482600" y="1524000"/>
                </a:lnTo>
                <a:close/>
              </a:path>
              <a:path w="1625600" h="1689100">
                <a:moveTo>
                  <a:pt x="533400" y="1524000"/>
                </a:moveTo>
                <a:lnTo>
                  <a:pt x="533400" y="1689100"/>
                </a:lnTo>
                <a:lnTo>
                  <a:pt x="546100" y="1689100"/>
                </a:lnTo>
                <a:lnTo>
                  <a:pt x="546100" y="1536700"/>
                </a:lnTo>
                <a:lnTo>
                  <a:pt x="533400" y="1524000"/>
                </a:lnTo>
                <a:close/>
              </a:path>
              <a:path w="1625600" h="1689100">
                <a:moveTo>
                  <a:pt x="622300" y="1524000"/>
                </a:moveTo>
                <a:lnTo>
                  <a:pt x="609600" y="1536700"/>
                </a:lnTo>
                <a:lnTo>
                  <a:pt x="609600" y="1689100"/>
                </a:lnTo>
                <a:lnTo>
                  <a:pt x="622300" y="1689100"/>
                </a:lnTo>
                <a:lnTo>
                  <a:pt x="622300" y="1524000"/>
                </a:lnTo>
                <a:close/>
              </a:path>
              <a:path w="1625600" h="1689100">
                <a:moveTo>
                  <a:pt x="673100" y="1524000"/>
                </a:moveTo>
                <a:lnTo>
                  <a:pt x="673100" y="1689100"/>
                </a:lnTo>
                <a:lnTo>
                  <a:pt x="685800" y="1689100"/>
                </a:lnTo>
                <a:lnTo>
                  <a:pt x="685800" y="1536700"/>
                </a:lnTo>
                <a:lnTo>
                  <a:pt x="673100" y="1524000"/>
                </a:lnTo>
                <a:close/>
              </a:path>
              <a:path w="1625600" h="1689100">
                <a:moveTo>
                  <a:pt x="762000" y="1524000"/>
                </a:moveTo>
                <a:lnTo>
                  <a:pt x="749300" y="1536700"/>
                </a:lnTo>
                <a:lnTo>
                  <a:pt x="749300" y="1689100"/>
                </a:lnTo>
                <a:lnTo>
                  <a:pt x="762000" y="1689100"/>
                </a:lnTo>
                <a:lnTo>
                  <a:pt x="762000" y="1524000"/>
                </a:lnTo>
                <a:close/>
              </a:path>
              <a:path w="1625600" h="1689100">
                <a:moveTo>
                  <a:pt x="812800" y="1524000"/>
                </a:moveTo>
                <a:lnTo>
                  <a:pt x="812800" y="1689100"/>
                </a:lnTo>
                <a:lnTo>
                  <a:pt x="825500" y="1689100"/>
                </a:lnTo>
                <a:lnTo>
                  <a:pt x="825500" y="1536700"/>
                </a:lnTo>
                <a:lnTo>
                  <a:pt x="812800" y="1524000"/>
                </a:lnTo>
                <a:close/>
              </a:path>
              <a:path w="1625600" h="1689100">
                <a:moveTo>
                  <a:pt x="901700" y="1524000"/>
                </a:moveTo>
                <a:lnTo>
                  <a:pt x="889000" y="1536700"/>
                </a:lnTo>
                <a:lnTo>
                  <a:pt x="889000" y="1689100"/>
                </a:lnTo>
                <a:lnTo>
                  <a:pt x="901700" y="1689100"/>
                </a:lnTo>
                <a:lnTo>
                  <a:pt x="901700" y="1524000"/>
                </a:lnTo>
                <a:close/>
              </a:path>
              <a:path w="1625600" h="1689100">
                <a:moveTo>
                  <a:pt x="952500" y="1524000"/>
                </a:moveTo>
                <a:lnTo>
                  <a:pt x="939800" y="1536700"/>
                </a:lnTo>
                <a:lnTo>
                  <a:pt x="939800" y="1689100"/>
                </a:lnTo>
                <a:lnTo>
                  <a:pt x="952500" y="1689100"/>
                </a:lnTo>
                <a:lnTo>
                  <a:pt x="952500" y="1524000"/>
                </a:lnTo>
                <a:close/>
              </a:path>
              <a:path w="1625600" h="1689100">
                <a:moveTo>
                  <a:pt x="1003300" y="1524000"/>
                </a:moveTo>
                <a:lnTo>
                  <a:pt x="1003300" y="1689100"/>
                </a:lnTo>
                <a:lnTo>
                  <a:pt x="1016000" y="1689100"/>
                </a:lnTo>
                <a:lnTo>
                  <a:pt x="1016000" y="1536700"/>
                </a:lnTo>
                <a:lnTo>
                  <a:pt x="1003300" y="1524000"/>
                </a:lnTo>
                <a:close/>
              </a:path>
              <a:path w="1625600" h="1689100">
                <a:moveTo>
                  <a:pt x="1092200" y="1524000"/>
                </a:moveTo>
                <a:lnTo>
                  <a:pt x="1079500" y="1536700"/>
                </a:lnTo>
                <a:lnTo>
                  <a:pt x="1079500" y="1689100"/>
                </a:lnTo>
                <a:lnTo>
                  <a:pt x="1092200" y="1689100"/>
                </a:lnTo>
                <a:lnTo>
                  <a:pt x="1092200" y="1524000"/>
                </a:lnTo>
                <a:close/>
              </a:path>
              <a:path w="1625600" h="1689100">
                <a:moveTo>
                  <a:pt x="1143000" y="1524000"/>
                </a:moveTo>
                <a:lnTo>
                  <a:pt x="1143000" y="1689100"/>
                </a:lnTo>
                <a:lnTo>
                  <a:pt x="1155700" y="1689100"/>
                </a:lnTo>
                <a:lnTo>
                  <a:pt x="1155700" y="1536700"/>
                </a:lnTo>
                <a:lnTo>
                  <a:pt x="1143000" y="1524000"/>
                </a:lnTo>
                <a:close/>
              </a:path>
              <a:path w="1625600" h="1689100">
                <a:moveTo>
                  <a:pt x="1231900" y="1524000"/>
                </a:moveTo>
                <a:lnTo>
                  <a:pt x="1219200" y="1536700"/>
                </a:lnTo>
                <a:lnTo>
                  <a:pt x="1219200" y="1689100"/>
                </a:lnTo>
                <a:lnTo>
                  <a:pt x="1231900" y="1689100"/>
                </a:lnTo>
                <a:lnTo>
                  <a:pt x="1231900" y="1524000"/>
                </a:lnTo>
                <a:close/>
              </a:path>
              <a:path w="1625600" h="1689100">
                <a:moveTo>
                  <a:pt x="1282700" y="1524000"/>
                </a:moveTo>
                <a:lnTo>
                  <a:pt x="1282700" y="1689100"/>
                </a:lnTo>
                <a:lnTo>
                  <a:pt x="1295400" y="1689100"/>
                </a:lnTo>
                <a:lnTo>
                  <a:pt x="1295400" y="1536700"/>
                </a:lnTo>
                <a:lnTo>
                  <a:pt x="1282700" y="1524000"/>
                </a:lnTo>
                <a:close/>
              </a:path>
              <a:path w="1625600" h="1689100">
                <a:moveTo>
                  <a:pt x="1371600" y="1524000"/>
                </a:moveTo>
                <a:lnTo>
                  <a:pt x="1358900" y="1536700"/>
                </a:lnTo>
                <a:lnTo>
                  <a:pt x="1358900" y="1689100"/>
                </a:lnTo>
                <a:lnTo>
                  <a:pt x="1371600" y="1689100"/>
                </a:lnTo>
                <a:lnTo>
                  <a:pt x="1371600" y="1524000"/>
                </a:lnTo>
                <a:close/>
              </a:path>
              <a:path w="1625600" h="1689100">
                <a:moveTo>
                  <a:pt x="1422400" y="1524000"/>
                </a:moveTo>
                <a:lnTo>
                  <a:pt x="1422400" y="1689100"/>
                </a:lnTo>
                <a:lnTo>
                  <a:pt x="1435100" y="1689100"/>
                </a:lnTo>
                <a:lnTo>
                  <a:pt x="1435100" y="1536700"/>
                </a:lnTo>
                <a:lnTo>
                  <a:pt x="1422400" y="1524000"/>
                </a:lnTo>
                <a:close/>
              </a:path>
              <a:path w="1625600" h="1689100">
                <a:moveTo>
                  <a:pt x="1511300" y="1524000"/>
                </a:moveTo>
                <a:lnTo>
                  <a:pt x="1498600" y="1536700"/>
                </a:lnTo>
                <a:lnTo>
                  <a:pt x="1498600" y="1689100"/>
                </a:lnTo>
                <a:lnTo>
                  <a:pt x="1511300" y="1689100"/>
                </a:lnTo>
                <a:lnTo>
                  <a:pt x="1511300" y="1524000"/>
                </a:lnTo>
                <a:close/>
              </a:path>
              <a:path w="1625600" h="1689100">
                <a:moveTo>
                  <a:pt x="1562100" y="1524000"/>
                </a:moveTo>
                <a:lnTo>
                  <a:pt x="1562100" y="1689100"/>
                </a:lnTo>
                <a:lnTo>
                  <a:pt x="1574800" y="1689100"/>
                </a:lnTo>
                <a:lnTo>
                  <a:pt x="1574800" y="1536700"/>
                </a:lnTo>
                <a:lnTo>
                  <a:pt x="1562100" y="1524000"/>
                </a:lnTo>
                <a:close/>
              </a:path>
              <a:path w="1625600" h="1689100">
                <a:moveTo>
                  <a:pt x="63500" y="1524000"/>
                </a:moveTo>
                <a:lnTo>
                  <a:pt x="0" y="1524000"/>
                </a:lnTo>
                <a:lnTo>
                  <a:pt x="0" y="1536700"/>
                </a:lnTo>
                <a:lnTo>
                  <a:pt x="63500" y="1536700"/>
                </a:lnTo>
                <a:lnTo>
                  <a:pt x="63500" y="1524000"/>
                </a:lnTo>
                <a:close/>
              </a:path>
              <a:path w="1625600" h="1689100">
                <a:moveTo>
                  <a:pt x="76200" y="1524000"/>
                </a:moveTo>
                <a:lnTo>
                  <a:pt x="63500" y="1524000"/>
                </a:lnTo>
                <a:lnTo>
                  <a:pt x="63500" y="1536700"/>
                </a:lnTo>
                <a:lnTo>
                  <a:pt x="76200" y="1524000"/>
                </a:lnTo>
                <a:close/>
              </a:path>
              <a:path w="1625600" h="1689100">
                <a:moveTo>
                  <a:pt x="114300" y="1524000"/>
                </a:moveTo>
                <a:lnTo>
                  <a:pt x="76200" y="1524000"/>
                </a:lnTo>
                <a:lnTo>
                  <a:pt x="76200" y="1536700"/>
                </a:lnTo>
                <a:lnTo>
                  <a:pt x="114300" y="1536700"/>
                </a:lnTo>
                <a:lnTo>
                  <a:pt x="114300" y="1524000"/>
                </a:lnTo>
                <a:close/>
              </a:path>
              <a:path w="1625600" h="1689100">
                <a:moveTo>
                  <a:pt x="127000" y="1524000"/>
                </a:moveTo>
                <a:lnTo>
                  <a:pt x="114300" y="1524000"/>
                </a:lnTo>
                <a:lnTo>
                  <a:pt x="127000" y="1536700"/>
                </a:lnTo>
                <a:lnTo>
                  <a:pt x="127000" y="1524000"/>
                </a:lnTo>
                <a:close/>
              </a:path>
              <a:path w="1625600" h="1689100">
                <a:moveTo>
                  <a:pt x="190500" y="1524000"/>
                </a:moveTo>
                <a:lnTo>
                  <a:pt x="127000" y="1524000"/>
                </a:lnTo>
                <a:lnTo>
                  <a:pt x="127000" y="1536700"/>
                </a:lnTo>
                <a:lnTo>
                  <a:pt x="190500" y="1536700"/>
                </a:lnTo>
                <a:lnTo>
                  <a:pt x="190500" y="1524000"/>
                </a:lnTo>
                <a:close/>
              </a:path>
              <a:path w="1625600" h="1689100">
                <a:moveTo>
                  <a:pt x="203200" y="1524000"/>
                </a:moveTo>
                <a:lnTo>
                  <a:pt x="190500" y="1524000"/>
                </a:lnTo>
                <a:lnTo>
                  <a:pt x="190500" y="1536700"/>
                </a:lnTo>
                <a:lnTo>
                  <a:pt x="203200" y="1524000"/>
                </a:lnTo>
                <a:close/>
              </a:path>
              <a:path w="1625600" h="1689100">
                <a:moveTo>
                  <a:pt x="254000" y="1524000"/>
                </a:moveTo>
                <a:lnTo>
                  <a:pt x="203200" y="1524000"/>
                </a:lnTo>
                <a:lnTo>
                  <a:pt x="203200" y="1536700"/>
                </a:lnTo>
                <a:lnTo>
                  <a:pt x="254000" y="1536700"/>
                </a:lnTo>
                <a:lnTo>
                  <a:pt x="254000" y="1524000"/>
                </a:lnTo>
                <a:close/>
              </a:path>
              <a:path w="1625600" h="1689100">
                <a:moveTo>
                  <a:pt x="266700" y="1524000"/>
                </a:moveTo>
                <a:lnTo>
                  <a:pt x="254000" y="1524000"/>
                </a:lnTo>
                <a:lnTo>
                  <a:pt x="266700" y="1536700"/>
                </a:lnTo>
                <a:lnTo>
                  <a:pt x="266700" y="1524000"/>
                </a:lnTo>
                <a:close/>
              </a:path>
              <a:path w="1625600" h="1689100">
                <a:moveTo>
                  <a:pt x="330200" y="1524000"/>
                </a:moveTo>
                <a:lnTo>
                  <a:pt x="266700" y="1524000"/>
                </a:lnTo>
                <a:lnTo>
                  <a:pt x="266700" y="1536700"/>
                </a:lnTo>
                <a:lnTo>
                  <a:pt x="330200" y="1536700"/>
                </a:lnTo>
                <a:lnTo>
                  <a:pt x="330200" y="1524000"/>
                </a:lnTo>
                <a:close/>
              </a:path>
              <a:path w="1625600" h="1689100">
                <a:moveTo>
                  <a:pt x="342900" y="1524000"/>
                </a:moveTo>
                <a:lnTo>
                  <a:pt x="330200" y="1524000"/>
                </a:lnTo>
                <a:lnTo>
                  <a:pt x="330200" y="1536700"/>
                </a:lnTo>
                <a:lnTo>
                  <a:pt x="342900" y="1524000"/>
                </a:lnTo>
                <a:close/>
              </a:path>
              <a:path w="1625600" h="1689100">
                <a:moveTo>
                  <a:pt x="393700" y="1524000"/>
                </a:moveTo>
                <a:lnTo>
                  <a:pt x="342900" y="1524000"/>
                </a:lnTo>
                <a:lnTo>
                  <a:pt x="342900" y="1536700"/>
                </a:lnTo>
                <a:lnTo>
                  <a:pt x="393700" y="1536700"/>
                </a:lnTo>
                <a:lnTo>
                  <a:pt x="393700" y="1524000"/>
                </a:lnTo>
                <a:close/>
              </a:path>
              <a:path w="1625600" h="1689100">
                <a:moveTo>
                  <a:pt x="406400" y="1524000"/>
                </a:moveTo>
                <a:lnTo>
                  <a:pt x="393700" y="1524000"/>
                </a:lnTo>
                <a:lnTo>
                  <a:pt x="406400" y="1536700"/>
                </a:lnTo>
                <a:lnTo>
                  <a:pt x="406400" y="1524000"/>
                </a:lnTo>
                <a:close/>
              </a:path>
              <a:path w="1625600" h="1689100">
                <a:moveTo>
                  <a:pt x="469900" y="1524000"/>
                </a:moveTo>
                <a:lnTo>
                  <a:pt x="406400" y="1524000"/>
                </a:lnTo>
                <a:lnTo>
                  <a:pt x="406400" y="1536700"/>
                </a:lnTo>
                <a:lnTo>
                  <a:pt x="469900" y="1536700"/>
                </a:lnTo>
                <a:lnTo>
                  <a:pt x="469900" y="1524000"/>
                </a:lnTo>
                <a:close/>
              </a:path>
              <a:path w="1625600" h="1689100">
                <a:moveTo>
                  <a:pt x="482600" y="1524000"/>
                </a:moveTo>
                <a:lnTo>
                  <a:pt x="469900" y="1524000"/>
                </a:lnTo>
                <a:lnTo>
                  <a:pt x="469900" y="1536700"/>
                </a:lnTo>
                <a:lnTo>
                  <a:pt x="482600" y="1524000"/>
                </a:lnTo>
                <a:close/>
              </a:path>
              <a:path w="1625600" h="1689100">
                <a:moveTo>
                  <a:pt x="533400" y="1524000"/>
                </a:moveTo>
                <a:lnTo>
                  <a:pt x="482600" y="1524000"/>
                </a:lnTo>
                <a:lnTo>
                  <a:pt x="482600" y="1536700"/>
                </a:lnTo>
                <a:lnTo>
                  <a:pt x="533400" y="1536700"/>
                </a:lnTo>
                <a:lnTo>
                  <a:pt x="533400" y="1524000"/>
                </a:lnTo>
                <a:close/>
              </a:path>
              <a:path w="1625600" h="1689100">
                <a:moveTo>
                  <a:pt x="546100" y="1524000"/>
                </a:moveTo>
                <a:lnTo>
                  <a:pt x="533400" y="1524000"/>
                </a:lnTo>
                <a:lnTo>
                  <a:pt x="546100" y="1536700"/>
                </a:lnTo>
                <a:lnTo>
                  <a:pt x="546100" y="1524000"/>
                </a:lnTo>
                <a:close/>
              </a:path>
              <a:path w="1625600" h="1689100">
                <a:moveTo>
                  <a:pt x="609600" y="1524000"/>
                </a:moveTo>
                <a:lnTo>
                  <a:pt x="546100" y="1524000"/>
                </a:lnTo>
                <a:lnTo>
                  <a:pt x="546100" y="1536700"/>
                </a:lnTo>
                <a:lnTo>
                  <a:pt x="609600" y="1536700"/>
                </a:lnTo>
                <a:lnTo>
                  <a:pt x="609600" y="1524000"/>
                </a:lnTo>
                <a:close/>
              </a:path>
              <a:path w="1625600" h="1689100">
                <a:moveTo>
                  <a:pt x="622300" y="1524000"/>
                </a:moveTo>
                <a:lnTo>
                  <a:pt x="609600" y="1524000"/>
                </a:lnTo>
                <a:lnTo>
                  <a:pt x="609600" y="1536700"/>
                </a:lnTo>
                <a:lnTo>
                  <a:pt x="622300" y="1524000"/>
                </a:lnTo>
                <a:close/>
              </a:path>
              <a:path w="1625600" h="1689100">
                <a:moveTo>
                  <a:pt x="673100" y="1524000"/>
                </a:moveTo>
                <a:lnTo>
                  <a:pt x="622300" y="1524000"/>
                </a:lnTo>
                <a:lnTo>
                  <a:pt x="622300" y="1536700"/>
                </a:lnTo>
                <a:lnTo>
                  <a:pt x="673100" y="1536700"/>
                </a:lnTo>
                <a:lnTo>
                  <a:pt x="673100" y="1524000"/>
                </a:lnTo>
                <a:close/>
              </a:path>
              <a:path w="1625600" h="1689100">
                <a:moveTo>
                  <a:pt x="685800" y="1524000"/>
                </a:moveTo>
                <a:lnTo>
                  <a:pt x="673100" y="1524000"/>
                </a:lnTo>
                <a:lnTo>
                  <a:pt x="685800" y="1536700"/>
                </a:lnTo>
                <a:lnTo>
                  <a:pt x="685800" y="1524000"/>
                </a:lnTo>
                <a:close/>
              </a:path>
              <a:path w="1625600" h="1689100">
                <a:moveTo>
                  <a:pt x="749300" y="1524000"/>
                </a:moveTo>
                <a:lnTo>
                  <a:pt x="685800" y="1524000"/>
                </a:lnTo>
                <a:lnTo>
                  <a:pt x="685800" y="1536700"/>
                </a:lnTo>
                <a:lnTo>
                  <a:pt x="749300" y="1536700"/>
                </a:lnTo>
                <a:lnTo>
                  <a:pt x="749300" y="1524000"/>
                </a:lnTo>
                <a:close/>
              </a:path>
              <a:path w="1625600" h="1689100">
                <a:moveTo>
                  <a:pt x="762000" y="1524000"/>
                </a:moveTo>
                <a:lnTo>
                  <a:pt x="749300" y="1524000"/>
                </a:lnTo>
                <a:lnTo>
                  <a:pt x="749300" y="1536700"/>
                </a:lnTo>
                <a:lnTo>
                  <a:pt x="762000" y="1524000"/>
                </a:lnTo>
                <a:close/>
              </a:path>
              <a:path w="1625600" h="1689100">
                <a:moveTo>
                  <a:pt x="812800" y="1524000"/>
                </a:moveTo>
                <a:lnTo>
                  <a:pt x="762000" y="1524000"/>
                </a:lnTo>
                <a:lnTo>
                  <a:pt x="762000" y="1536700"/>
                </a:lnTo>
                <a:lnTo>
                  <a:pt x="812800" y="1536700"/>
                </a:lnTo>
                <a:lnTo>
                  <a:pt x="812800" y="1524000"/>
                </a:lnTo>
                <a:close/>
              </a:path>
              <a:path w="1625600" h="1689100">
                <a:moveTo>
                  <a:pt x="825500" y="1524000"/>
                </a:moveTo>
                <a:lnTo>
                  <a:pt x="812800" y="1524000"/>
                </a:lnTo>
                <a:lnTo>
                  <a:pt x="825500" y="1536700"/>
                </a:lnTo>
                <a:lnTo>
                  <a:pt x="825500" y="1524000"/>
                </a:lnTo>
                <a:close/>
              </a:path>
              <a:path w="1625600" h="1689100">
                <a:moveTo>
                  <a:pt x="889000" y="1524000"/>
                </a:moveTo>
                <a:lnTo>
                  <a:pt x="825500" y="1524000"/>
                </a:lnTo>
                <a:lnTo>
                  <a:pt x="825500" y="1536700"/>
                </a:lnTo>
                <a:lnTo>
                  <a:pt x="889000" y="1536700"/>
                </a:lnTo>
                <a:lnTo>
                  <a:pt x="889000" y="1524000"/>
                </a:lnTo>
                <a:close/>
              </a:path>
              <a:path w="1625600" h="1689100">
                <a:moveTo>
                  <a:pt x="901700" y="1524000"/>
                </a:moveTo>
                <a:lnTo>
                  <a:pt x="889000" y="1524000"/>
                </a:lnTo>
                <a:lnTo>
                  <a:pt x="889000" y="1536700"/>
                </a:lnTo>
                <a:lnTo>
                  <a:pt x="901700" y="1524000"/>
                </a:lnTo>
                <a:close/>
              </a:path>
              <a:path w="1625600" h="1689100">
                <a:moveTo>
                  <a:pt x="939800" y="1524000"/>
                </a:moveTo>
                <a:lnTo>
                  <a:pt x="901700" y="1524000"/>
                </a:lnTo>
                <a:lnTo>
                  <a:pt x="901700" y="1536700"/>
                </a:lnTo>
                <a:lnTo>
                  <a:pt x="939800" y="1536700"/>
                </a:lnTo>
                <a:lnTo>
                  <a:pt x="939800" y="1524000"/>
                </a:lnTo>
                <a:close/>
              </a:path>
              <a:path w="1625600" h="1689100">
                <a:moveTo>
                  <a:pt x="952500" y="1524000"/>
                </a:moveTo>
                <a:lnTo>
                  <a:pt x="939800" y="1524000"/>
                </a:lnTo>
                <a:lnTo>
                  <a:pt x="939800" y="1536700"/>
                </a:lnTo>
                <a:lnTo>
                  <a:pt x="952500" y="1524000"/>
                </a:lnTo>
                <a:close/>
              </a:path>
              <a:path w="1625600" h="1689100">
                <a:moveTo>
                  <a:pt x="1003300" y="1524000"/>
                </a:moveTo>
                <a:lnTo>
                  <a:pt x="952500" y="1524000"/>
                </a:lnTo>
                <a:lnTo>
                  <a:pt x="952500" y="1536700"/>
                </a:lnTo>
                <a:lnTo>
                  <a:pt x="1003300" y="1536700"/>
                </a:lnTo>
                <a:lnTo>
                  <a:pt x="1003300" y="1524000"/>
                </a:lnTo>
                <a:close/>
              </a:path>
              <a:path w="1625600" h="1689100">
                <a:moveTo>
                  <a:pt x="1016000" y="1524000"/>
                </a:moveTo>
                <a:lnTo>
                  <a:pt x="1003300" y="1524000"/>
                </a:lnTo>
                <a:lnTo>
                  <a:pt x="1016000" y="1536700"/>
                </a:lnTo>
                <a:lnTo>
                  <a:pt x="1016000" y="1524000"/>
                </a:lnTo>
                <a:close/>
              </a:path>
              <a:path w="1625600" h="1689100">
                <a:moveTo>
                  <a:pt x="1079500" y="1524000"/>
                </a:moveTo>
                <a:lnTo>
                  <a:pt x="1016000" y="1524000"/>
                </a:lnTo>
                <a:lnTo>
                  <a:pt x="1016000" y="1536700"/>
                </a:lnTo>
                <a:lnTo>
                  <a:pt x="1079500" y="1536700"/>
                </a:lnTo>
                <a:lnTo>
                  <a:pt x="1079500" y="1524000"/>
                </a:lnTo>
                <a:close/>
              </a:path>
              <a:path w="1625600" h="1689100">
                <a:moveTo>
                  <a:pt x="1092200" y="1524000"/>
                </a:moveTo>
                <a:lnTo>
                  <a:pt x="1079500" y="1524000"/>
                </a:lnTo>
                <a:lnTo>
                  <a:pt x="1079500" y="1536700"/>
                </a:lnTo>
                <a:lnTo>
                  <a:pt x="1092200" y="1524000"/>
                </a:lnTo>
                <a:close/>
              </a:path>
              <a:path w="1625600" h="1689100">
                <a:moveTo>
                  <a:pt x="1143000" y="1524000"/>
                </a:moveTo>
                <a:lnTo>
                  <a:pt x="1092200" y="1524000"/>
                </a:lnTo>
                <a:lnTo>
                  <a:pt x="1092200" y="1536700"/>
                </a:lnTo>
                <a:lnTo>
                  <a:pt x="1143000" y="1536700"/>
                </a:lnTo>
                <a:lnTo>
                  <a:pt x="1143000" y="1524000"/>
                </a:lnTo>
                <a:close/>
              </a:path>
              <a:path w="1625600" h="1689100">
                <a:moveTo>
                  <a:pt x="1155700" y="1524000"/>
                </a:moveTo>
                <a:lnTo>
                  <a:pt x="1143000" y="1524000"/>
                </a:lnTo>
                <a:lnTo>
                  <a:pt x="1155700" y="1536700"/>
                </a:lnTo>
                <a:lnTo>
                  <a:pt x="1155700" y="1524000"/>
                </a:lnTo>
                <a:close/>
              </a:path>
              <a:path w="1625600" h="1689100">
                <a:moveTo>
                  <a:pt x="1219200" y="1524000"/>
                </a:moveTo>
                <a:lnTo>
                  <a:pt x="1155700" y="1524000"/>
                </a:lnTo>
                <a:lnTo>
                  <a:pt x="1155700" y="1536700"/>
                </a:lnTo>
                <a:lnTo>
                  <a:pt x="1219200" y="1536700"/>
                </a:lnTo>
                <a:lnTo>
                  <a:pt x="1219200" y="1524000"/>
                </a:lnTo>
                <a:close/>
              </a:path>
              <a:path w="1625600" h="1689100">
                <a:moveTo>
                  <a:pt x="1231900" y="1524000"/>
                </a:moveTo>
                <a:lnTo>
                  <a:pt x="1219200" y="1524000"/>
                </a:lnTo>
                <a:lnTo>
                  <a:pt x="1219200" y="1536700"/>
                </a:lnTo>
                <a:lnTo>
                  <a:pt x="1231900" y="1524000"/>
                </a:lnTo>
                <a:close/>
              </a:path>
              <a:path w="1625600" h="1689100">
                <a:moveTo>
                  <a:pt x="1282700" y="1524000"/>
                </a:moveTo>
                <a:lnTo>
                  <a:pt x="1231900" y="1524000"/>
                </a:lnTo>
                <a:lnTo>
                  <a:pt x="1231900" y="1536700"/>
                </a:lnTo>
                <a:lnTo>
                  <a:pt x="1282700" y="1536700"/>
                </a:lnTo>
                <a:lnTo>
                  <a:pt x="1282700" y="1524000"/>
                </a:lnTo>
                <a:close/>
              </a:path>
              <a:path w="1625600" h="1689100">
                <a:moveTo>
                  <a:pt x="1295400" y="1524000"/>
                </a:moveTo>
                <a:lnTo>
                  <a:pt x="1282700" y="1524000"/>
                </a:lnTo>
                <a:lnTo>
                  <a:pt x="1295400" y="1536700"/>
                </a:lnTo>
                <a:lnTo>
                  <a:pt x="1295400" y="1524000"/>
                </a:lnTo>
                <a:close/>
              </a:path>
              <a:path w="1625600" h="1689100">
                <a:moveTo>
                  <a:pt x="1358900" y="1524000"/>
                </a:moveTo>
                <a:lnTo>
                  <a:pt x="1295400" y="1524000"/>
                </a:lnTo>
                <a:lnTo>
                  <a:pt x="1295400" y="1536700"/>
                </a:lnTo>
                <a:lnTo>
                  <a:pt x="1358900" y="1536700"/>
                </a:lnTo>
                <a:lnTo>
                  <a:pt x="1358900" y="1524000"/>
                </a:lnTo>
                <a:close/>
              </a:path>
              <a:path w="1625600" h="1689100">
                <a:moveTo>
                  <a:pt x="1371600" y="1524000"/>
                </a:moveTo>
                <a:lnTo>
                  <a:pt x="1358900" y="1524000"/>
                </a:lnTo>
                <a:lnTo>
                  <a:pt x="1358900" y="1536700"/>
                </a:lnTo>
                <a:lnTo>
                  <a:pt x="1371600" y="1524000"/>
                </a:lnTo>
                <a:close/>
              </a:path>
              <a:path w="1625600" h="1689100">
                <a:moveTo>
                  <a:pt x="1422400" y="1524000"/>
                </a:moveTo>
                <a:lnTo>
                  <a:pt x="1371600" y="1524000"/>
                </a:lnTo>
                <a:lnTo>
                  <a:pt x="1371600" y="1536700"/>
                </a:lnTo>
                <a:lnTo>
                  <a:pt x="1422400" y="1536700"/>
                </a:lnTo>
                <a:lnTo>
                  <a:pt x="1422400" y="1524000"/>
                </a:lnTo>
                <a:close/>
              </a:path>
              <a:path w="1625600" h="1689100">
                <a:moveTo>
                  <a:pt x="1435100" y="1524000"/>
                </a:moveTo>
                <a:lnTo>
                  <a:pt x="1422400" y="1524000"/>
                </a:lnTo>
                <a:lnTo>
                  <a:pt x="1435100" y="1536700"/>
                </a:lnTo>
                <a:lnTo>
                  <a:pt x="1435100" y="1524000"/>
                </a:lnTo>
                <a:close/>
              </a:path>
              <a:path w="1625600" h="1689100">
                <a:moveTo>
                  <a:pt x="1498600" y="1524000"/>
                </a:moveTo>
                <a:lnTo>
                  <a:pt x="1435100" y="1524000"/>
                </a:lnTo>
                <a:lnTo>
                  <a:pt x="1435100" y="1536700"/>
                </a:lnTo>
                <a:lnTo>
                  <a:pt x="1498600" y="1536700"/>
                </a:lnTo>
                <a:lnTo>
                  <a:pt x="1498600" y="1524000"/>
                </a:lnTo>
                <a:close/>
              </a:path>
              <a:path w="1625600" h="1689100">
                <a:moveTo>
                  <a:pt x="1511300" y="1524000"/>
                </a:moveTo>
                <a:lnTo>
                  <a:pt x="1498600" y="1524000"/>
                </a:lnTo>
                <a:lnTo>
                  <a:pt x="1498600" y="1536700"/>
                </a:lnTo>
                <a:lnTo>
                  <a:pt x="1511300" y="1524000"/>
                </a:lnTo>
                <a:close/>
              </a:path>
              <a:path w="1625600" h="1689100">
                <a:moveTo>
                  <a:pt x="1562100" y="1524000"/>
                </a:moveTo>
                <a:lnTo>
                  <a:pt x="1511300" y="1524000"/>
                </a:lnTo>
                <a:lnTo>
                  <a:pt x="1511300" y="1536700"/>
                </a:lnTo>
                <a:lnTo>
                  <a:pt x="1562100" y="1536700"/>
                </a:lnTo>
                <a:lnTo>
                  <a:pt x="1562100" y="1524000"/>
                </a:lnTo>
                <a:close/>
              </a:path>
              <a:path w="1625600" h="1689100">
                <a:moveTo>
                  <a:pt x="1574800" y="1524000"/>
                </a:moveTo>
                <a:lnTo>
                  <a:pt x="1562100" y="1524000"/>
                </a:lnTo>
                <a:lnTo>
                  <a:pt x="1574800" y="1536700"/>
                </a:lnTo>
                <a:lnTo>
                  <a:pt x="1574800" y="1524000"/>
                </a:lnTo>
                <a:close/>
              </a:path>
              <a:path w="1625600" h="1689100">
                <a:moveTo>
                  <a:pt x="1625600" y="1524000"/>
                </a:moveTo>
                <a:lnTo>
                  <a:pt x="1574800" y="1524000"/>
                </a:lnTo>
                <a:lnTo>
                  <a:pt x="1574800" y="1536700"/>
                </a:lnTo>
                <a:lnTo>
                  <a:pt x="1625600" y="1536700"/>
                </a:lnTo>
                <a:lnTo>
                  <a:pt x="1625600" y="1524000"/>
                </a:lnTo>
                <a:close/>
              </a:path>
              <a:path w="1625600" h="1689100">
                <a:moveTo>
                  <a:pt x="25400" y="1346200"/>
                </a:moveTo>
                <a:lnTo>
                  <a:pt x="25400" y="1435100"/>
                </a:lnTo>
                <a:lnTo>
                  <a:pt x="406400" y="1435100"/>
                </a:lnTo>
                <a:lnTo>
                  <a:pt x="406400" y="1422400"/>
                </a:lnTo>
                <a:lnTo>
                  <a:pt x="38100" y="1422400"/>
                </a:lnTo>
                <a:lnTo>
                  <a:pt x="38100" y="1358900"/>
                </a:lnTo>
                <a:lnTo>
                  <a:pt x="25400" y="1346200"/>
                </a:lnTo>
                <a:close/>
              </a:path>
              <a:path w="1625600" h="1689100">
                <a:moveTo>
                  <a:pt x="393700" y="0"/>
                </a:moveTo>
                <a:lnTo>
                  <a:pt x="393700" y="1422400"/>
                </a:lnTo>
                <a:lnTo>
                  <a:pt x="406400" y="1422400"/>
                </a:lnTo>
                <a:lnTo>
                  <a:pt x="406400" y="12700"/>
                </a:lnTo>
                <a:lnTo>
                  <a:pt x="393700" y="0"/>
                </a:lnTo>
                <a:close/>
              </a:path>
              <a:path w="1625600" h="1689100">
                <a:moveTo>
                  <a:pt x="38100" y="1270000"/>
                </a:moveTo>
                <a:lnTo>
                  <a:pt x="25400" y="1282700"/>
                </a:lnTo>
                <a:lnTo>
                  <a:pt x="25400" y="1346200"/>
                </a:lnTo>
                <a:lnTo>
                  <a:pt x="38100" y="1358900"/>
                </a:lnTo>
                <a:lnTo>
                  <a:pt x="38100" y="1270000"/>
                </a:lnTo>
                <a:close/>
              </a:path>
              <a:path w="1625600" h="1689100">
                <a:moveTo>
                  <a:pt x="393700" y="1346200"/>
                </a:moveTo>
                <a:lnTo>
                  <a:pt x="38100" y="1346200"/>
                </a:lnTo>
                <a:lnTo>
                  <a:pt x="38100" y="1358900"/>
                </a:lnTo>
                <a:lnTo>
                  <a:pt x="393700" y="1358900"/>
                </a:lnTo>
                <a:lnTo>
                  <a:pt x="393700" y="1346200"/>
                </a:lnTo>
                <a:close/>
              </a:path>
              <a:path w="1625600" h="1689100">
                <a:moveTo>
                  <a:pt x="38100" y="1181100"/>
                </a:moveTo>
                <a:lnTo>
                  <a:pt x="25400" y="1193800"/>
                </a:lnTo>
                <a:lnTo>
                  <a:pt x="25400" y="1282700"/>
                </a:lnTo>
                <a:lnTo>
                  <a:pt x="38100" y="1270000"/>
                </a:lnTo>
                <a:lnTo>
                  <a:pt x="38100" y="1181100"/>
                </a:lnTo>
                <a:close/>
              </a:path>
              <a:path w="1625600" h="1689100">
                <a:moveTo>
                  <a:pt x="393700" y="1270000"/>
                </a:moveTo>
                <a:lnTo>
                  <a:pt x="38100" y="1270000"/>
                </a:lnTo>
                <a:lnTo>
                  <a:pt x="38100" y="1282700"/>
                </a:lnTo>
                <a:lnTo>
                  <a:pt x="393700" y="1282700"/>
                </a:lnTo>
                <a:lnTo>
                  <a:pt x="393700" y="1270000"/>
                </a:lnTo>
                <a:close/>
              </a:path>
              <a:path w="1625600" h="1689100">
                <a:moveTo>
                  <a:pt x="25400" y="1092200"/>
                </a:moveTo>
                <a:lnTo>
                  <a:pt x="25400" y="1193800"/>
                </a:lnTo>
                <a:lnTo>
                  <a:pt x="38100" y="1181100"/>
                </a:lnTo>
                <a:lnTo>
                  <a:pt x="38100" y="1104900"/>
                </a:lnTo>
                <a:lnTo>
                  <a:pt x="25400" y="1092200"/>
                </a:lnTo>
                <a:close/>
              </a:path>
              <a:path w="1625600" h="1689100">
                <a:moveTo>
                  <a:pt x="393700" y="1181100"/>
                </a:moveTo>
                <a:lnTo>
                  <a:pt x="38100" y="1181100"/>
                </a:lnTo>
                <a:lnTo>
                  <a:pt x="38100" y="1193800"/>
                </a:lnTo>
                <a:lnTo>
                  <a:pt x="393700" y="1193800"/>
                </a:lnTo>
                <a:lnTo>
                  <a:pt x="393700" y="1181100"/>
                </a:lnTo>
                <a:close/>
              </a:path>
              <a:path w="1625600" h="1689100">
                <a:moveTo>
                  <a:pt x="25400" y="1003300"/>
                </a:moveTo>
                <a:lnTo>
                  <a:pt x="25400" y="1092200"/>
                </a:lnTo>
                <a:lnTo>
                  <a:pt x="38100" y="1104900"/>
                </a:lnTo>
                <a:lnTo>
                  <a:pt x="38100" y="1016000"/>
                </a:lnTo>
                <a:lnTo>
                  <a:pt x="25400" y="1003300"/>
                </a:lnTo>
                <a:close/>
              </a:path>
              <a:path w="1625600" h="1689100">
                <a:moveTo>
                  <a:pt x="393700" y="1092200"/>
                </a:moveTo>
                <a:lnTo>
                  <a:pt x="38100" y="1092200"/>
                </a:lnTo>
                <a:lnTo>
                  <a:pt x="38100" y="1104900"/>
                </a:lnTo>
                <a:lnTo>
                  <a:pt x="393700" y="1104900"/>
                </a:lnTo>
                <a:lnTo>
                  <a:pt x="393700" y="1092200"/>
                </a:lnTo>
                <a:close/>
              </a:path>
              <a:path w="1625600" h="1689100">
                <a:moveTo>
                  <a:pt x="38100" y="927100"/>
                </a:moveTo>
                <a:lnTo>
                  <a:pt x="25400" y="939800"/>
                </a:lnTo>
                <a:lnTo>
                  <a:pt x="25400" y="1003300"/>
                </a:lnTo>
                <a:lnTo>
                  <a:pt x="38100" y="1016000"/>
                </a:lnTo>
                <a:lnTo>
                  <a:pt x="38100" y="927100"/>
                </a:lnTo>
                <a:close/>
              </a:path>
              <a:path w="1625600" h="1689100">
                <a:moveTo>
                  <a:pt x="393700" y="1003300"/>
                </a:moveTo>
                <a:lnTo>
                  <a:pt x="38100" y="1003300"/>
                </a:lnTo>
                <a:lnTo>
                  <a:pt x="38100" y="1016000"/>
                </a:lnTo>
                <a:lnTo>
                  <a:pt x="393700" y="1016000"/>
                </a:lnTo>
                <a:lnTo>
                  <a:pt x="393700" y="1003300"/>
                </a:lnTo>
                <a:close/>
              </a:path>
              <a:path w="1625600" h="1689100">
                <a:moveTo>
                  <a:pt x="38100" y="838200"/>
                </a:moveTo>
                <a:lnTo>
                  <a:pt x="25400" y="850900"/>
                </a:lnTo>
                <a:lnTo>
                  <a:pt x="25400" y="939800"/>
                </a:lnTo>
                <a:lnTo>
                  <a:pt x="38100" y="927100"/>
                </a:lnTo>
                <a:lnTo>
                  <a:pt x="38100" y="838200"/>
                </a:lnTo>
                <a:close/>
              </a:path>
              <a:path w="1625600" h="1689100">
                <a:moveTo>
                  <a:pt x="393700" y="927100"/>
                </a:moveTo>
                <a:lnTo>
                  <a:pt x="38100" y="927100"/>
                </a:lnTo>
                <a:lnTo>
                  <a:pt x="38100" y="939800"/>
                </a:lnTo>
                <a:lnTo>
                  <a:pt x="393700" y="939800"/>
                </a:lnTo>
                <a:lnTo>
                  <a:pt x="393700" y="927100"/>
                </a:lnTo>
                <a:close/>
              </a:path>
              <a:path w="1625600" h="1689100">
                <a:moveTo>
                  <a:pt x="25400" y="749300"/>
                </a:moveTo>
                <a:lnTo>
                  <a:pt x="25400" y="850900"/>
                </a:lnTo>
                <a:lnTo>
                  <a:pt x="38100" y="838200"/>
                </a:lnTo>
                <a:lnTo>
                  <a:pt x="38100" y="762000"/>
                </a:lnTo>
                <a:lnTo>
                  <a:pt x="25400" y="749300"/>
                </a:lnTo>
                <a:close/>
              </a:path>
              <a:path w="1625600" h="1689100">
                <a:moveTo>
                  <a:pt x="393700" y="838200"/>
                </a:moveTo>
                <a:lnTo>
                  <a:pt x="38100" y="838200"/>
                </a:lnTo>
                <a:lnTo>
                  <a:pt x="38100" y="850900"/>
                </a:lnTo>
                <a:lnTo>
                  <a:pt x="393700" y="850900"/>
                </a:lnTo>
                <a:lnTo>
                  <a:pt x="393700" y="838200"/>
                </a:lnTo>
                <a:close/>
              </a:path>
              <a:path w="1625600" h="1689100">
                <a:moveTo>
                  <a:pt x="25400" y="660400"/>
                </a:moveTo>
                <a:lnTo>
                  <a:pt x="25400" y="749300"/>
                </a:lnTo>
                <a:lnTo>
                  <a:pt x="38100" y="762000"/>
                </a:lnTo>
                <a:lnTo>
                  <a:pt x="38100" y="673100"/>
                </a:lnTo>
                <a:lnTo>
                  <a:pt x="25400" y="660400"/>
                </a:lnTo>
                <a:close/>
              </a:path>
              <a:path w="1625600" h="1689100">
                <a:moveTo>
                  <a:pt x="393700" y="749300"/>
                </a:moveTo>
                <a:lnTo>
                  <a:pt x="38100" y="749300"/>
                </a:lnTo>
                <a:lnTo>
                  <a:pt x="38100" y="762000"/>
                </a:lnTo>
                <a:lnTo>
                  <a:pt x="393700" y="762000"/>
                </a:lnTo>
                <a:lnTo>
                  <a:pt x="393700" y="749300"/>
                </a:lnTo>
                <a:close/>
              </a:path>
              <a:path w="1625600" h="1689100">
                <a:moveTo>
                  <a:pt x="38100" y="584200"/>
                </a:moveTo>
                <a:lnTo>
                  <a:pt x="25400" y="596900"/>
                </a:lnTo>
                <a:lnTo>
                  <a:pt x="25400" y="660400"/>
                </a:lnTo>
                <a:lnTo>
                  <a:pt x="38100" y="673100"/>
                </a:lnTo>
                <a:lnTo>
                  <a:pt x="38100" y="584200"/>
                </a:lnTo>
                <a:close/>
              </a:path>
              <a:path w="1625600" h="1689100">
                <a:moveTo>
                  <a:pt x="393700" y="660400"/>
                </a:moveTo>
                <a:lnTo>
                  <a:pt x="38100" y="660400"/>
                </a:lnTo>
                <a:lnTo>
                  <a:pt x="38100" y="673100"/>
                </a:lnTo>
                <a:lnTo>
                  <a:pt x="393700" y="673100"/>
                </a:lnTo>
                <a:lnTo>
                  <a:pt x="393700" y="660400"/>
                </a:lnTo>
                <a:close/>
              </a:path>
              <a:path w="1625600" h="1689100">
                <a:moveTo>
                  <a:pt x="38100" y="495300"/>
                </a:moveTo>
                <a:lnTo>
                  <a:pt x="25400" y="508000"/>
                </a:lnTo>
                <a:lnTo>
                  <a:pt x="25400" y="596900"/>
                </a:lnTo>
                <a:lnTo>
                  <a:pt x="38100" y="584200"/>
                </a:lnTo>
                <a:lnTo>
                  <a:pt x="38100" y="495300"/>
                </a:lnTo>
                <a:close/>
              </a:path>
              <a:path w="1625600" h="1689100">
                <a:moveTo>
                  <a:pt x="393700" y="584200"/>
                </a:moveTo>
                <a:lnTo>
                  <a:pt x="38100" y="584200"/>
                </a:lnTo>
                <a:lnTo>
                  <a:pt x="38100" y="596900"/>
                </a:lnTo>
                <a:lnTo>
                  <a:pt x="393700" y="596900"/>
                </a:lnTo>
                <a:lnTo>
                  <a:pt x="393700" y="584200"/>
                </a:lnTo>
                <a:close/>
              </a:path>
              <a:path w="1625600" h="1689100">
                <a:moveTo>
                  <a:pt x="25400" y="406400"/>
                </a:moveTo>
                <a:lnTo>
                  <a:pt x="25400" y="508000"/>
                </a:lnTo>
                <a:lnTo>
                  <a:pt x="38100" y="495300"/>
                </a:lnTo>
                <a:lnTo>
                  <a:pt x="38100" y="419100"/>
                </a:lnTo>
                <a:lnTo>
                  <a:pt x="25400" y="406400"/>
                </a:lnTo>
                <a:close/>
              </a:path>
              <a:path w="1625600" h="1689100">
                <a:moveTo>
                  <a:pt x="393700" y="495300"/>
                </a:moveTo>
                <a:lnTo>
                  <a:pt x="38100" y="495300"/>
                </a:lnTo>
                <a:lnTo>
                  <a:pt x="38100" y="508000"/>
                </a:lnTo>
                <a:lnTo>
                  <a:pt x="393700" y="508000"/>
                </a:lnTo>
                <a:lnTo>
                  <a:pt x="393700" y="495300"/>
                </a:lnTo>
                <a:close/>
              </a:path>
              <a:path w="1625600" h="1689100">
                <a:moveTo>
                  <a:pt x="38100" y="330200"/>
                </a:moveTo>
                <a:lnTo>
                  <a:pt x="25400" y="342900"/>
                </a:lnTo>
                <a:lnTo>
                  <a:pt x="25400" y="406400"/>
                </a:lnTo>
                <a:lnTo>
                  <a:pt x="38100" y="419100"/>
                </a:lnTo>
                <a:lnTo>
                  <a:pt x="38100" y="330200"/>
                </a:lnTo>
                <a:close/>
              </a:path>
              <a:path w="1625600" h="1689100">
                <a:moveTo>
                  <a:pt x="393700" y="406400"/>
                </a:moveTo>
                <a:lnTo>
                  <a:pt x="38100" y="406400"/>
                </a:lnTo>
                <a:lnTo>
                  <a:pt x="38100" y="419100"/>
                </a:lnTo>
                <a:lnTo>
                  <a:pt x="393700" y="419100"/>
                </a:lnTo>
                <a:lnTo>
                  <a:pt x="393700" y="406400"/>
                </a:lnTo>
                <a:close/>
              </a:path>
              <a:path w="1625600" h="1689100">
                <a:moveTo>
                  <a:pt x="38100" y="241300"/>
                </a:moveTo>
                <a:lnTo>
                  <a:pt x="25400" y="254000"/>
                </a:lnTo>
                <a:lnTo>
                  <a:pt x="25400" y="342900"/>
                </a:lnTo>
                <a:lnTo>
                  <a:pt x="38100" y="330200"/>
                </a:lnTo>
                <a:lnTo>
                  <a:pt x="38100" y="241300"/>
                </a:lnTo>
                <a:close/>
              </a:path>
              <a:path w="1625600" h="1689100">
                <a:moveTo>
                  <a:pt x="393700" y="330200"/>
                </a:moveTo>
                <a:lnTo>
                  <a:pt x="38100" y="330200"/>
                </a:lnTo>
                <a:lnTo>
                  <a:pt x="38100" y="342900"/>
                </a:lnTo>
                <a:lnTo>
                  <a:pt x="393700" y="342900"/>
                </a:lnTo>
                <a:lnTo>
                  <a:pt x="393700" y="330200"/>
                </a:lnTo>
                <a:close/>
              </a:path>
              <a:path w="1625600" h="1689100">
                <a:moveTo>
                  <a:pt x="25400" y="152400"/>
                </a:moveTo>
                <a:lnTo>
                  <a:pt x="25400" y="254000"/>
                </a:lnTo>
                <a:lnTo>
                  <a:pt x="38100" y="241300"/>
                </a:lnTo>
                <a:lnTo>
                  <a:pt x="38100" y="165100"/>
                </a:lnTo>
                <a:lnTo>
                  <a:pt x="25400" y="152400"/>
                </a:lnTo>
                <a:close/>
              </a:path>
              <a:path w="1625600" h="1689100">
                <a:moveTo>
                  <a:pt x="393700" y="241300"/>
                </a:moveTo>
                <a:lnTo>
                  <a:pt x="38100" y="241300"/>
                </a:lnTo>
                <a:lnTo>
                  <a:pt x="38100" y="254000"/>
                </a:lnTo>
                <a:lnTo>
                  <a:pt x="393700" y="254000"/>
                </a:lnTo>
                <a:lnTo>
                  <a:pt x="393700" y="241300"/>
                </a:lnTo>
                <a:close/>
              </a:path>
              <a:path w="1625600" h="1689100">
                <a:moveTo>
                  <a:pt x="38100" y="0"/>
                </a:moveTo>
                <a:lnTo>
                  <a:pt x="25400" y="0"/>
                </a:lnTo>
                <a:lnTo>
                  <a:pt x="25400" y="152400"/>
                </a:lnTo>
                <a:lnTo>
                  <a:pt x="38100" y="165100"/>
                </a:lnTo>
                <a:lnTo>
                  <a:pt x="38100" y="0"/>
                </a:lnTo>
                <a:close/>
              </a:path>
              <a:path w="1625600" h="1689100">
                <a:moveTo>
                  <a:pt x="393700" y="152400"/>
                </a:moveTo>
                <a:lnTo>
                  <a:pt x="38100" y="152400"/>
                </a:lnTo>
                <a:lnTo>
                  <a:pt x="38100" y="165100"/>
                </a:lnTo>
                <a:lnTo>
                  <a:pt x="393700" y="165100"/>
                </a:lnTo>
                <a:lnTo>
                  <a:pt x="393700" y="152400"/>
                </a:lnTo>
                <a:close/>
              </a:path>
              <a:path w="1625600" h="1689100">
                <a:moveTo>
                  <a:pt x="393700" y="63500"/>
                </a:moveTo>
                <a:lnTo>
                  <a:pt x="38100" y="63500"/>
                </a:lnTo>
                <a:lnTo>
                  <a:pt x="38100" y="76200"/>
                </a:lnTo>
                <a:lnTo>
                  <a:pt x="393700" y="76200"/>
                </a:lnTo>
                <a:lnTo>
                  <a:pt x="393700" y="63500"/>
                </a:lnTo>
                <a:close/>
              </a:path>
              <a:path w="1625600" h="1689100">
                <a:moveTo>
                  <a:pt x="3937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393700" y="12700"/>
                </a:lnTo>
                <a:lnTo>
                  <a:pt x="393700" y="0"/>
                </a:lnTo>
                <a:close/>
              </a:path>
              <a:path w="1625600" h="1689100">
                <a:moveTo>
                  <a:pt x="406400" y="0"/>
                </a:moveTo>
                <a:lnTo>
                  <a:pt x="393700" y="0"/>
                </a:lnTo>
                <a:lnTo>
                  <a:pt x="406400" y="12700"/>
                </a:lnTo>
                <a:lnTo>
                  <a:pt x="406400" y="0"/>
                </a:lnTo>
                <a:close/>
              </a:path>
              <a:path w="1625600" h="1689100">
                <a:moveTo>
                  <a:pt x="520700" y="0"/>
                </a:moveTo>
                <a:lnTo>
                  <a:pt x="508000" y="0"/>
                </a:lnTo>
                <a:lnTo>
                  <a:pt x="508000" y="584200"/>
                </a:lnTo>
                <a:lnTo>
                  <a:pt x="571500" y="584200"/>
                </a:lnTo>
                <a:lnTo>
                  <a:pt x="571500" y="571500"/>
                </a:lnTo>
                <a:lnTo>
                  <a:pt x="520700" y="571500"/>
                </a:lnTo>
                <a:lnTo>
                  <a:pt x="520700" y="0"/>
                </a:lnTo>
                <a:close/>
              </a:path>
              <a:path w="1625600" h="1689100">
                <a:moveTo>
                  <a:pt x="558800" y="0"/>
                </a:moveTo>
                <a:lnTo>
                  <a:pt x="558800" y="571500"/>
                </a:lnTo>
                <a:lnTo>
                  <a:pt x="571500" y="571500"/>
                </a:lnTo>
                <a:lnTo>
                  <a:pt x="571500" y="12700"/>
                </a:lnTo>
                <a:lnTo>
                  <a:pt x="558800" y="0"/>
                </a:lnTo>
                <a:close/>
              </a:path>
              <a:path w="1625600" h="1689100">
                <a:moveTo>
                  <a:pt x="558800" y="0"/>
                </a:moveTo>
                <a:lnTo>
                  <a:pt x="520700" y="0"/>
                </a:lnTo>
                <a:lnTo>
                  <a:pt x="520700" y="12700"/>
                </a:lnTo>
                <a:lnTo>
                  <a:pt x="558800" y="12700"/>
                </a:lnTo>
                <a:lnTo>
                  <a:pt x="558800" y="0"/>
                </a:lnTo>
                <a:close/>
              </a:path>
              <a:path w="1625600" h="1689100">
                <a:moveTo>
                  <a:pt x="571500" y="0"/>
                </a:moveTo>
                <a:lnTo>
                  <a:pt x="558800" y="0"/>
                </a:lnTo>
                <a:lnTo>
                  <a:pt x="571500" y="12700"/>
                </a:lnTo>
                <a:lnTo>
                  <a:pt x="571500" y="0"/>
                </a:lnTo>
                <a:close/>
              </a:path>
              <a:path w="1625600" h="1689100">
                <a:moveTo>
                  <a:pt x="495300" y="762000"/>
                </a:moveTo>
                <a:lnTo>
                  <a:pt x="495300" y="774700"/>
                </a:lnTo>
                <a:lnTo>
                  <a:pt x="508000" y="774700"/>
                </a:lnTo>
                <a:lnTo>
                  <a:pt x="495300" y="762000"/>
                </a:lnTo>
                <a:close/>
              </a:path>
              <a:path w="1625600" h="1689100">
                <a:moveTo>
                  <a:pt x="508000" y="698500"/>
                </a:moveTo>
                <a:lnTo>
                  <a:pt x="495300" y="698500"/>
                </a:lnTo>
                <a:lnTo>
                  <a:pt x="495300" y="762000"/>
                </a:lnTo>
                <a:lnTo>
                  <a:pt x="508000" y="774700"/>
                </a:lnTo>
                <a:lnTo>
                  <a:pt x="508000" y="698500"/>
                </a:lnTo>
                <a:close/>
              </a:path>
              <a:path w="1625600" h="1689100">
                <a:moveTo>
                  <a:pt x="571500" y="762000"/>
                </a:moveTo>
                <a:lnTo>
                  <a:pt x="508000" y="762000"/>
                </a:lnTo>
                <a:lnTo>
                  <a:pt x="508000" y="774700"/>
                </a:lnTo>
                <a:lnTo>
                  <a:pt x="571500" y="774700"/>
                </a:lnTo>
                <a:lnTo>
                  <a:pt x="571500" y="762000"/>
                </a:lnTo>
                <a:close/>
              </a:path>
              <a:path w="1625600" h="1689100">
                <a:moveTo>
                  <a:pt x="571500" y="698500"/>
                </a:moveTo>
                <a:lnTo>
                  <a:pt x="571500" y="774700"/>
                </a:lnTo>
                <a:lnTo>
                  <a:pt x="584200" y="762000"/>
                </a:lnTo>
                <a:lnTo>
                  <a:pt x="584200" y="711200"/>
                </a:lnTo>
                <a:lnTo>
                  <a:pt x="571500" y="698500"/>
                </a:lnTo>
                <a:close/>
              </a:path>
              <a:path w="1625600" h="1689100">
                <a:moveTo>
                  <a:pt x="584200" y="762000"/>
                </a:moveTo>
                <a:lnTo>
                  <a:pt x="571500" y="774700"/>
                </a:lnTo>
                <a:lnTo>
                  <a:pt x="584200" y="774700"/>
                </a:lnTo>
                <a:lnTo>
                  <a:pt x="584200" y="762000"/>
                </a:lnTo>
                <a:close/>
              </a:path>
              <a:path w="1625600" h="1689100">
                <a:moveTo>
                  <a:pt x="571500" y="698500"/>
                </a:moveTo>
                <a:lnTo>
                  <a:pt x="508000" y="698500"/>
                </a:lnTo>
                <a:lnTo>
                  <a:pt x="508000" y="711200"/>
                </a:lnTo>
                <a:lnTo>
                  <a:pt x="571500" y="711200"/>
                </a:lnTo>
                <a:lnTo>
                  <a:pt x="571500" y="698500"/>
                </a:lnTo>
                <a:close/>
              </a:path>
              <a:path w="1625600" h="1689100">
                <a:moveTo>
                  <a:pt x="584200" y="698500"/>
                </a:moveTo>
                <a:lnTo>
                  <a:pt x="571500" y="698500"/>
                </a:lnTo>
                <a:lnTo>
                  <a:pt x="584200" y="711200"/>
                </a:lnTo>
                <a:lnTo>
                  <a:pt x="584200" y="698500"/>
                </a:lnTo>
                <a:close/>
              </a:path>
              <a:path w="1625600" h="1689100">
                <a:moveTo>
                  <a:pt x="660400" y="0"/>
                </a:moveTo>
                <a:lnTo>
                  <a:pt x="647700" y="0"/>
                </a:lnTo>
                <a:lnTo>
                  <a:pt x="647700" y="342900"/>
                </a:lnTo>
                <a:lnTo>
                  <a:pt x="952500" y="342900"/>
                </a:lnTo>
                <a:lnTo>
                  <a:pt x="952500" y="330200"/>
                </a:lnTo>
                <a:lnTo>
                  <a:pt x="660400" y="330200"/>
                </a:lnTo>
                <a:lnTo>
                  <a:pt x="660400" y="0"/>
                </a:lnTo>
                <a:close/>
              </a:path>
              <a:path w="1625600" h="1689100">
                <a:moveTo>
                  <a:pt x="952500" y="0"/>
                </a:moveTo>
                <a:lnTo>
                  <a:pt x="939800" y="0"/>
                </a:lnTo>
                <a:lnTo>
                  <a:pt x="939800" y="330200"/>
                </a:lnTo>
                <a:lnTo>
                  <a:pt x="952500" y="330200"/>
                </a:lnTo>
                <a:lnTo>
                  <a:pt x="952500" y="0"/>
                </a:lnTo>
                <a:close/>
              </a:path>
              <a:path w="1625600" h="1689100">
                <a:moveTo>
                  <a:pt x="939800" y="0"/>
                </a:moveTo>
                <a:lnTo>
                  <a:pt x="660400" y="0"/>
                </a:lnTo>
                <a:lnTo>
                  <a:pt x="660400" y="12700"/>
                </a:lnTo>
                <a:lnTo>
                  <a:pt x="939800" y="12700"/>
                </a:lnTo>
                <a:lnTo>
                  <a:pt x="939800" y="0"/>
                </a:lnTo>
                <a:close/>
              </a:path>
              <a:path w="1625600" h="1689100">
                <a:moveTo>
                  <a:pt x="1054100" y="0"/>
                </a:moveTo>
                <a:lnTo>
                  <a:pt x="1041400" y="0"/>
                </a:lnTo>
                <a:lnTo>
                  <a:pt x="1041400" y="342900"/>
                </a:lnTo>
                <a:lnTo>
                  <a:pt x="1600200" y="342900"/>
                </a:lnTo>
                <a:lnTo>
                  <a:pt x="1600200" y="330200"/>
                </a:lnTo>
                <a:lnTo>
                  <a:pt x="1054100" y="330200"/>
                </a:lnTo>
                <a:lnTo>
                  <a:pt x="1054100" y="0"/>
                </a:lnTo>
                <a:close/>
              </a:path>
              <a:path w="1625600" h="1689100">
                <a:moveTo>
                  <a:pt x="1587500" y="0"/>
                </a:moveTo>
                <a:lnTo>
                  <a:pt x="1587500" y="330200"/>
                </a:lnTo>
                <a:lnTo>
                  <a:pt x="1600200" y="330200"/>
                </a:lnTo>
                <a:lnTo>
                  <a:pt x="1600200" y="12700"/>
                </a:lnTo>
                <a:lnTo>
                  <a:pt x="1587500" y="0"/>
                </a:lnTo>
                <a:close/>
              </a:path>
              <a:path w="1625600" h="1689100">
                <a:moveTo>
                  <a:pt x="1587500" y="0"/>
                </a:moveTo>
                <a:lnTo>
                  <a:pt x="1054100" y="0"/>
                </a:lnTo>
                <a:lnTo>
                  <a:pt x="1054100" y="12700"/>
                </a:lnTo>
                <a:lnTo>
                  <a:pt x="1587500" y="12700"/>
                </a:lnTo>
                <a:lnTo>
                  <a:pt x="1587500" y="0"/>
                </a:lnTo>
                <a:close/>
              </a:path>
              <a:path w="1625600" h="1689100">
                <a:moveTo>
                  <a:pt x="1600200" y="0"/>
                </a:moveTo>
                <a:lnTo>
                  <a:pt x="1587500" y="0"/>
                </a:lnTo>
                <a:lnTo>
                  <a:pt x="1600200" y="12700"/>
                </a:lnTo>
                <a:lnTo>
                  <a:pt x="1600200" y="0"/>
                </a:lnTo>
                <a:close/>
              </a:path>
              <a:path w="1625600" h="1689100">
                <a:moveTo>
                  <a:pt x="1460500" y="419100"/>
                </a:moveTo>
                <a:lnTo>
                  <a:pt x="1447800" y="419100"/>
                </a:lnTo>
                <a:lnTo>
                  <a:pt x="1447800" y="787400"/>
                </a:lnTo>
                <a:lnTo>
                  <a:pt x="1460500" y="787400"/>
                </a:lnTo>
                <a:lnTo>
                  <a:pt x="1460500" y="419100"/>
                </a:lnTo>
                <a:close/>
              </a:path>
              <a:path w="1625600" h="1689100">
                <a:moveTo>
                  <a:pt x="1612900" y="774700"/>
                </a:moveTo>
                <a:lnTo>
                  <a:pt x="1460500" y="774700"/>
                </a:lnTo>
                <a:lnTo>
                  <a:pt x="1460500" y="787400"/>
                </a:lnTo>
                <a:lnTo>
                  <a:pt x="1612900" y="787400"/>
                </a:lnTo>
                <a:lnTo>
                  <a:pt x="1612900" y="774700"/>
                </a:lnTo>
                <a:close/>
              </a:path>
              <a:path w="1625600" h="1689100">
                <a:moveTo>
                  <a:pt x="1625600" y="406400"/>
                </a:moveTo>
                <a:lnTo>
                  <a:pt x="1460500" y="406400"/>
                </a:lnTo>
                <a:lnTo>
                  <a:pt x="1460500" y="419100"/>
                </a:lnTo>
                <a:lnTo>
                  <a:pt x="1612900" y="419100"/>
                </a:lnTo>
                <a:lnTo>
                  <a:pt x="1612900" y="787400"/>
                </a:lnTo>
                <a:lnTo>
                  <a:pt x="1625600" y="787400"/>
                </a:lnTo>
                <a:lnTo>
                  <a:pt x="1625600" y="406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81400" y="2794000"/>
            <a:ext cx="1930400" cy="19939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99100" y="3517900"/>
            <a:ext cx="596900" cy="749300"/>
          </a:xfrm>
          <a:custGeom>
            <a:avLst/>
            <a:gdLst/>
            <a:ahLst/>
            <a:cxnLst/>
            <a:rect l="l" t="t" r="r" b="b"/>
            <a:pathLst>
              <a:path w="596900" h="749300">
                <a:moveTo>
                  <a:pt x="444500" y="0"/>
                </a:moveTo>
                <a:lnTo>
                  <a:pt x="444500" y="190500"/>
                </a:lnTo>
                <a:lnTo>
                  <a:pt x="0" y="190500"/>
                </a:lnTo>
                <a:lnTo>
                  <a:pt x="0" y="558800"/>
                </a:lnTo>
                <a:lnTo>
                  <a:pt x="444500" y="558800"/>
                </a:lnTo>
                <a:lnTo>
                  <a:pt x="444500" y="749300"/>
                </a:lnTo>
                <a:lnTo>
                  <a:pt x="596900" y="368300"/>
                </a:lnTo>
                <a:lnTo>
                  <a:pt x="4445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86400" y="3492500"/>
            <a:ext cx="622300" cy="800100"/>
          </a:xfrm>
          <a:custGeom>
            <a:avLst/>
            <a:gdLst/>
            <a:ahLst/>
            <a:cxnLst/>
            <a:rect l="l" t="t" r="r" b="b"/>
            <a:pathLst>
              <a:path w="622300" h="800100">
                <a:moveTo>
                  <a:pt x="457200" y="762000"/>
                </a:moveTo>
                <a:lnTo>
                  <a:pt x="457200" y="800100"/>
                </a:lnTo>
                <a:lnTo>
                  <a:pt x="468206" y="773006"/>
                </a:lnTo>
                <a:lnTo>
                  <a:pt x="457200" y="762000"/>
                </a:lnTo>
                <a:close/>
              </a:path>
              <a:path w="622300" h="800100">
                <a:moveTo>
                  <a:pt x="469900" y="768838"/>
                </a:moveTo>
                <a:lnTo>
                  <a:pt x="468206" y="773006"/>
                </a:lnTo>
                <a:lnTo>
                  <a:pt x="469900" y="774700"/>
                </a:lnTo>
                <a:lnTo>
                  <a:pt x="469900" y="768838"/>
                </a:lnTo>
                <a:close/>
              </a:path>
              <a:path w="622300" h="800100">
                <a:moveTo>
                  <a:pt x="469900" y="731308"/>
                </a:moveTo>
                <a:lnTo>
                  <a:pt x="457200" y="762000"/>
                </a:lnTo>
                <a:lnTo>
                  <a:pt x="468206" y="773006"/>
                </a:lnTo>
                <a:lnTo>
                  <a:pt x="469900" y="768838"/>
                </a:lnTo>
                <a:lnTo>
                  <a:pt x="469900" y="731308"/>
                </a:lnTo>
                <a:close/>
              </a:path>
              <a:path w="622300" h="800100">
                <a:moveTo>
                  <a:pt x="607016" y="399942"/>
                </a:moveTo>
                <a:lnTo>
                  <a:pt x="469900" y="731308"/>
                </a:lnTo>
                <a:lnTo>
                  <a:pt x="469900" y="768838"/>
                </a:lnTo>
                <a:lnTo>
                  <a:pt x="617140" y="406400"/>
                </a:lnTo>
                <a:lnTo>
                  <a:pt x="609600" y="406400"/>
                </a:lnTo>
                <a:lnTo>
                  <a:pt x="607016" y="399942"/>
                </a:lnTo>
                <a:close/>
              </a:path>
              <a:path w="622300" h="800100">
                <a:moveTo>
                  <a:pt x="469900" y="571500"/>
                </a:moveTo>
                <a:lnTo>
                  <a:pt x="12700" y="571500"/>
                </a:lnTo>
                <a:lnTo>
                  <a:pt x="12700" y="584200"/>
                </a:lnTo>
                <a:lnTo>
                  <a:pt x="457200" y="584200"/>
                </a:lnTo>
                <a:lnTo>
                  <a:pt x="457200" y="762000"/>
                </a:lnTo>
                <a:lnTo>
                  <a:pt x="469900" y="731308"/>
                </a:lnTo>
                <a:lnTo>
                  <a:pt x="469900" y="571500"/>
                </a:lnTo>
                <a:close/>
              </a:path>
              <a:path w="622300" h="800100">
                <a:moveTo>
                  <a:pt x="457200" y="203200"/>
                </a:moveTo>
                <a:lnTo>
                  <a:pt x="0" y="203200"/>
                </a:lnTo>
                <a:lnTo>
                  <a:pt x="0" y="584200"/>
                </a:lnTo>
                <a:lnTo>
                  <a:pt x="12700" y="584200"/>
                </a:lnTo>
                <a:lnTo>
                  <a:pt x="12700" y="215900"/>
                </a:lnTo>
                <a:lnTo>
                  <a:pt x="457200" y="215900"/>
                </a:lnTo>
                <a:lnTo>
                  <a:pt x="457200" y="203200"/>
                </a:lnTo>
                <a:close/>
              </a:path>
              <a:path w="622300" h="800100">
                <a:moveTo>
                  <a:pt x="609600" y="393700"/>
                </a:moveTo>
                <a:lnTo>
                  <a:pt x="607016" y="399942"/>
                </a:lnTo>
                <a:lnTo>
                  <a:pt x="609600" y="406400"/>
                </a:lnTo>
                <a:lnTo>
                  <a:pt x="609600" y="393700"/>
                </a:lnTo>
                <a:close/>
              </a:path>
              <a:path w="622300" h="800100">
                <a:moveTo>
                  <a:pt x="622300" y="393700"/>
                </a:moveTo>
                <a:lnTo>
                  <a:pt x="609600" y="393700"/>
                </a:lnTo>
                <a:lnTo>
                  <a:pt x="609600" y="406400"/>
                </a:lnTo>
                <a:lnTo>
                  <a:pt x="617140" y="406400"/>
                </a:lnTo>
                <a:lnTo>
                  <a:pt x="622300" y="393700"/>
                </a:lnTo>
                <a:close/>
              </a:path>
              <a:path w="622300" h="800100">
                <a:moveTo>
                  <a:pt x="469900" y="30284"/>
                </a:moveTo>
                <a:lnTo>
                  <a:pt x="469900" y="57150"/>
                </a:lnTo>
                <a:lnTo>
                  <a:pt x="607016" y="399942"/>
                </a:lnTo>
                <a:lnTo>
                  <a:pt x="609600" y="393700"/>
                </a:lnTo>
                <a:lnTo>
                  <a:pt x="622300" y="393700"/>
                </a:lnTo>
                <a:lnTo>
                  <a:pt x="469900" y="30284"/>
                </a:lnTo>
                <a:close/>
              </a:path>
              <a:path w="622300" h="800100">
                <a:moveTo>
                  <a:pt x="457200" y="25400"/>
                </a:moveTo>
                <a:lnTo>
                  <a:pt x="457200" y="215900"/>
                </a:lnTo>
                <a:lnTo>
                  <a:pt x="469900" y="215900"/>
                </a:lnTo>
                <a:lnTo>
                  <a:pt x="469900" y="57150"/>
                </a:lnTo>
                <a:lnTo>
                  <a:pt x="457200" y="25400"/>
                </a:lnTo>
                <a:close/>
              </a:path>
              <a:path w="622300" h="800100">
                <a:moveTo>
                  <a:pt x="457200" y="0"/>
                </a:moveTo>
                <a:lnTo>
                  <a:pt x="457200" y="25400"/>
                </a:lnTo>
                <a:lnTo>
                  <a:pt x="469900" y="57150"/>
                </a:lnTo>
                <a:lnTo>
                  <a:pt x="469900" y="30284"/>
                </a:lnTo>
                <a:lnTo>
                  <a:pt x="457200" y="0"/>
                </a:lnTo>
                <a:close/>
              </a:path>
              <a:path w="622300" h="800100">
                <a:moveTo>
                  <a:pt x="469900" y="25400"/>
                </a:moveTo>
                <a:lnTo>
                  <a:pt x="467851" y="25400"/>
                </a:lnTo>
                <a:lnTo>
                  <a:pt x="469900" y="30284"/>
                </a:lnTo>
                <a:lnTo>
                  <a:pt x="4699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73800" y="4635500"/>
            <a:ext cx="1625600" cy="165100"/>
          </a:xfrm>
          <a:custGeom>
            <a:avLst/>
            <a:gdLst/>
            <a:ahLst/>
            <a:cxnLst/>
            <a:rect l="l" t="t" r="r" b="b"/>
            <a:pathLst>
              <a:path w="1625600" h="165100">
                <a:moveTo>
                  <a:pt x="1625600" y="0"/>
                </a:moveTo>
                <a:lnTo>
                  <a:pt x="0" y="0"/>
                </a:lnTo>
                <a:lnTo>
                  <a:pt x="0" y="165100"/>
                </a:lnTo>
                <a:lnTo>
                  <a:pt x="1625600" y="165100"/>
                </a:lnTo>
                <a:lnTo>
                  <a:pt x="16256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72200" y="2984500"/>
            <a:ext cx="1816100" cy="1651000"/>
          </a:xfrm>
          <a:custGeom>
            <a:avLst/>
            <a:gdLst/>
            <a:ahLst/>
            <a:cxnLst/>
            <a:rect l="l" t="t" r="r" b="b"/>
            <a:pathLst>
              <a:path w="1816100" h="1651000">
                <a:moveTo>
                  <a:pt x="1816100" y="0"/>
                </a:moveTo>
                <a:lnTo>
                  <a:pt x="0" y="0"/>
                </a:lnTo>
                <a:lnTo>
                  <a:pt x="0" y="1651000"/>
                </a:lnTo>
                <a:lnTo>
                  <a:pt x="1816100" y="1651000"/>
                </a:lnTo>
                <a:lnTo>
                  <a:pt x="18161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99200" y="3111500"/>
            <a:ext cx="381000" cy="1422400"/>
          </a:xfrm>
          <a:custGeom>
            <a:avLst/>
            <a:gdLst/>
            <a:ahLst/>
            <a:cxnLst/>
            <a:rect l="l" t="t" r="r" b="b"/>
            <a:pathLst>
              <a:path w="381000" h="1422400">
                <a:moveTo>
                  <a:pt x="381000" y="0"/>
                </a:moveTo>
                <a:lnTo>
                  <a:pt x="0" y="0"/>
                </a:lnTo>
                <a:lnTo>
                  <a:pt x="0" y="1422400"/>
                </a:lnTo>
                <a:lnTo>
                  <a:pt x="381000" y="1422400"/>
                </a:lnTo>
                <a:lnTo>
                  <a:pt x="3810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819900" y="3111500"/>
            <a:ext cx="0" cy="571500"/>
          </a:xfrm>
          <a:custGeom>
            <a:avLst/>
            <a:gdLst/>
            <a:ahLst/>
            <a:cxnLst/>
            <a:rect l="l" t="t" r="r" b="b"/>
            <a:pathLst>
              <a:path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ln w="52069">
            <a:solidFill>
              <a:srgbClr val="336699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69100" y="38100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88900" y="0"/>
                </a:moveTo>
                <a:lnTo>
                  <a:pt x="0" y="0"/>
                </a:lnTo>
                <a:lnTo>
                  <a:pt x="0" y="76200"/>
                </a:lnTo>
                <a:lnTo>
                  <a:pt x="88900" y="76200"/>
                </a:lnTo>
                <a:lnTo>
                  <a:pt x="889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34200" y="3111500"/>
            <a:ext cx="292100" cy="330200"/>
          </a:xfrm>
          <a:custGeom>
            <a:avLst/>
            <a:gdLst/>
            <a:ahLst/>
            <a:cxnLst/>
            <a:rect l="l" t="t" r="r" b="b"/>
            <a:pathLst>
              <a:path w="292100" h="330200">
                <a:moveTo>
                  <a:pt x="292100" y="0"/>
                </a:moveTo>
                <a:lnTo>
                  <a:pt x="0" y="0"/>
                </a:lnTo>
                <a:lnTo>
                  <a:pt x="0" y="330200"/>
                </a:lnTo>
                <a:lnTo>
                  <a:pt x="292100" y="330200"/>
                </a:lnTo>
                <a:lnTo>
                  <a:pt x="2921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15200" y="3111500"/>
            <a:ext cx="558800" cy="330200"/>
          </a:xfrm>
          <a:custGeom>
            <a:avLst/>
            <a:gdLst/>
            <a:ahLst/>
            <a:cxnLst/>
            <a:rect l="l" t="t" r="r" b="b"/>
            <a:pathLst>
              <a:path w="558800" h="330200">
                <a:moveTo>
                  <a:pt x="558800" y="0"/>
                </a:moveTo>
                <a:lnTo>
                  <a:pt x="0" y="0"/>
                </a:lnTo>
                <a:lnTo>
                  <a:pt x="0" y="330200"/>
                </a:lnTo>
                <a:lnTo>
                  <a:pt x="558800" y="330200"/>
                </a:lnTo>
                <a:lnTo>
                  <a:pt x="5588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34300" y="3530600"/>
            <a:ext cx="152400" cy="368300"/>
          </a:xfrm>
          <a:custGeom>
            <a:avLst/>
            <a:gdLst/>
            <a:ahLst/>
            <a:cxnLst/>
            <a:rect l="l" t="t" r="r" b="b"/>
            <a:pathLst>
              <a:path w="152400" h="368300">
                <a:moveTo>
                  <a:pt x="152400" y="0"/>
                </a:moveTo>
                <a:lnTo>
                  <a:pt x="0" y="0"/>
                </a:lnTo>
                <a:lnTo>
                  <a:pt x="0" y="368300"/>
                </a:lnTo>
                <a:lnTo>
                  <a:pt x="152400" y="368300"/>
                </a:lnTo>
                <a:lnTo>
                  <a:pt x="1524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72200" y="2984500"/>
            <a:ext cx="1816100" cy="1816100"/>
          </a:xfrm>
          <a:custGeom>
            <a:avLst/>
            <a:gdLst/>
            <a:ahLst/>
            <a:cxnLst/>
            <a:rect l="l" t="t" r="r" b="b"/>
            <a:pathLst>
              <a:path w="1816100" h="1816100">
                <a:moveTo>
                  <a:pt x="101600" y="1803400"/>
                </a:moveTo>
                <a:lnTo>
                  <a:pt x="101600" y="1816100"/>
                </a:lnTo>
                <a:lnTo>
                  <a:pt x="114300" y="1816100"/>
                </a:lnTo>
                <a:lnTo>
                  <a:pt x="101600" y="1803400"/>
                </a:lnTo>
                <a:close/>
              </a:path>
              <a:path w="1816100" h="1816100">
                <a:moveTo>
                  <a:pt x="114300" y="1651000"/>
                </a:moveTo>
                <a:lnTo>
                  <a:pt x="101600" y="1651000"/>
                </a:lnTo>
                <a:lnTo>
                  <a:pt x="101600" y="1803400"/>
                </a:lnTo>
                <a:lnTo>
                  <a:pt x="114300" y="1816100"/>
                </a:lnTo>
                <a:lnTo>
                  <a:pt x="114300" y="1651000"/>
                </a:lnTo>
                <a:close/>
              </a:path>
              <a:path w="1816100" h="1816100">
                <a:moveTo>
                  <a:pt x="1727200" y="1803400"/>
                </a:moveTo>
                <a:lnTo>
                  <a:pt x="114300" y="1803400"/>
                </a:lnTo>
                <a:lnTo>
                  <a:pt x="114300" y="1816100"/>
                </a:lnTo>
                <a:lnTo>
                  <a:pt x="1727200" y="1816100"/>
                </a:lnTo>
                <a:lnTo>
                  <a:pt x="1727200" y="1803400"/>
                </a:lnTo>
                <a:close/>
              </a:path>
              <a:path w="1816100" h="1816100">
                <a:moveTo>
                  <a:pt x="1739900" y="1651000"/>
                </a:moveTo>
                <a:lnTo>
                  <a:pt x="1727200" y="1663700"/>
                </a:lnTo>
                <a:lnTo>
                  <a:pt x="1727200" y="1816100"/>
                </a:lnTo>
                <a:lnTo>
                  <a:pt x="1739900" y="1816100"/>
                </a:lnTo>
                <a:lnTo>
                  <a:pt x="1739900" y="1651000"/>
                </a:lnTo>
                <a:close/>
              </a:path>
              <a:path w="1816100" h="1816100">
                <a:moveTo>
                  <a:pt x="12700" y="0"/>
                </a:moveTo>
                <a:lnTo>
                  <a:pt x="0" y="12700"/>
                </a:lnTo>
                <a:lnTo>
                  <a:pt x="0" y="1663700"/>
                </a:lnTo>
                <a:lnTo>
                  <a:pt x="101600" y="1663700"/>
                </a:lnTo>
                <a:lnTo>
                  <a:pt x="101600" y="1651000"/>
                </a:lnTo>
                <a:lnTo>
                  <a:pt x="12700" y="1651000"/>
                </a:lnTo>
                <a:lnTo>
                  <a:pt x="12700" y="0"/>
                </a:lnTo>
                <a:close/>
              </a:path>
              <a:path w="1816100" h="1816100">
                <a:moveTo>
                  <a:pt x="1739900" y="1651000"/>
                </a:moveTo>
                <a:lnTo>
                  <a:pt x="1727200" y="1651000"/>
                </a:lnTo>
                <a:lnTo>
                  <a:pt x="1727200" y="1663700"/>
                </a:lnTo>
                <a:lnTo>
                  <a:pt x="1739900" y="1651000"/>
                </a:lnTo>
                <a:close/>
              </a:path>
              <a:path w="1816100" h="1816100">
                <a:moveTo>
                  <a:pt x="1803400" y="0"/>
                </a:moveTo>
                <a:lnTo>
                  <a:pt x="1803400" y="1651000"/>
                </a:lnTo>
                <a:lnTo>
                  <a:pt x="1739900" y="1651000"/>
                </a:lnTo>
                <a:lnTo>
                  <a:pt x="1739900" y="1663700"/>
                </a:lnTo>
                <a:lnTo>
                  <a:pt x="1816100" y="1663700"/>
                </a:lnTo>
                <a:lnTo>
                  <a:pt x="1816100" y="12700"/>
                </a:lnTo>
                <a:lnTo>
                  <a:pt x="1803400" y="0"/>
                </a:lnTo>
                <a:close/>
              </a:path>
              <a:path w="1816100" h="18161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816100" h="1816100">
                <a:moveTo>
                  <a:pt x="1803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803400" y="12700"/>
                </a:lnTo>
                <a:lnTo>
                  <a:pt x="1803400" y="0"/>
                </a:lnTo>
                <a:close/>
              </a:path>
              <a:path w="1816100" h="1816100">
                <a:moveTo>
                  <a:pt x="1816100" y="0"/>
                </a:moveTo>
                <a:lnTo>
                  <a:pt x="1803400" y="0"/>
                </a:lnTo>
                <a:lnTo>
                  <a:pt x="1816100" y="12700"/>
                </a:lnTo>
                <a:lnTo>
                  <a:pt x="1816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73800" y="3111500"/>
            <a:ext cx="1625600" cy="1689100"/>
          </a:xfrm>
          <a:custGeom>
            <a:avLst/>
            <a:gdLst/>
            <a:ahLst/>
            <a:cxnLst/>
            <a:rect l="l" t="t" r="r" b="b"/>
            <a:pathLst>
              <a:path w="1625600" h="1689100">
                <a:moveTo>
                  <a:pt x="76200" y="1524000"/>
                </a:moveTo>
                <a:lnTo>
                  <a:pt x="63500" y="1536700"/>
                </a:lnTo>
                <a:lnTo>
                  <a:pt x="63500" y="1689100"/>
                </a:lnTo>
                <a:lnTo>
                  <a:pt x="76200" y="1689100"/>
                </a:lnTo>
                <a:lnTo>
                  <a:pt x="76200" y="1524000"/>
                </a:lnTo>
                <a:close/>
              </a:path>
              <a:path w="1625600" h="1689100">
                <a:moveTo>
                  <a:pt x="114300" y="1524000"/>
                </a:moveTo>
                <a:lnTo>
                  <a:pt x="114300" y="1689100"/>
                </a:lnTo>
                <a:lnTo>
                  <a:pt x="127000" y="1689100"/>
                </a:lnTo>
                <a:lnTo>
                  <a:pt x="127000" y="1536700"/>
                </a:lnTo>
                <a:lnTo>
                  <a:pt x="114300" y="1524000"/>
                </a:lnTo>
                <a:close/>
              </a:path>
              <a:path w="1625600" h="1689100">
                <a:moveTo>
                  <a:pt x="203200" y="1524000"/>
                </a:moveTo>
                <a:lnTo>
                  <a:pt x="190500" y="1536700"/>
                </a:lnTo>
                <a:lnTo>
                  <a:pt x="190500" y="1689100"/>
                </a:lnTo>
                <a:lnTo>
                  <a:pt x="203200" y="1689100"/>
                </a:lnTo>
                <a:lnTo>
                  <a:pt x="203200" y="1524000"/>
                </a:lnTo>
                <a:close/>
              </a:path>
              <a:path w="1625600" h="1689100">
                <a:moveTo>
                  <a:pt x="254000" y="1524000"/>
                </a:moveTo>
                <a:lnTo>
                  <a:pt x="254000" y="1689100"/>
                </a:lnTo>
                <a:lnTo>
                  <a:pt x="266700" y="1689100"/>
                </a:lnTo>
                <a:lnTo>
                  <a:pt x="266700" y="1536700"/>
                </a:lnTo>
                <a:lnTo>
                  <a:pt x="254000" y="1524000"/>
                </a:lnTo>
                <a:close/>
              </a:path>
              <a:path w="1625600" h="1689100">
                <a:moveTo>
                  <a:pt x="342900" y="1524000"/>
                </a:moveTo>
                <a:lnTo>
                  <a:pt x="330200" y="1536700"/>
                </a:lnTo>
                <a:lnTo>
                  <a:pt x="330200" y="1689100"/>
                </a:lnTo>
                <a:lnTo>
                  <a:pt x="342900" y="1689100"/>
                </a:lnTo>
                <a:lnTo>
                  <a:pt x="342900" y="1524000"/>
                </a:lnTo>
                <a:close/>
              </a:path>
              <a:path w="1625600" h="1689100">
                <a:moveTo>
                  <a:pt x="393700" y="1524000"/>
                </a:moveTo>
                <a:lnTo>
                  <a:pt x="393700" y="1689100"/>
                </a:lnTo>
                <a:lnTo>
                  <a:pt x="406400" y="1689100"/>
                </a:lnTo>
                <a:lnTo>
                  <a:pt x="406400" y="1536700"/>
                </a:lnTo>
                <a:lnTo>
                  <a:pt x="393700" y="1524000"/>
                </a:lnTo>
                <a:close/>
              </a:path>
              <a:path w="1625600" h="1689100">
                <a:moveTo>
                  <a:pt x="482600" y="1524000"/>
                </a:moveTo>
                <a:lnTo>
                  <a:pt x="469900" y="1536700"/>
                </a:lnTo>
                <a:lnTo>
                  <a:pt x="469900" y="1689100"/>
                </a:lnTo>
                <a:lnTo>
                  <a:pt x="482600" y="1689100"/>
                </a:lnTo>
                <a:lnTo>
                  <a:pt x="482600" y="1524000"/>
                </a:lnTo>
                <a:close/>
              </a:path>
              <a:path w="1625600" h="1689100">
                <a:moveTo>
                  <a:pt x="533400" y="1524000"/>
                </a:moveTo>
                <a:lnTo>
                  <a:pt x="533400" y="1689100"/>
                </a:lnTo>
                <a:lnTo>
                  <a:pt x="546100" y="1689100"/>
                </a:lnTo>
                <a:lnTo>
                  <a:pt x="546100" y="1536700"/>
                </a:lnTo>
                <a:lnTo>
                  <a:pt x="533400" y="1524000"/>
                </a:lnTo>
                <a:close/>
              </a:path>
              <a:path w="1625600" h="1689100">
                <a:moveTo>
                  <a:pt x="622300" y="1524000"/>
                </a:moveTo>
                <a:lnTo>
                  <a:pt x="609600" y="1536700"/>
                </a:lnTo>
                <a:lnTo>
                  <a:pt x="609600" y="1689100"/>
                </a:lnTo>
                <a:lnTo>
                  <a:pt x="622300" y="1689100"/>
                </a:lnTo>
                <a:lnTo>
                  <a:pt x="622300" y="1524000"/>
                </a:lnTo>
                <a:close/>
              </a:path>
              <a:path w="1625600" h="1689100">
                <a:moveTo>
                  <a:pt x="673100" y="1524000"/>
                </a:moveTo>
                <a:lnTo>
                  <a:pt x="673100" y="1689100"/>
                </a:lnTo>
                <a:lnTo>
                  <a:pt x="685800" y="1689100"/>
                </a:lnTo>
                <a:lnTo>
                  <a:pt x="685800" y="1536700"/>
                </a:lnTo>
                <a:lnTo>
                  <a:pt x="673100" y="1524000"/>
                </a:lnTo>
                <a:close/>
              </a:path>
              <a:path w="1625600" h="1689100">
                <a:moveTo>
                  <a:pt x="762000" y="1524000"/>
                </a:moveTo>
                <a:lnTo>
                  <a:pt x="749300" y="1536700"/>
                </a:lnTo>
                <a:lnTo>
                  <a:pt x="749300" y="1689100"/>
                </a:lnTo>
                <a:lnTo>
                  <a:pt x="762000" y="1689100"/>
                </a:lnTo>
                <a:lnTo>
                  <a:pt x="762000" y="1524000"/>
                </a:lnTo>
                <a:close/>
              </a:path>
              <a:path w="1625600" h="1689100">
                <a:moveTo>
                  <a:pt x="812800" y="1524000"/>
                </a:moveTo>
                <a:lnTo>
                  <a:pt x="812800" y="1689100"/>
                </a:lnTo>
                <a:lnTo>
                  <a:pt x="825500" y="1689100"/>
                </a:lnTo>
                <a:lnTo>
                  <a:pt x="825500" y="1536700"/>
                </a:lnTo>
                <a:lnTo>
                  <a:pt x="812800" y="1524000"/>
                </a:lnTo>
                <a:close/>
              </a:path>
              <a:path w="1625600" h="1689100">
                <a:moveTo>
                  <a:pt x="901700" y="1524000"/>
                </a:moveTo>
                <a:lnTo>
                  <a:pt x="889000" y="1536700"/>
                </a:lnTo>
                <a:lnTo>
                  <a:pt x="889000" y="1689100"/>
                </a:lnTo>
                <a:lnTo>
                  <a:pt x="901700" y="1689100"/>
                </a:lnTo>
                <a:lnTo>
                  <a:pt x="901700" y="1524000"/>
                </a:lnTo>
                <a:close/>
              </a:path>
              <a:path w="1625600" h="1689100">
                <a:moveTo>
                  <a:pt x="939800" y="1524000"/>
                </a:moveTo>
                <a:lnTo>
                  <a:pt x="939800" y="1689100"/>
                </a:lnTo>
                <a:lnTo>
                  <a:pt x="952500" y="1689100"/>
                </a:lnTo>
                <a:lnTo>
                  <a:pt x="952500" y="1536700"/>
                </a:lnTo>
                <a:lnTo>
                  <a:pt x="939800" y="1524000"/>
                </a:lnTo>
                <a:close/>
              </a:path>
              <a:path w="1625600" h="1689100">
                <a:moveTo>
                  <a:pt x="1028700" y="1524000"/>
                </a:moveTo>
                <a:lnTo>
                  <a:pt x="1016000" y="1536700"/>
                </a:lnTo>
                <a:lnTo>
                  <a:pt x="1016000" y="1689100"/>
                </a:lnTo>
                <a:lnTo>
                  <a:pt x="1028700" y="1689100"/>
                </a:lnTo>
                <a:lnTo>
                  <a:pt x="1028700" y="1524000"/>
                </a:lnTo>
                <a:close/>
              </a:path>
              <a:path w="1625600" h="1689100">
                <a:moveTo>
                  <a:pt x="1079500" y="1524000"/>
                </a:moveTo>
                <a:lnTo>
                  <a:pt x="1079500" y="1689100"/>
                </a:lnTo>
                <a:lnTo>
                  <a:pt x="1092200" y="1689100"/>
                </a:lnTo>
                <a:lnTo>
                  <a:pt x="1092200" y="1536700"/>
                </a:lnTo>
                <a:lnTo>
                  <a:pt x="1079500" y="1524000"/>
                </a:lnTo>
                <a:close/>
              </a:path>
              <a:path w="1625600" h="1689100">
                <a:moveTo>
                  <a:pt x="1143000" y="1524000"/>
                </a:moveTo>
                <a:lnTo>
                  <a:pt x="1143000" y="1689100"/>
                </a:lnTo>
                <a:lnTo>
                  <a:pt x="1155700" y="1689100"/>
                </a:lnTo>
                <a:lnTo>
                  <a:pt x="1155700" y="1536700"/>
                </a:lnTo>
                <a:lnTo>
                  <a:pt x="1143000" y="1524000"/>
                </a:lnTo>
                <a:close/>
              </a:path>
              <a:path w="1625600" h="1689100">
                <a:moveTo>
                  <a:pt x="1231900" y="1524000"/>
                </a:moveTo>
                <a:lnTo>
                  <a:pt x="1219200" y="1536700"/>
                </a:lnTo>
                <a:lnTo>
                  <a:pt x="1219200" y="1689100"/>
                </a:lnTo>
                <a:lnTo>
                  <a:pt x="1231900" y="1689100"/>
                </a:lnTo>
                <a:lnTo>
                  <a:pt x="1231900" y="1524000"/>
                </a:lnTo>
                <a:close/>
              </a:path>
              <a:path w="1625600" h="1689100">
                <a:moveTo>
                  <a:pt x="1282700" y="1524000"/>
                </a:moveTo>
                <a:lnTo>
                  <a:pt x="1282700" y="1689100"/>
                </a:lnTo>
                <a:lnTo>
                  <a:pt x="1295400" y="1689100"/>
                </a:lnTo>
                <a:lnTo>
                  <a:pt x="1295400" y="1536700"/>
                </a:lnTo>
                <a:lnTo>
                  <a:pt x="1282700" y="1524000"/>
                </a:lnTo>
                <a:close/>
              </a:path>
              <a:path w="1625600" h="1689100">
                <a:moveTo>
                  <a:pt x="1371600" y="1524000"/>
                </a:moveTo>
                <a:lnTo>
                  <a:pt x="1358900" y="1536700"/>
                </a:lnTo>
                <a:lnTo>
                  <a:pt x="1358900" y="1689100"/>
                </a:lnTo>
                <a:lnTo>
                  <a:pt x="1371600" y="1689100"/>
                </a:lnTo>
                <a:lnTo>
                  <a:pt x="1371600" y="1524000"/>
                </a:lnTo>
                <a:close/>
              </a:path>
              <a:path w="1625600" h="1689100">
                <a:moveTo>
                  <a:pt x="1422400" y="1524000"/>
                </a:moveTo>
                <a:lnTo>
                  <a:pt x="1422400" y="1689100"/>
                </a:lnTo>
                <a:lnTo>
                  <a:pt x="1435100" y="1689100"/>
                </a:lnTo>
                <a:lnTo>
                  <a:pt x="1435100" y="1536700"/>
                </a:lnTo>
                <a:lnTo>
                  <a:pt x="1422400" y="1524000"/>
                </a:lnTo>
                <a:close/>
              </a:path>
              <a:path w="1625600" h="1689100">
                <a:moveTo>
                  <a:pt x="1511300" y="1524000"/>
                </a:moveTo>
                <a:lnTo>
                  <a:pt x="1498600" y="1536700"/>
                </a:lnTo>
                <a:lnTo>
                  <a:pt x="1498600" y="1689100"/>
                </a:lnTo>
                <a:lnTo>
                  <a:pt x="1511300" y="1689100"/>
                </a:lnTo>
                <a:lnTo>
                  <a:pt x="1511300" y="1524000"/>
                </a:lnTo>
                <a:close/>
              </a:path>
              <a:path w="1625600" h="1689100">
                <a:moveTo>
                  <a:pt x="1562100" y="1524000"/>
                </a:moveTo>
                <a:lnTo>
                  <a:pt x="1562100" y="1689100"/>
                </a:lnTo>
                <a:lnTo>
                  <a:pt x="1574800" y="1689100"/>
                </a:lnTo>
                <a:lnTo>
                  <a:pt x="1574800" y="1536700"/>
                </a:lnTo>
                <a:lnTo>
                  <a:pt x="1562100" y="1524000"/>
                </a:lnTo>
                <a:close/>
              </a:path>
              <a:path w="1625600" h="1689100">
                <a:moveTo>
                  <a:pt x="63500" y="1524000"/>
                </a:moveTo>
                <a:lnTo>
                  <a:pt x="0" y="1524000"/>
                </a:lnTo>
                <a:lnTo>
                  <a:pt x="0" y="1536700"/>
                </a:lnTo>
                <a:lnTo>
                  <a:pt x="63500" y="1536700"/>
                </a:lnTo>
                <a:lnTo>
                  <a:pt x="63500" y="1524000"/>
                </a:lnTo>
                <a:close/>
              </a:path>
              <a:path w="1625600" h="1689100">
                <a:moveTo>
                  <a:pt x="76200" y="1524000"/>
                </a:moveTo>
                <a:lnTo>
                  <a:pt x="63500" y="1524000"/>
                </a:lnTo>
                <a:lnTo>
                  <a:pt x="63500" y="1536700"/>
                </a:lnTo>
                <a:lnTo>
                  <a:pt x="76200" y="1524000"/>
                </a:lnTo>
                <a:close/>
              </a:path>
              <a:path w="1625600" h="1689100">
                <a:moveTo>
                  <a:pt x="114300" y="1524000"/>
                </a:moveTo>
                <a:lnTo>
                  <a:pt x="76200" y="1524000"/>
                </a:lnTo>
                <a:lnTo>
                  <a:pt x="76200" y="1536700"/>
                </a:lnTo>
                <a:lnTo>
                  <a:pt x="114300" y="1536700"/>
                </a:lnTo>
                <a:lnTo>
                  <a:pt x="114300" y="1524000"/>
                </a:lnTo>
                <a:close/>
              </a:path>
              <a:path w="1625600" h="1689100">
                <a:moveTo>
                  <a:pt x="127000" y="1524000"/>
                </a:moveTo>
                <a:lnTo>
                  <a:pt x="114300" y="1524000"/>
                </a:lnTo>
                <a:lnTo>
                  <a:pt x="127000" y="1536700"/>
                </a:lnTo>
                <a:lnTo>
                  <a:pt x="127000" y="1524000"/>
                </a:lnTo>
                <a:close/>
              </a:path>
              <a:path w="1625600" h="1689100">
                <a:moveTo>
                  <a:pt x="190500" y="1524000"/>
                </a:moveTo>
                <a:lnTo>
                  <a:pt x="127000" y="1524000"/>
                </a:lnTo>
                <a:lnTo>
                  <a:pt x="127000" y="1536700"/>
                </a:lnTo>
                <a:lnTo>
                  <a:pt x="190500" y="1536700"/>
                </a:lnTo>
                <a:lnTo>
                  <a:pt x="190500" y="1524000"/>
                </a:lnTo>
                <a:close/>
              </a:path>
              <a:path w="1625600" h="1689100">
                <a:moveTo>
                  <a:pt x="203200" y="1524000"/>
                </a:moveTo>
                <a:lnTo>
                  <a:pt x="190500" y="1524000"/>
                </a:lnTo>
                <a:lnTo>
                  <a:pt x="190500" y="1536700"/>
                </a:lnTo>
                <a:lnTo>
                  <a:pt x="203200" y="1524000"/>
                </a:lnTo>
                <a:close/>
              </a:path>
              <a:path w="1625600" h="1689100">
                <a:moveTo>
                  <a:pt x="254000" y="1524000"/>
                </a:moveTo>
                <a:lnTo>
                  <a:pt x="203200" y="1524000"/>
                </a:lnTo>
                <a:lnTo>
                  <a:pt x="203200" y="1536700"/>
                </a:lnTo>
                <a:lnTo>
                  <a:pt x="254000" y="1536700"/>
                </a:lnTo>
                <a:lnTo>
                  <a:pt x="254000" y="1524000"/>
                </a:lnTo>
                <a:close/>
              </a:path>
              <a:path w="1625600" h="1689100">
                <a:moveTo>
                  <a:pt x="266700" y="1524000"/>
                </a:moveTo>
                <a:lnTo>
                  <a:pt x="254000" y="1524000"/>
                </a:lnTo>
                <a:lnTo>
                  <a:pt x="266700" y="1536700"/>
                </a:lnTo>
                <a:lnTo>
                  <a:pt x="266700" y="1524000"/>
                </a:lnTo>
                <a:close/>
              </a:path>
              <a:path w="1625600" h="1689100">
                <a:moveTo>
                  <a:pt x="330200" y="1524000"/>
                </a:moveTo>
                <a:lnTo>
                  <a:pt x="266700" y="1524000"/>
                </a:lnTo>
                <a:lnTo>
                  <a:pt x="266700" y="1536700"/>
                </a:lnTo>
                <a:lnTo>
                  <a:pt x="330200" y="1536700"/>
                </a:lnTo>
                <a:lnTo>
                  <a:pt x="330200" y="1524000"/>
                </a:lnTo>
                <a:close/>
              </a:path>
              <a:path w="1625600" h="1689100">
                <a:moveTo>
                  <a:pt x="342900" y="1524000"/>
                </a:moveTo>
                <a:lnTo>
                  <a:pt x="330200" y="1524000"/>
                </a:lnTo>
                <a:lnTo>
                  <a:pt x="330200" y="1536700"/>
                </a:lnTo>
                <a:lnTo>
                  <a:pt x="342900" y="1524000"/>
                </a:lnTo>
                <a:close/>
              </a:path>
              <a:path w="1625600" h="1689100">
                <a:moveTo>
                  <a:pt x="393700" y="1524000"/>
                </a:moveTo>
                <a:lnTo>
                  <a:pt x="342900" y="1524000"/>
                </a:lnTo>
                <a:lnTo>
                  <a:pt x="342900" y="1536700"/>
                </a:lnTo>
                <a:lnTo>
                  <a:pt x="393700" y="1536700"/>
                </a:lnTo>
                <a:lnTo>
                  <a:pt x="393700" y="1524000"/>
                </a:lnTo>
                <a:close/>
              </a:path>
              <a:path w="1625600" h="1689100">
                <a:moveTo>
                  <a:pt x="406400" y="1524000"/>
                </a:moveTo>
                <a:lnTo>
                  <a:pt x="393700" y="1524000"/>
                </a:lnTo>
                <a:lnTo>
                  <a:pt x="406400" y="1536700"/>
                </a:lnTo>
                <a:lnTo>
                  <a:pt x="406400" y="1524000"/>
                </a:lnTo>
                <a:close/>
              </a:path>
              <a:path w="1625600" h="1689100">
                <a:moveTo>
                  <a:pt x="469900" y="1524000"/>
                </a:moveTo>
                <a:lnTo>
                  <a:pt x="406400" y="1524000"/>
                </a:lnTo>
                <a:lnTo>
                  <a:pt x="406400" y="1536700"/>
                </a:lnTo>
                <a:lnTo>
                  <a:pt x="469900" y="1536700"/>
                </a:lnTo>
                <a:lnTo>
                  <a:pt x="469900" y="1524000"/>
                </a:lnTo>
                <a:close/>
              </a:path>
              <a:path w="1625600" h="1689100">
                <a:moveTo>
                  <a:pt x="482600" y="1524000"/>
                </a:moveTo>
                <a:lnTo>
                  <a:pt x="469900" y="1524000"/>
                </a:lnTo>
                <a:lnTo>
                  <a:pt x="469900" y="1536700"/>
                </a:lnTo>
                <a:lnTo>
                  <a:pt x="482600" y="1524000"/>
                </a:lnTo>
                <a:close/>
              </a:path>
              <a:path w="1625600" h="1689100">
                <a:moveTo>
                  <a:pt x="533400" y="1524000"/>
                </a:moveTo>
                <a:lnTo>
                  <a:pt x="482600" y="1524000"/>
                </a:lnTo>
                <a:lnTo>
                  <a:pt x="482600" y="1536700"/>
                </a:lnTo>
                <a:lnTo>
                  <a:pt x="533400" y="1536700"/>
                </a:lnTo>
                <a:lnTo>
                  <a:pt x="533400" y="1524000"/>
                </a:lnTo>
                <a:close/>
              </a:path>
              <a:path w="1625600" h="1689100">
                <a:moveTo>
                  <a:pt x="546100" y="1524000"/>
                </a:moveTo>
                <a:lnTo>
                  <a:pt x="533400" y="1524000"/>
                </a:lnTo>
                <a:lnTo>
                  <a:pt x="546100" y="1536700"/>
                </a:lnTo>
                <a:lnTo>
                  <a:pt x="546100" y="1524000"/>
                </a:lnTo>
                <a:close/>
              </a:path>
              <a:path w="1625600" h="1689100">
                <a:moveTo>
                  <a:pt x="609600" y="1524000"/>
                </a:moveTo>
                <a:lnTo>
                  <a:pt x="546100" y="1524000"/>
                </a:lnTo>
                <a:lnTo>
                  <a:pt x="546100" y="1536700"/>
                </a:lnTo>
                <a:lnTo>
                  <a:pt x="609600" y="1536700"/>
                </a:lnTo>
                <a:lnTo>
                  <a:pt x="609600" y="1524000"/>
                </a:lnTo>
                <a:close/>
              </a:path>
              <a:path w="1625600" h="1689100">
                <a:moveTo>
                  <a:pt x="622300" y="1524000"/>
                </a:moveTo>
                <a:lnTo>
                  <a:pt x="609600" y="1524000"/>
                </a:lnTo>
                <a:lnTo>
                  <a:pt x="609600" y="1536700"/>
                </a:lnTo>
                <a:lnTo>
                  <a:pt x="622300" y="1524000"/>
                </a:lnTo>
                <a:close/>
              </a:path>
              <a:path w="1625600" h="1689100">
                <a:moveTo>
                  <a:pt x="673100" y="1524000"/>
                </a:moveTo>
                <a:lnTo>
                  <a:pt x="622300" y="1524000"/>
                </a:lnTo>
                <a:lnTo>
                  <a:pt x="622300" y="1536700"/>
                </a:lnTo>
                <a:lnTo>
                  <a:pt x="673100" y="1536700"/>
                </a:lnTo>
                <a:lnTo>
                  <a:pt x="673100" y="1524000"/>
                </a:lnTo>
                <a:close/>
              </a:path>
              <a:path w="1625600" h="1689100">
                <a:moveTo>
                  <a:pt x="685800" y="1524000"/>
                </a:moveTo>
                <a:lnTo>
                  <a:pt x="673100" y="1524000"/>
                </a:lnTo>
                <a:lnTo>
                  <a:pt x="685800" y="1536700"/>
                </a:lnTo>
                <a:lnTo>
                  <a:pt x="685800" y="1524000"/>
                </a:lnTo>
                <a:close/>
              </a:path>
              <a:path w="1625600" h="1689100">
                <a:moveTo>
                  <a:pt x="749300" y="1524000"/>
                </a:moveTo>
                <a:lnTo>
                  <a:pt x="685800" y="1524000"/>
                </a:lnTo>
                <a:lnTo>
                  <a:pt x="685800" y="1536700"/>
                </a:lnTo>
                <a:lnTo>
                  <a:pt x="749300" y="1536700"/>
                </a:lnTo>
                <a:lnTo>
                  <a:pt x="749300" y="1524000"/>
                </a:lnTo>
                <a:close/>
              </a:path>
              <a:path w="1625600" h="1689100">
                <a:moveTo>
                  <a:pt x="762000" y="1524000"/>
                </a:moveTo>
                <a:lnTo>
                  <a:pt x="749300" y="1524000"/>
                </a:lnTo>
                <a:lnTo>
                  <a:pt x="749300" y="1536700"/>
                </a:lnTo>
                <a:lnTo>
                  <a:pt x="762000" y="1524000"/>
                </a:lnTo>
                <a:close/>
              </a:path>
              <a:path w="1625600" h="1689100">
                <a:moveTo>
                  <a:pt x="812800" y="1524000"/>
                </a:moveTo>
                <a:lnTo>
                  <a:pt x="762000" y="1524000"/>
                </a:lnTo>
                <a:lnTo>
                  <a:pt x="762000" y="1536700"/>
                </a:lnTo>
                <a:lnTo>
                  <a:pt x="812800" y="1536700"/>
                </a:lnTo>
                <a:lnTo>
                  <a:pt x="812800" y="1524000"/>
                </a:lnTo>
                <a:close/>
              </a:path>
              <a:path w="1625600" h="1689100">
                <a:moveTo>
                  <a:pt x="825500" y="1524000"/>
                </a:moveTo>
                <a:lnTo>
                  <a:pt x="812800" y="1524000"/>
                </a:lnTo>
                <a:lnTo>
                  <a:pt x="825500" y="1536700"/>
                </a:lnTo>
                <a:lnTo>
                  <a:pt x="825500" y="1524000"/>
                </a:lnTo>
                <a:close/>
              </a:path>
              <a:path w="1625600" h="1689100">
                <a:moveTo>
                  <a:pt x="889000" y="1524000"/>
                </a:moveTo>
                <a:lnTo>
                  <a:pt x="825500" y="1524000"/>
                </a:lnTo>
                <a:lnTo>
                  <a:pt x="825500" y="1536700"/>
                </a:lnTo>
                <a:lnTo>
                  <a:pt x="889000" y="1536700"/>
                </a:lnTo>
                <a:lnTo>
                  <a:pt x="889000" y="1524000"/>
                </a:lnTo>
                <a:close/>
              </a:path>
              <a:path w="1625600" h="1689100">
                <a:moveTo>
                  <a:pt x="901700" y="1524000"/>
                </a:moveTo>
                <a:lnTo>
                  <a:pt x="889000" y="1524000"/>
                </a:lnTo>
                <a:lnTo>
                  <a:pt x="889000" y="1536700"/>
                </a:lnTo>
                <a:lnTo>
                  <a:pt x="901700" y="1524000"/>
                </a:lnTo>
                <a:close/>
              </a:path>
              <a:path w="1625600" h="1689100">
                <a:moveTo>
                  <a:pt x="939800" y="1524000"/>
                </a:moveTo>
                <a:lnTo>
                  <a:pt x="901700" y="1524000"/>
                </a:lnTo>
                <a:lnTo>
                  <a:pt x="901700" y="1536700"/>
                </a:lnTo>
                <a:lnTo>
                  <a:pt x="939800" y="1536700"/>
                </a:lnTo>
                <a:lnTo>
                  <a:pt x="939800" y="1524000"/>
                </a:lnTo>
                <a:close/>
              </a:path>
              <a:path w="1625600" h="1689100">
                <a:moveTo>
                  <a:pt x="952500" y="1524000"/>
                </a:moveTo>
                <a:lnTo>
                  <a:pt x="939800" y="1524000"/>
                </a:lnTo>
                <a:lnTo>
                  <a:pt x="952500" y="1536700"/>
                </a:lnTo>
                <a:lnTo>
                  <a:pt x="952500" y="1524000"/>
                </a:lnTo>
                <a:close/>
              </a:path>
              <a:path w="1625600" h="1689100">
                <a:moveTo>
                  <a:pt x="1016000" y="1524000"/>
                </a:moveTo>
                <a:lnTo>
                  <a:pt x="952500" y="1524000"/>
                </a:lnTo>
                <a:lnTo>
                  <a:pt x="952500" y="1536700"/>
                </a:lnTo>
                <a:lnTo>
                  <a:pt x="1016000" y="1536700"/>
                </a:lnTo>
                <a:lnTo>
                  <a:pt x="1016000" y="1524000"/>
                </a:lnTo>
                <a:close/>
              </a:path>
              <a:path w="1625600" h="1689100">
                <a:moveTo>
                  <a:pt x="1028700" y="1524000"/>
                </a:moveTo>
                <a:lnTo>
                  <a:pt x="1016000" y="1524000"/>
                </a:lnTo>
                <a:lnTo>
                  <a:pt x="1016000" y="1536700"/>
                </a:lnTo>
                <a:lnTo>
                  <a:pt x="1028700" y="1524000"/>
                </a:lnTo>
                <a:close/>
              </a:path>
              <a:path w="1625600" h="1689100">
                <a:moveTo>
                  <a:pt x="1079500" y="1524000"/>
                </a:moveTo>
                <a:lnTo>
                  <a:pt x="1028700" y="1524000"/>
                </a:lnTo>
                <a:lnTo>
                  <a:pt x="1028700" y="1536700"/>
                </a:lnTo>
                <a:lnTo>
                  <a:pt x="1079500" y="1536700"/>
                </a:lnTo>
                <a:lnTo>
                  <a:pt x="1079500" y="1524000"/>
                </a:lnTo>
                <a:close/>
              </a:path>
              <a:path w="1625600" h="1689100">
                <a:moveTo>
                  <a:pt x="1092200" y="1524000"/>
                </a:moveTo>
                <a:lnTo>
                  <a:pt x="1079500" y="1524000"/>
                </a:lnTo>
                <a:lnTo>
                  <a:pt x="1092200" y="1536700"/>
                </a:lnTo>
                <a:lnTo>
                  <a:pt x="1092200" y="1524000"/>
                </a:lnTo>
                <a:close/>
              </a:path>
              <a:path w="1625600" h="1689100">
                <a:moveTo>
                  <a:pt x="1143000" y="1524000"/>
                </a:moveTo>
                <a:lnTo>
                  <a:pt x="1092200" y="1524000"/>
                </a:lnTo>
                <a:lnTo>
                  <a:pt x="1092200" y="1536700"/>
                </a:lnTo>
                <a:lnTo>
                  <a:pt x="1143000" y="1536700"/>
                </a:lnTo>
                <a:lnTo>
                  <a:pt x="1143000" y="1524000"/>
                </a:lnTo>
                <a:close/>
              </a:path>
              <a:path w="1625600" h="1689100">
                <a:moveTo>
                  <a:pt x="1155700" y="1524000"/>
                </a:moveTo>
                <a:lnTo>
                  <a:pt x="1143000" y="1524000"/>
                </a:lnTo>
                <a:lnTo>
                  <a:pt x="1155700" y="1536700"/>
                </a:lnTo>
                <a:lnTo>
                  <a:pt x="1155700" y="1524000"/>
                </a:lnTo>
                <a:close/>
              </a:path>
              <a:path w="1625600" h="1689100">
                <a:moveTo>
                  <a:pt x="1219200" y="1524000"/>
                </a:moveTo>
                <a:lnTo>
                  <a:pt x="1155700" y="1524000"/>
                </a:lnTo>
                <a:lnTo>
                  <a:pt x="1155700" y="1536700"/>
                </a:lnTo>
                <a:lnTo>
                  <a:pt x="1219200" y="1536700"/>
                </a:lnTo>
                <a:lnTo>
                  <a:pt x="1219200" y="1524000"/>
                </a:lnTo>
                <a:close/>
              </a:path>
              <a:path w="1625600" h="1689100">
                <a:moveTo>
                  <a:pt x="1231900" y="1524000"/>
                </a:moveTo>
                <a:lnTo>
                  <a:pt x="1219200" y="1524000"/>
                </a:lnTo>
                <a:lnTo>
                  <a:pt x="1219200" y="1536700"/>
                </a:lnTo>
                <a:lnTo>
                  <a:pt x="1231900" y="1524000"/>
                </a:lnTo>
                <a:close/>
              </a:path>
              <a:path w="1625600" h="1689100">
                <a:moveTo>
                  <a:pt x="1282700" y="1524000"/>
                </a:moveTo>
                <a:lnTo>
                  <a:pt x="1231900" y="1524000"/>
                </a:lnTo>
                <a:lnTo>
                  <a:pt x="1231900" y="1536700"/>
                </a:lnTo>
                <a:lnTo>
                  <a:pt x="1282700" y="1536700"/>
                </a:lnTo>
                <a:lnTo>
                  <a:pt x="1282700" y="1524000"/>
                </a:lnTo>
                <a:close/>
              </a:path>
              <a:path w="1625600" h="1689100">
                <a:moveTo>
                  <a:pt x="1295400" y="1524000"/>
                </a:moveTo>
                <a:lnTo>
                  <a:pt x="1282700" y="1524000"/>
                </a:lnTo>
                <a:lnTo>
                  <a:pt x="1295400" y="1536700"/>
                </a:lnTo>
                <a:lnTo>
                  <a:pt x="1295400" y="1524000"/>
                </a:lnTo>
                <a:close/>
              </a:path>
              <a:path w="1625600" h="1689100">
                <a:moveTo>
                  <a:pt x="1358900" y="1524000"/>
                </a:moveTo>
                <a:lnTo>
                  <a:pt x="1295400" y="1524000"/>
                </a:lnTo>
                <a:lnTo>
                  <a:pt x="1295400" y="1536700"/>
                </a:lnTo>
                <a:lnTo>
                  <a:pt x="1358900" y="1536700"/>
                </a:lnTo>
                <a:lnTo>
                  <a:pt x="1358900" y="1524000"/>
                </a:lnTo>
                <a:close/>
              </a:path>
              <a:path w="1625600" h="1689100">
                <a:moveTo>
                  <a:pt x="1371600" y="1524000"/>
                </a:moveTo>
                <a:lnTo>
                  <a:pt x="1358900" y="1524000"/>
                </a:lnTo>
                <a:lnTo>
                  <a:pt x="1358900" y="1536700"/>
                </a:lnTo>
                <a:lnTo>
                  <a:pt x="1371600" y="1524000"/>
                </a:lnTo>
                <a:close/>
              </a:path>
              <a:path w="1625600" h="1689100">
                <a:moveTo>
                  <a:pt x="1422400" y="1524000"/>
                </a:moveTo>
                <a:lnTo>
                  <a:pt x="1371600" y="1524000"/>
                </a:lnTo>
                <a:lnTo>
                  <a:pt x="1371600" y="1536700"/>
                </a:lnTo>
                <a:lnTo>
                  <a:pt x="1422400" y="1536700"/>
                </a:lnTo>
                <a:lnTo>
                  <a:pt x="1422400" y="1524000"/>
                </a:lnTo>
                <a:close/>
              </a:path>
              <a:path w="1625600" h="1689100">
                <a:moveTo>
                  <a:pt x="1435100" y="1524000"/>
                </a:moveTo>
                <a:lnTo>
                  <a:pt x="1422400" y="1524000"/>
                </a:lnTo>
                <a:lnTo>
                  <a:pt x="1435100" y="1536700"/>
                </a:lnTo>
                <a:lnTo>
                  <a:pt x="1435100" y="1524000"/>
                </a:lnTo>
                <a:close/>
              </a:path>
              <a:path w="1625600" h="1689100">
                <a:moveTo>
                  <a:pt x="1498600" y="1524000"/>
                </a:moveTo>
                <a:lnTo>
                  <a:pt x="1435100" y="1524000"/>
                </a:lnTo>
                <a:lnTo>
                  <a:pt x="1435100" y="1536700"/>
                </a:lnTo>
                <a:lnTo>
                  <a:pt x="1498600" y="1536700"/>
                </a:lnTo>
                <a:lnTo>
                  <a:pt x="1498600" y="1524000"/>
                </a:lnTo>
                <a:close/>
              </a:path>
              <a:path w="1625600" h="1689100">
                <a:moveTo>
                  <a:pt x="1511300" y="1524000"/>
                </a:moveTo>
                <a:lnTo>
                  <a:pt x="1498600" y="1524000"/>
                </a:lnTo>
                <a:lnTo>
                  <a:pt x="1498600" y="1536700"/>
                </a:lnTo>
                <a:lnTo>
                  <a:pt x="1511300" y="1524000"/>
                </a:lnTo>
                <a:close/>
              </a:path>
              <a:path w="1625600" h="1689100">
                <a:moveTo>
                  <a:pt x="1562100" y="1524000"/>
                </a:moveTo>
                <a:lnTo>
                  <a:pt x="1511300" y="1524000"/>
                </a:lnTo>
                <a:lnTo>
                  <a:pt x="1511300" y="1536700"/>
                </a:lnTo>
                <a:lnTo>
                  <a:pt x="1562100" y="1536700"/>
                </a:lnTo>
                <a:lnTo>
                  <a:pt x="1562100" y="1524000"/>
                </a:lnTo>
                <a:close/>
              </a:path>
              <a:path w="1625600" h="1689100">
                <a:moveTo>
                  <a:pt x="1574800" y="1524000"/>
                </a:moveTo>
                <a:lnTo>
                  <a:pt x="1562100" y="1524000"/>
                </a:lnTo>
                <a:lnTo>
                  <a:pt x="1574800" y="1536700"/>
                </a:lnTo>
                <a:lnTo>
                  <a:pt x="1574800" y="1524000"/>
                </a:lnTo>
                <a:close/>
              </a:path>
              <a:path w="1625600" h="1689100">
                <a:moveTo>
                  <a:pt x="1625600" y="1524000"/>
                </a:moveTo>
                <a:lnTo>
                  <a:pt x="1574800" y="1524000"/>
                </a:lnTo>
                <a:lnTo>
                  <a:pt x="1574800" y="1536700"/>
                </a:lnTo>
                <a:lnTo>
                  <a:pt x="1625600" y="1536700"/>
                </a:lnTo>
                <a:lnTo>
                  <a:pt x="1625600" y="1524000"/>
                </a:lnTo>
                <a:close/>
              </a:path>
              <a:path w="1625600" h="1689100">
                <a:moveTo>
                  <a:pt x="25400" y="1346200"/>
                </a:moveTo>
                <a:lnTo>
                  <a:pt x="25400" y="1435100"/>
                </a:lnTo>
                <a:lnTo>
                  <a:pt x="406400" y="1435100"/>
                </a:lnTo>
                <a:lnTo>
                  <a:pt x="406400" y="1422400"/>
                </a:lnTo>
                <a:lnTo>
                  <a:pt x="38100" y="1422400"/>
                </a:lnTo>
                <a:lnTo>
                  <a:pt x="38100" y="1358900"/>
                </a:lnTo>
                <a:lnTo>
                  <a:pt x="25400" y="1346200"/>
                </a:lnTo>
                <a:close/>
              </a:path>
              <a:path w="1625600" h="1689100">
                <a:moveTo>
                  <a:pt x="393700" y="0"/>
                </a:moveTo>
                <a:lnTo>
                  <a:pt x="393700" y="1422400"/>
                </a:lnTo>
                <a:lnTo>
                  <a:pt x="406400" y="1422400"/>
                </a:lnTo>
                <a:lnTo>
                  <a:pt x="406400" y="12700"/>
                </a:lnTo>
                <a:lnTo>
                  <a:pt x="393700" y="0"/>
                </a:lnTo>
                <a:close/>
              </a:path>
              <a:path w="1625600" h="1689100">
                <a:moveTo>
                  <a:pt x="38100" y="1270000"/>
                </a:moveTo>
                <a:lnTo>
                  <a:pt x="25400" y="1282700"/>
                </a:lnTo>
                <a:lnTo>
                  <a:pt x="25400" y="1346200"/>
                </a:lnTo>
                <a:lnTo>
                  <a:pt x="38100" y="1358900"/>
                </a:lnTo>
                <a:lnTo>
                  <a:pt x="38100" y="1270000"/>
                </a:lnTo>
                <a:close/>
              </a:path>
              <a:path w="1625600" h="1689100">
                <a:moveTo>
                  <a:pt x="393700" y="1346200"/>
                </a:moveTo>
                <a:lnTo>
                  <a:pt x="38100" y="1346200"/>
                </a:lnTo>
                <a:lnTo>
                  <a:pt x="38100" y="1358900"/>
                </a:lnTo>
                <a:lnTo>
                  <a:pt x="393700" y="1358900"/>
                </a:lnTo>
                <a:lnTo>
                  <a:pt x="393700" y="1346200"/>
                </a:lnTo>
                <a:close/>
              </a:path>
              <a:path w="1625600" h="1689100">
                <a:moveTo>
                  <a:pt x="38100" y="1181100"/>
                </a:moveTo>
                <a:lnTo>
                  <a:pt x="25400" y="1193800"/>
                </a:lnTo>
                <a:lnTo>
                  <a:pt x="25400" y="1282700"/>
                </a:lnTo>
                <a:lnTo>
                  <a:pt x="38100" y="1270000"/>
                </a:lnTo>
                <a:lnTo>
                  <a:pt x="38100" y="1181100"/>
                </a:lnTo>
                <a:close/>
              </a:path>
              <a:path w="1625600" h="1689100">
                <a:moveTo>
                  <a:pt x="393700" y="1270000"/>
                </a:moveTo>
                <a:lnTo>
                  <a:pt x="38100" y="1270000"/>
                </a:lnTo>
                <a:lnTo>
                  <a:pt x="38100" y="1282700"/>
                </a:lnTo>
                <a:lnTo>
                  <a:pt x="393700" y="1282700"/>
                </a:lnTo>
                <a:lnTo>
                  <a:pt x="393700" y="1270000"/>
                </a:lnTo>
                <a:close/>
              </a:path>
              <a:path w="1625600" h="1689100">
                <a:moveTo>
                  <a:pt x="25400" y="1092200"/>
                </a:moveTo>
                <a:lnTo>
                  <a:pt x="25400" y="1193800"/>
                </a:lnTo>
                <a:lnTo>
                  <a:pt x="38100" y="1181100"/>
                </a:lnTo>
                <a:lnTo>
                  <a:pt x="38100" y="1104900"/>
                </a:lnTo>
                <a:lnTo>
                  <a:pt x="25400" y="1092200"/>
                </a:lnTo>
                <a:close/>
              </a:path>
              <a:path w="1625600" h="1689100">
                <a:moveTo>
                  <a:pt x="393700" y="1181100"/>
                </a:moveTo>
                <a:lnTo>
                  <a:pt x="38100" y="1181100"/>
                </a:lnTo>
                <a:lnTo>
                  <a:pt x="38100" y="1193800"/>
                </a:lnTo>
                <a:lnTo>
                  <a:pt x="393700" y="1193800"/>
                </a:lnTo>
                <a:lnTo>
                  <a:pt x="393700" y="1181100"/>
                </a:lnTo>
                <a:close/>
              </a:path>
              <a:path w="1625600" h="1689100">
                <a:moveTo>
                  <a:pt x="25400" y="1003300"/>
                </a:moveTo>
                <a:lnTo>
                  <a:pt x="25400" y="1092200"/>
                </a:lnTo>
                <a:lnTo>
                  <a:pt x="38100" y="1104900"/>
                </a:lnTo>
                <a:lnTo>
                  <a:pt x="38100" y="1016000"/>
                </a:lnTo>
                <a:lnTo>
                  <a:pt x="25400" y="1003300"/>
                </a:lnTo>
                <a:close/>
              </a:path>
              <a:path w="1625600" h="1689100">
                <a:moveTo>
                  <a:pt x="393700" y="1092200"/>
                </a:moveTo>
                <a:lnTo>
                  <a:pt x="38100" y="1092200"/>
                </a:lnTo>
                <a:lnTo>
                  <a:pt x="38100" y="1104900"/>
                </a:lnTo>
                <a:lnTo>
                  <a:pt x="393700" y="1104900"/>
                </a:lnTo>
                <a:lnTo>
                  <a:pt x="393700" y="1092200"/>
                </a:lnTo>
                <a:close/>
              </a:path>
              <a:path w="1625600" h="1689100">
                <a:moveTo>
                  <a:pt x="38100" y="927100"/>
                </a:moveTo>
                <a:lnTo>
                  <a:pt x="25400" y="939800"/>
                </a:lnTo>
                <a:lnTo>
                  <a:pt x="25400" y="1003300"/>
                </a:lnTo>
                <a:lnTo>
                  <a:pt x="38100" y="1016000"/>
                </a:lnTo>
                <a:lnTo>
                  <a:pt x="38100" y="927100"/>
                </a:lnTo>
                <a:close/>
              </a:path>
              <a:path w="1625600" h="1689100">
                <a:moveTo>
                  <a:pt x="393700" y="1003300"/>
                </a:moveTo>
                <a:lnTo>
                  <a:pt x="38100" y="1003300"/>
                </a:lnTo>
                <a:lnTo>
                  <a:pt x="38100" y="1016000"/>
                </a:lnTo>
                <a:lnTo>
                  <a:pt x="393700" y="1016000"/>
                </a:lnTo>
                <a:lnTo>
                  <a:pt x="393700" y="1003300"/>
                </a:lnTo>
                <a:close/>
              </a:path>
              <a:path w="1625600" h="1689100">
                <a:moveTo>
                  <a:pt x="38100" y="838200"/>
                </a:moveTo>
                <a:lnTo>
                  <a:pt x="25400" y="850900"/>
                </a:lnTo>
                <a:lnTo>
                  <a:pt x="25400" y="939800"/>
                </a:lnTo>
                <a:lnTo>
                  <a:pt x="38100" y="927100"/>
                </a:lnTo>
                <a:lnTo>
                  <a:pt x="38100" y="838200"/>
                </a:lnTo>
                <a:close/>
              </a:path>
              <a:path w="1625600" h="1689100">
                <a:moveTo>
                  <a:pt x="393700" y="927100"/>
                </a:moveTo>
                <a:lnTo>
                  <a:pt x="38100" y="927100"/>
                </a:lnTo>
                <a:lnTo>
                  <a:pt x="38100" y="939800"/>
                </a:lnTo>
                <a:lnTo>
                  <a:pt x="393700" y="939800"/>
                </a:lnTo>
                <a:lnTo>
                  <a:pt x="393700" y="927100"/>
                </a:lnTo>
                <a:close/>
              </a:path>
              <a:path w="1625600" h="1689100">
                <a:moveTo>
                  <a:pt x="25400" y="749300"/>
                </a:moveTo>
                <a:lnTo>
                  <a:pt x="25400" y="850900"/>
                </a:lnTo>
                <a:lnTo>
                  <a:pt x="38100" y="838200"/>
                </a:lnTo>
                <a:lnTo>
                  <a:pt x="38100" y="762000"/>
                </a:lnTo>
                <a:lnTo>
                  <a:pt x="25400" y="749300"/>
                </a:lnTo>
                <a:close/>
              </a:path>
              <a:path w="1625600" h="1689100">
                <a:moveTo>
                  <a:pt x="393700" y="838200"/>
                </a:moveTo>
                <a:lnTo>
                  <a:pt x="38100" y="838200"/>
                </a:lnTo>
                <a:lnTo>
                  <a:pt x="38100" y="850900"/>
                </a:lnTo>
                <a:lnTo>
                  <a:pt x="393700" y="850900"/>
                </a:lnTo>
                <a:lnTo>
                  <a:pt x="393700" y="838200"/>
                </a:lnTo>
                <a:close/>
              </a:path>
              <a:path w="1625600" h="1689100">
                <a:moveTo>
                  <a:pt x="25400" y="660400"/>
                </a:moveTo>
                <a:lnTo>
                  <a:pt x="25400" y="749300"/>
                </a:lnTo>
                <a:lnTo>
                  <a:pt x="38100" y="762000"/>
                </a:lnTo>
                <a:lnTo>
                  <a:pt x="38100" y="673100"/>
                </a:lnTo>
                <a:lnTo>
                  <a:pt x="25400" y="660400"/>
                </a:lnTo>
                <a:close/>
              </a:path>
              <a:path w="1625600" h="1689100">
                <a:moveTo>
                  <a:pt x="393700" y="749300"/>
                </a:moveTo>
                <a:lnTo>
                  <a:pt x="38100" y="749300"/>
                </a:lnTo>
                <a:lnTo>
                  <a:pt x="38100" y="762000"/>
                </a:lnTo>
                <a:lnTo>
                  <a:pt x="393700" y="762000"/>
                </a:lnTo>
                <a:lnTo>
                  <a:pt x="393700" y="749300"/>
                </a:lnTo>
                <a:close/>
              </a:path>
              <a:path w="1625600" h="1689100">
                <a:moveTo>
                  <a:pt x="38100" y="584200"/>
                </a:moveTo>
                <a:lnTo>
                  <a:pt x="25400" y="596900"/>
                </a:lnTo>
                <a:lnTo>
                  <a:pt x="25400" y="660400"/>
                </a:lnTo>
                <a:lnTo>
                  <a:pt x="38100" y="673100"/>
                </a:lnTo>
                <a:lnTo>
                  <a:pt x="38100" y="584200"/>
                </a:lnTo>
                <a:close/>
              </a:path>
              <a:path w="1625600" h="1689100">
                <a:moveTo>
                  <a:pt x="393700" y="660400"/>
                </a:moveTo>
                <a:lnTo>
                  <a:pt x="38100" y="660400"/>
                </a:lnTo>
                <a:lnTo>
                  <a:pt x="38100" y="673100"/>
                </a:lnTo>
                <a:lnTo>
                  <a:pt x="393700" y="673100"/>
                </a:lnTo>
                <a:lnTo>
                  <a:pt x="393700" y="660400"/>
                </a:lnTo>
                <a:close/>
              </a:path>
              <a:path w="1625600" h="1689100">
                <a:moveTo>
                  <a:pt x="38100" y="495300"/>
                </a:moveTo>
                <a:lnTo>
                  <a:pt x="25400" y="508000"/>
                </a:lnTo>
                <a:lnTo>
                  <a:pt x="25400" y="596900"/>
                </a:lnTo>
                <a:lnTo>
                  <a:pt x="38100" y="584200"/>
                </a:lnTo>
                <a:lnTo>
                  <a:pt x="38100" y="495300"/>
                </a:lnTo>
                <a:close/>
              </a:path>
              <a:path w="1625600" h="1689100">
                <a:moveTo>
                  <a:pt x="393700" y="584200"/>
                </a:moveTo>
                <a:lnTo>
                  <a:pt x="38100" y="584200"/>
                </a:lnTo>
                <a:lnTo>
                  <a:pt x="38100" y="596900"/>
                </a:lnTo>
                <a:lnTo>
                  <a:pt x="393700" y="596900"/>
                </a:lnTo>
                <a:lnTo>
                  <a:pt x="393700" y="584200"/>
                </a:lnTo>
                <a:close/>
              </a:path>
              <a:path w="1625600" h="1689100">
                <a:moveTo>
                  <a:pt x="25400" y="406400"/>
                </a:moveTo>
                <a:lnTo>
                  <a:pt x="25400" y="508000"/>
                </a:lnTo>
                <a:lnTo>
                  <a:pt x="38100" y="495300"/>
                </a:lnTo>
                <a:lnTo>
                  <a:pt x="38100" y="419100"/>
                </a:lnTo>
                <a:lnTo>
                  <a:pt x="25400" y="406400"/>
                </a:lnTo>
                <a:close/>
              </a:path>
              <a:path w="1625600" h="1689100">
                <a:moveTo>
                  <a:pt x="393700" y="495300"/>
                </a:moveTo>
                <a:lnTo>
                  <a:pt x="38100" y="495300"/>
                </a:lnTo>
                <a:lnTo>
                  <a:pt x="38100" y="508000"/>
                </a:lnTo>
                <a:lnTo>
                  <a:pt x="393700" y="508000"/>
                </a:lnTo>
                <a:lnTo>
                  <a:pt x="393700" y="495300"/>
                </a:lnTo>
                <a:close/>
              </a:path>
              <a:path w="1625600" h="1689100">
                <a:moveTo>
                  <a:pt x="38100" y="330200"/>
                </a:moveTo>
                <a:lnTo>
                  <a:pt x="25400" y="342900"/>
                </a:lnTo>
                <a:lnTo>
                  <a:pt x="25400" y="406400"/>
                </a:lnTo>
                <a:lnTo>
                  <a:pt x="38100" y="419100"/>
                </a:lnTo>
                <a:lnTo>
                  <a:pt x="38100" y="330200"/>
                </a:lnTo>
                <a:close/>
              </a:path>
              <a:path w="1625600" h="1689100">
                <a:moveTo>
                  <a:pt x="393700" y="406400"/>
                </a:moveTo>
                <a:lnTo>
                  <a:pt x="38100" y="406400"/>
                </a:lnTo>
                <a:lnTo>
                  <a:pt x="38100" y="419100"/>
                </a:lnTo>
                <a:lnTo>
                  <a:pt x="393700" y="419100"/>
                </a:lnTo>
                <a:lnTo>
                  <a:pt x="393700" y="406400"/>
                </a:lnTo>
                <a:close/>
              </a:path>
              <a:path w="1625600" h="1689100">
                <a:moveTo>
                  <a:pt x="38100" y="241300"/>
                </a:moveTo>
                <a:lnTo>
                  <a:pt x="25400" y="254000"/>
                </a:lnTo>
                <a:lnTo>
                  <a:pt x="25400" y="342900"/>
                </a:lnTo>
                <a:lnTo>
                  <a:pt x="38100" y="330200"/>
                </a:lnTo>
                <a:lnTo>
                  <a:pt x="38100" y="241300"/>
                </a:lnTo>
                <a:close/>
              </a:path>
              <a:path w="1625600" h="1689100">
                <a:moveTo>
                  <a:pt x="393700" y="330200"/>
                </a:moveTo>
                <a:lnTo>
                  <a:pt x="38100" y="330200"/>
                </a:lnTo>
                <a:lnTo>
                  <a:pt x="38100" y="342900"/>
                </a:lnTo>
                <a:lnTo>
                  <a:pt x="393700" y="342900"/>
                </a:lnTo>
                <a:lnTo>
                  <a:pt x="393700" y="330200"/>
                </a:lnTo>
                <a:close/>
              </a:path>
              <a:path w="1625600" h="1689100">
                <a:moveTo>
                  <a:pt x="25400" y="152400"/>
                </a:moveTo>
                <a:lnTo>
                  <a:pt x="25400" y="254000"/>
                </a:lnTo>
                <a:lnTo>
                  <a:pt x="38100" y="241300"/>
                </a:lnTo>
                <a:lnTo>
                  <a:pt x="38100" y="165100"/>
                </a:lnTo>
                <a:lnTo>
                  <a:pt x="25400" y="152400"/>
                </a:lnTo>
                <a:close/>
              </a:path>
              <a:path w="1625600" h="1689100">
                <a:moveTo>
                  <a:pt x="393700" y="241300"/>
                </a:moveTo>
                <a:lnTo>
                  <a:pt x="38100" y="241300"/>
                </a:lnTo>
                <a:lnTo>
                  <a:pt x="38100" y="254000"/>
                </a:lnTo>
                <a:lnTo>
                  <a:pt x="393700" y="254000"/>
                </a:lnTo>
                <a:lnTo>
                  <a:pt x="393700" y="241300"/>
                </a:lnTo>
                <a:close/>
              </a:path>
              <a:path w="1625600" h="1689100">
                <a:moveTo>
                  <a:pt x="38100" y="0"/>
                </a:moveTo>
                <a:lnTo>
                  <a:pt x="25400" y="0"/>
                </a:lnTo>
                <a:lnTo>
                  <a:pt x="25400" y="152400"/>
                </a:lnTo>
                <a:lnTo>
                  <a:pt x="38100" y="165100"/>
                </a:lnTo>
                <a:lnTo>
                  <a:pt x="38100" y="0"/>
                </a:lnTo>
                <a:close/>
              </a:path>
              <a:path w="1625600" h="1689100">
                <a:moveTo>
                  <a:pt x="393700" y="152400"/>
                </a:moveTo>
                <a:lnTo>
                  <a:pt x="38100" y="152400"/>
                </a:lnTo>
                <a:lnTo>
                  <a:pt x="38100" y="165100"/>
                </a:lnTo>
                <a:lnTo>
                  <a:pt x="393700" y="165100"/>
                </a:lnTo>
                <a:lnTo>
                  <a:pt x="393700" y="152400"/>
                </a:lnTo>
                <a:close/>
              </a:path>
              <a:path w="1625600" h="1689100">
                <a:moveTo>
                  <a:pt x="393700" y="63500"/>
                </a:moveTo>
                <a:lnTo>
                  <a:pt x="38100" y="63500"/>
                </a:lnTo>
                <a:lnTo>
                  <a:pt x="38100" y="76200"/>
                </a:lnTo>
                <a:lnTo>
                  <a:pt x="393700" y="76200"/>
                </a:lnTo>
                <a:lnTo>
                  <a:pt x="393700" y="63500"/>
                </a:lnTo>
                <a:close/>
              </a:path>
              <a:path w="1625600" h="1689100">
                <a:moveTo>
                  <a:pt x="3937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393700" y="12700"/>
                </a:lnTo>
                <a:lnTo>
                  <a:pt x="393700" y="0"/>
                </a:lnTo>
                <a:close/>
              </a:path>
              <a:path w="1625600" h="1689100">
                <a:moveTo>
                  <a:pt x="406400" y="0"/>
                </a:moveTo>
                <a:lnTo>
                  <a:pt x="393700" y="0"/>
                </a:lnTo>
                <a:lnTo>
                  <a:pt x="406400" y="12700"/>
                </a:lnTo>
                <a:lnTo>
                  <a:pt x="406400" y="0"/>
                </a:lnTo>
                <a:close/>
              </a:path>
              <a:path w="1625600" h="1689100">
                <a:moveTo>
                  <a:pt x="520700" y="0"/>
                </a:moveTo>
                <a:lnTo>
                  <a:pt x="508000" y="0"/>
                </a:lnTo>
                <a:lnTo>
                  <a:pt x="508000" y="584200"/>
                </a:lnTo>
                <a:lnTo>
                  <a:pt x="571500" y="584200"/>
                </a:lnTo>
                <a:lnTo>
                  <a:pt x="571500" y="571500"/>
                </a:lnTo>
                <a:lnTo>
                  <a:pt x="520700" y="571500"/>
                </a:lnTo>
                <a:lnTo>
                  <a:pt x="520700" y="0"/>
                </a:lnTo>
                <a:close/>
              </a:path>
              <a:path w="1625600" h="1689100">
                <a:moveTo>
                  <a:pt x="558800" y="0"/>
                </a:moveTo>
                <a:lnTo>
                  <a:pt x="558800" y="571500"/>
                </a:lnTo>
                <a:lnTo>
                  <a:pt x="571500" y="571500"/>
                </a:lnTo>
                <a:lnTo>
                  <a:pt x="571500" y="12700"/>
                </a:lnTo>
                <a:lnTo>
                  <a:pt x="558800" y="0"/>
                </a:lnTo>
                <a:close/>
              </a:path>
              <a:path w="1625600" h="1689100">
                <a:moveTo>
                  <a:pt x="558800" y="0"/>
                </a:moveTo>
                <a:lnTo>
                  <a:pt x="520700" y="0"/>
                </a:lnTo>
                <a:lnTo>
                  <a:pt x="520700" y="12700"/>
                </a:lnTo>
                <a:lnTo>
                  <a:pt x="558800" y="12700"/>
                </a:lnTo>
                <a:lnTo>
                  <a:pt x="558800" y="0"/>
                </a:lnTo>
                <a:close/>
              </a:path>
              <a:path w="1625600" h="1689100">
                <a:moveTo>
                  <a:pt x="571500" y="0"/>
                </a:moveTo>
                <a:lnTo>
                  <a:pt x="558800" y="0"/>
                </a:lnTo>
                <a:lnTo>
                  <a:pt x="571500" y="12700"/>
                </a:lnTo>
                <a:lnTo>
                  <a:pt x="571500" y="0"/>
                </a:lnTo>
                <a:close/>
              </a:path>
              <a:path w="1625600" h="1689100">
                <a:moveTo>
                  <a:pt x="495300" y="762000"/>
                </a:moveTo>
                <a:lnTo>
                  <a:pt x="495300" y="774700"/>
                </a:lnTo>
                <a:lnTo>
                  <a:pt x="508000" y="774700"/>
                </a:lnTo>
                <a:lnTo>
                  <a:pt x="495300" y="762000"/>
                </a:lnTo>
                <a:close/>
              </a:path>
              <a:path w="1625600" h="1689100">
                <a:moveTo>
                  <a:pt x="508000" y="698500"/>
                </a:moveTo>
                <a:lnTo>
                  <a:pt x="495300" y="698500"/>
                </a:lnTo>
                <a:lnTo>
                  <a:pt x="495300" y="762000"/>
                </a:lnTo>
                <a:lnTo>
                  <a:pt x="508000" y="774700"/>
                </a:lnTo>
                <a:lnTo>
                  <a:pt x="508000" y="698500"/>
                </a:lnTo>
                <a:close/>
              </a:path>
              <a:path w="1625600" h="1689100">
                <a:moveTo>
                  <a:pt x="584200" y="762000"/>
                </a:moveTo>
                <a:lnTo>
                  <a:pt x="508000" y="762000"/>
                </a:lnTo>
                <a:lnTo>
                  <a:pt x="508000" y="774700"/>
                </a:lnTo>
                <a:lnTo>
                  <a:pt x="584200" y="774700"/>
                </a:lnTo>
                <a:lnTo>
                  <a:pt x="584200" y="762000"/>
                </a:lnTo>
                <a:close/>
              </a:path>
              <a:path w="1625600" h="1689100">
                <a:moveTo>
                  <a:pt x="596900" y="698500"/>
                </a:moveTo>
                <a:lnTo>
                  <a:pt x="584200" y="698500"/>
                </a:lnTo>
                <a:lnTo>
                  <a:pt x="584200" y="774700"/>
                </a:lnTo>
                <a:lnTo>
                  <a:pt x="596900" y="774700"/>
                </a:lnTo>
                <a:lnTo>
                  <a:pt x="596900" y="698500"/>
                </a:lnTo>
                <a:close/>
              </a:path>
              <a:path w="1625600" h="1689100">
                <a:moveTo>
                  <a:pt x="584200" y="698500"/>
                </a:moveTo>
                <a:lnTo>
                  <a:pt x="508000" y="698500"/>
                </a:lnTo>
                <a:lnTo>
                  <a:pt x="508000" y="711200"/>
                </a:lnTo>
                <a:lnTo>
                  <a:pt x="584200" y="711200"/>
                </a:lnTo>
                <a:lnTo>
                  <a:pt x="584200" y="698500"/>
                </a:lnTo>
                <a:close/>
              </a:path>
              <a:path w="1625600" h="1689100">
                <a:moveTo>
                  <a:pt x="660400" y="0"/>
                </a:moveTo>
                <a:lnTo>
                  <a:pt x="647700" y="0"/>
                </a:lnTo>
                <a:lnTo>
                  <a:pt x="647700" y="342900"/>
                </a:lnTo>
                <a:lnTo>
                  <a:pt x="952500" y="342900"/>
                </a:lnTo>
                <a:lnTo>
                  <a:pt x="952500" y="330200"/>
                </a:lnTo>
                <a:lnTo>
                  <a:pt x="660400" y="330200"/>
                </a:lnTo>
                <a:lnTo>
                  <a:pt x="660400" y="0"/>
                </a:lnTo>
                <a:close/>
              </a:path>
              <a:path w="1625600" h="1689100">
                <a:moveTo>
                  <a:pt x="939800" y="0"/>
                </a:moveTo>
                <a:lnTo>
                  <a:pt x="939800" y="330200"/>
                </a:lnTo>
                <a:lnTo>
                  <a:pt x="952500" y="330200"/>
                </a:lnTo>
                <a:lnTo>
                  <a:pt x="952500" y="12700"/>
                </a:lnTo>
                <a:lnTo>
                  <a:pt x="939800" y="0"/>
                </a:lnTo>
                <a:close/>
              </a:path>
              <a:path w="1625600" h="1689100">
                <a:moveTo>
                  <a:pt x="939800" y="0"/>
                </a:moveTo>
                <a:lnTo>
                  <a:pt x="660400" y="0"/>
                </a:lnTo>
                <a:lnTo>
                  <a:pt x="660400" y="12700"/>
                </a:lnTo>
                <a:lnTo>
                  <a:pt x="939800" y="12700"/>
                </a:lnTo>
                <a:lnTo>
                  <a:pt x="939800" y="0"/>
                </a:lnTo>
                <a:close/>
              </a:path>
              <a:path w="1625600" h="1689100">
                <a:moveTo>
                  <a:pt x="952500" y="0"/>
                </a:moveTo>
                <a:lnTo>
                  <a:pt x="939800" y="0"/>
                </a:lnTo>
                <a:lnTo>
                  <a:pt x="952500" y="12700"/>
                </a:lnTo>
                <a:lnTo>
                  <a:pt x="952500" y="0"/>
                </a:lnTo>
                <a:close/>
              </a:path>
              <a:path w="1625600" h="1689100">
                <a:moveTo>
                  <a:pt x="1054100" y="0"/>
                </a:moveTo>
                <a:lnTo>
                  <a:pt x="1041400" y="0"/>
                </a:lnTo>
                <a:lnTo>
                  <a:pt x="1041400" y="342900"/>
                </a:lnTo>
                <a:lnTo>
                  <a:pt x="1612900" y="342900"/>
                </a:lnTo>
                <a:lnTo>
                  <a:pt x="1612900" y="330200"/>
                </a:lnTo>
                <a:lnTo>
                  <a:pt x="1054100" y="330200"/>
                </a:lnTo>
                <a:lnTo>
                  <a:pt x="1054100" y="0"/>
                </a:lnTo>
                <a:close/>
              </a:path>
              <a:path w="1625600" h="1689100">
                <a:moveTo>
                  <a:pt x="1612900" y="0"/>
                </a:moveTo>
                <a:lnTo>
                  <a:pt x="1600200" y="0"/>
                </a:lnTo>
                <a:lnTo>
                  <a:pt x="1600200" y="330200"/>
                </a:lnTo>
                <a:lnTo>
                  <a:pt x="1612900" y="330200"/>
                </a:lnTo>
                <a:lnTo>
                  <a:pt x="1612900" y="0"/>
                </a:lnTo>
                <a:close/>
              </a:path>
              <a:path w="1625600" h="1689100">
                <a:moveTo>
                  <a:pt x="1600200" y="0"/>
                </a:moveTo>
                <a:lnTo>
                  <a:pt x="1054100" y="0"/>
                </a:lnTo>
                <a:lnTo>
                  <a:pt x="1054100" y="12700"/>
                </a:lnTo>
                <a:lnTo>
                  <a:pt x="1600200" y="12700"/>
                </a:lnTo>
                <a:lnTo>
                  <a:pt x="1600200" y="0"/>
                </a:lnTo>
                <a:close/>
              </a:path>
              <a:path w="1625600" h="1689100">
                <a:moveTo>
                  <a:pt x="1460500" y="774700"/>
                </a:moveTo>
                <a:lnTo>
                  <a:pt x="1460500" y="787400"/>
                </a:lnTo>
                <a:lnTo>
                  <a:pt x="1473200" y="787400"/>
                </a:lnTo>
                <a:lnTo>
                  <a:pt x="1460500" y="774700"/>
                </a:lnTo>
                <a:close/>
              </a:path>
              <a:path w="1625600" h="1689100">
                <a:moveTo>
                  <a:pt x="1625600" y="406400"/>
                </a:moveTo>
                <a:lnTo>
                  <a:pt x="1460500" y="406400"/>
                </a:lnTo>
                <a:lnTo>
                  <a:pt x="1460500" y="774700"/>
                </a:lnTo>
                <a:lnTo>
                  <a:pt x="1473200" y="787400"/>
                </a:lnTo>
                <a:lnTo>
                  <a:pt x="1473200" y="419100"/>
                </a:lnTo>
                <a:lnTo>
                  <a:pt x="1625600" y="419100"/>
                </a:lnTo>
                <a:lnTo>
                  <a:pt x="1625600" y="406400"/>
                </a:lnTo>
                <a:close/>
              </a:path>
              <a:path w="1625600" h="1689100">
                <a:moveTo>
                  <a:pt x="1612900" y="774700"/>
                </a:moveTo>
                <a:lnTo>
                  <a:pt x="1473200" y="774700"/>
                </a:lnTo>
                <a:lnTo>
                  <a:pt x="1473200" y="787400"/>
                </a:lnTo>
                <a:lnTo>
                  <a:pt x="1612900" y="787400"/>
                </a:lnTo>
                <a:lnTo>
                  <a:pt x="1612900" y="774700"/>
                </a:lnTo>
                <a:close/>
              </a:path>
              <a:path w="1625600" h="1689100">
                <a:moveTo>
                  <a:pt x="1625600" y="419100"/>
                </a:moveTo>
                <a:lnTo>
                  <a:pt x="1612900" y="419100"/>
                </a:lnTo>
                <a:lnTo>
                  <a:pt x="1612900" y="787400"/>
                </a:lnTo>
                <a:lnTo>
                  <a:pt x="1625600" y="787400"/>
                </a:lnTo>
                <a:lnTo>
                  <a:pt x="1625600" y="419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019800" y="2489200"/>
            <a:ext cx="230124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26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64300" y="4813300"/>
            <a:ext cx="1384300" cy="15367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59600" y="3594100"/>
            <a:ext cx="1384300" cy="1295400"/>
          </a:xfrm>
          <a:custGeom>
            <a:avLst/>
            <a:gdLst/>
            <a:ahLst/>
            <a:cxnLst/>
            <a:rect l="l" t="t" r="r" b="b"/>
            <a:pathLst>
              <a:path w="1384300" h="1295400">
                <a:moveTo>
                  <a:pt x="1143000" y="0"/>
                </a:moveTo>
                <a:lnTo>
                  <a:pt x="1143000" y="203200"/>
                </a:lnTo>
                <a:lnTo>
                  <a:pt x="800100" y="203200"/>
                </a:lnTo>
                <a:lnTo>
                  <a:pt x="734125" y="204985"/>
                </a:lnTo>
                <a:lnTo>
                  <a:pt x="669683" y="210248"/>
                </a:lnTo>
                <a:lnTo>
                  <a:pt x="606975" y="218844"/>
                </a:lnTo>
                <a:lnTo>
                  <a:pt x="546201" y="230631"/>
                </a:lnTo>
                <a:lnTo>
                  <a:pt x="487560" y="245467"/>
                </a:lnTo>
                <a:lnTo>
                  <a:pt x="431253" y="263207"/>
                </a:lnTo>
                <a:lnTo>
                  <a:pt x="377480" y="283710"/>
                </a:lnTo>
                <a:lnTo>
                  <a:pt x="326440" y="306831"/>
                </a:lnTo>
                <a:lnTo>
                  <a:pt x="278334" y="332430"/>
                </a:lnTo>
                <a:lnTo>
                  <a:pt x="233362" y="360362"/>
                </a:lnTo>
                <a:lnTo>
                  <a:pt x="191723" y="390485"/>
                </a:lnTo>
                <a:lnTo>
                  <a:pt x="153619" y="422656"/>
                </a:lnTo>
                <a:lnTo>
                  <a:pt x="119248" y="456731"/>
                </a:lnTo>
                <a:lnTo>
                  <a:pt x="88811" y="492569"/>
                </a:lnTo>
                <a:lnTo>
                  <a:pt x="62507" y="530026"/>
                </a:lnTo>
                <a:lnTo>
                  <a:pt x="40538" y="568959"/>
                </a:lnTo>
                <a:lnTo>
                  <a:pt x="23102" y="609226"/>
                </a:lnTo>
                <a:lnTo>
                  <a:pt x="10401" y="650684"/>
                </a:lnTo>
                <a:lnTo>
                  <a:pt x="2633" y="693189"/>
                </a:lnTo>
                <a:lnTo>
                  <a:pt x="0" y="736600"/>
                </a:lnTo>
                <a:lnTo>
                  <a:pt x="0" y="1295400"/>
                </a:lnTo>
                <a:lnTo>
                  <a:pt x="342900" y="1295400"/>
                </a:lnTo>
                <a:lnTo>
                  <a:pt x="342900" y="736600"/>
                </a:lnTo>
                <a:lnTo>
                  <a:pt x="344404" y="719653"/>
                </a:lnTo>
                <a:lnTo>
                  <a:pt x="366064" y="671575"/>
                </a:lnTo>
                <a:lnTo>
                  <a:pt x="393649" y="642302"/>
                </a:lnTo>
                <a:lnTo>
                  <a:pt x="430682" y="615695"/>
                </a:lnTo>
                <a:lnTo>
                  <a:pt x="476250" y="592137"/>
                </a:lnTo>
                <a:lnTo>
                  <a:pt x="529437" y="572007"/>
                </a:lnTo>
                <a:lnTo>
                  <a:pt x="589330" y="555688"/>
                </a:lnTo>
                <a:lnTo>
                  <a:pt x="655015" y="543559"/>
                </a:lnTo>
                <a:lnTo>
                  <a:pt x="725576" y="536003"/>
                </a:lnTo>
                <a:lnTo>
                  <a:pt x="800100" y="533400"/>
                </a:lnTo>
                <a:lnTo>
                  <a:pt x="1276131" y="533400"/>
                </a:lnTo>
                <a:lnTo>
                  <a:pt x="1384300" y="368300"/>
                </a:lnTo>
                <a:lnTo>
                  <a:pt x="1143000" y="0"/>
                </a:lnTo>
                <a:close/>
              </a:path>
              <a:path w="1384300" h="1295400">
                <a:moveTo>
                  <a:pt x="1276131" y="533400"/>
                </a:moveTo>
                <a:lnTo>
                  <a:pt x="1143000" y="533400"/>
                </a:lnTo>
                <a:lnTo>
                  <a:pt x="1143000" y="736600"/>
                </a:lnTo>
                <a:lnTo>
                  <a:pt x="1276131" y="533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46900" y="3568700"/>
            <a:ext cx="1409700" cy="1333500"/>
          </a:xfrm>
          <a:custGeom>
            <a:avLst/>
            <a:gdLst/>
            <a:ahLst/>
            <a:cxnLst/>
            <a:rect l="l" t="t" r="r" b="b"/>
            <a:pathLst>
              <a:path w="1409700" h="1333500">
                <a:moveTo>
                  <a:pt x="1143000" y="25400"/>
                </a:moveTo>
                <a:lnTo>
                  <a:pt x="1143000" y="228600"/>
                </a:lnTo>
                <a:lnTo>
                  <a:pt x="723900" y="228600"/>
                </a:lnTo>
                <a:lnTo>
                  <a:pt x="495300" y="266700"/>
                </a:lnTo>
                <a:lnTo>
                  <a:pt x="355600" y="317500"/>
                </a:lnTo>
                <a:lnTo>
                  <a:pt x="292100" y="342900"/>
                </a:lnTo>
                <a:lnTo>
                  <a:pt x="139700" y="457200"/>
                </a:lnTo>
                <a:lnTo>
                  <a:pt x="101600" y="508000"/>
                </a:lnTo>
                <a:lnTo>
                  <a:pt x="63500" y="546100"/>
                </a:lnTo>
                <a:lnTo>
                  <a:pt x="38100" y="596900"/>
                </a:lnTo>
                <a:lnTo>
                  <a:pt x="12700" y="698500"/>
                </a:lnTo>
                <a:lnTo>
                  <a:pt x="0" y="762000"/>
                </a:lnTo>
                <a:lnTo>
                  <a:pt x="0" y="1333500"/>
                </a:lnTo>
                <a:lnTo>
                  <a:pt x="368300" y="1333500"/>
                </a:lnTo>
                <a:lnTo>
                  <a:pt x="368300" y="1320800"/>
                </a:lnTo>
                <a:lnTo>
                  <a:pt x="12700" y="1320800"/>
                </a:lnTo>
                <a:lnTo>
                  <a:pt x="12700" y="762000"/>
                </a:lnTo>
                <a:lnTo>
                  <a:pt x="50800" y="609600"/>
                </a:lnTo>
                <a:lnTo>
                  <a:pt x="76200" y="558800"/>
                </a:lnTo>
                <a:lnTo>
                  <a:pt x="114300" y="508000"/>
                </a:lnTo>
                <a:lnTo>
                  <a:pt x="152400" y="469900"/>
                </a:lnTo>
                <a:lnTo>
                  <a:pt x="254000" y="393700"/>
                </a:lnTo>
                <a:lnTo>
                  <a:pt x="241300" y="393700"/>
                </a:lnTo>
                <a:lnTo>
                  <a:pt x="304800" y="355600"/>
                </a:lnTo>
                <a:lnTo>
                  <a:pt x="495300" y="279400"/>
                </a:lnTo>
                <a:lnTo>
                  <a:pt x="723900" y="241300"/>
                </a:lnTo>
                <a:lnTo>
                  <a:pt x="1155700" y="241300"/>
                </a:lnTo>
                <a:lnTo>
                  <a:pt x="1155700" y="43814"/>
                </a:lnTo>
                <a:lnTo>
                  <a:pt x="1143000" y="25400"/>
                </a:lnTo>
                <a:close/>
              </a:path>
              <a:path w="1409700" h="1333500">
                <a:moveTo>
                  <a:pt x="1155700" y="546100"/>
                </a:moveTo>
                <a:lnTo>
                  <a:pt x="711200" y="546100"/>
                </a:lnTo>
                <a:lnTo>
                  <a:pt x="635000" y="558800"/>
                </a:lnTo>
                <a:lnTo>
                  <a:pt x="558800" y="584200"/>
                </a:lnTo>
                <a:lnTo>
                  <a:pt x="431800" y="635000"/>
                </a:lnTo>
                <a:lnTo>
                  <a:pt x="393700" y="673100"/>
                </a:lnTo>
                <a:lnTo>
                  <a:pt x="368300" y="711200"/>
                </a:lnTo>
                <a:lnTo>
                  <a:pt x="355600" y="762000"/>
                </a:lnTo>
                <a:lnTo>
                  <a:pt x="355600" y="1320800"/>
                </a:lnTo>
                <a:lnTo>
                  <a:pt x="368300" y="1320800"/>
                </a:lnTo>
                <a:lnTo>
                  <a:pt x="368300" y="762000"/>
                </a:lnTo>
                <a:lnTo>
                  <a:pt x="381000" y="723900"/>
                </a:lnTo>
                <a:lnTo>
                  <a:pt x="368300" y="723900"/>
                </a:lnTo>
                <a:lnTo>
                  <a:pt x="406400" y="685800"/>
                </a:lnTo>
                <a:lnTo>
                  <a:pt x="393700" y="685800"/>
                </a:lnTo>
                <a:lnTo>
                  <a:pt x="444500" y="647700"/>
                </a:lnTo>
                <a:lnTo>
                  <a:pt x="495300" y="622300"/>
                </a:lnTo>
                <a:lnTo>
                  <a:pt x="558800" y="596900"/>
                </a:lnTo>
                <a:lnTo>
                  <a:pt x="635000" y="571500"/>
                </a:lnTo>
                <a:lnTo>
                  <a:pt x="723900" y="558800"/>
                </a:lnTo>
                <a:lnTo>
                  <a:pt x="1155700" y="558800"/>
                </a:lnTo>
                <a:lnTo>
                  <a:pt x="1155700" y="546100"/>
                </a:lnTo>
                <a:close/>
              </a:path>
              <a:path w="1409700" h="1333500">
                <a:moveTo>
                  <a:pt x="1143000" y="749300"/>
                </a:moveTo>
                <a:lnTo>
                  <a:pt x="1143000" y="774700"/>
                </a:lnTo>
                <a:lnTo>
                  <a:pt x="1153458" y="759758"/>
                </a:lnTo>
                <a:lnTo>
                  <a:pt x="1143000" y="749300"/>
                </a:lnTo>
                <a:close/>
              </a:path>
              <a:path w="1409700" h="1333500">
                <a:moveTo>
                  <a:pt x="1155700" y="756557"/>
                </a:moveTo>
                <a:lnTo>
                  <a:pt x="1153458" y="759758"/>
                </a:lnTo>
                <a:lnTo>
                  <a:pt x="1155700" y="762000"/>
                </a:lnTo>
                <a:lnTo>
                  <a:pt x="1155700" y="756557"/>
                </a:lnTo>
                <a:close/>
              </a:path>
              <a:path w="1409700" h="1333500">
                <a:moveTo>
                  <a:pt x="1155700" y="731520"/>
                </a:moveTo>
                <a:lnTo>
                  <a:pt x="1143000" y="749300"/>
                </a:lnTo>
                <a:lnTo>
                  <a:pt x="1153458" y="759758"/>
                </a:lnTo>
                <a:lnTo>
                  <a:pt x="1155700" y="756557"/>
                </a:lnTo>
                <a:lnTo>
                  <a:pt x="1155700" y="731520"/>
                </a:lnTo>
                <a:close/>
              </a:path>
              <a:path w="1409700" h="1333500">
                <a:moveTo>
                  <a:pt x="1160206" y="25400"/>
                </a:moveTo>
                <a:lnTo>
                  <a:pt x="1155700" y="25400"/>
                </a:lnTo>
                <a:lnTo>
                  <a:pt x="1155700" y="43814"/>
                </a:lnTo>
                <a:lnTo>
                  <a:pt x="1397000" y="393700"/>
                </a:lnTo>
                <a:lnTo>
                  <a:pt x="1155700" y="731520"/>
                </a:lnTo>
                <a:lnTo>
                  <a:pt x="1155700" y="756557"/>
                </a:lnTo>
                <a:lnTo>
                  <a:pt x="1409700" y="393700"/>
                </a:lnTo>
                <a:lnTo>
                  <a:pt x="1160206" y="25400"/>
                </a:lnTo>
                <a:close/>
              </a:path>
              <a:path w="1409700" h="1333500">
                <a:moveTo>
                  <a:pt x="1155700" y="558800"/>
                </a:moveTo>
                <a:lnTo>
                  <a:pt x="1143000" y="558800"/>
                </a:lnTo>
                <a:lnTo>
                  <a:pt x="1143000" y="749300"/>
                </a:lnTo>
                <a:lnTo>
                  <a:pt x="1155700" y="731520"/>
                </a:lnTo>
                <a:lnTo>
                  <a:pt x="1155700" y="558800"/>
                </a:lnTo>
                <a:close/>
              </a:path>
              <a:path w="1409700" h="1333500">
                <a:moveTo>
                  <a:pt x="1143000" y="0"/>
                </a:moveTo>
                <a:lnTo>
                  <a:pt x="1143000" y="25400"/>
                </a:lnTo>
                <a:lnTo>
                  <a:pt x="1155700" y="43814"/>
                </a:lnTo>
                <a:lnTo>
                  <a:pt x="1155700" y="25400"/>
                </a:lnTo>
                <a:lnTo>
                  <a:pt x="1160206" y="25400"/>
                </a:lnTo>
                <a:lnTo>
                  <a:pt x="1143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470900" y="3721100"/>
            <a:ext cx="98806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15" dirty="0">
                <a:solidFill>
                  <a:srgbClr val="FF0000"/>
                </a:solidFill>
                <a:latin typeface="Arial"/>
                <a:cs typeface="Arial"/>
              </a:rPr>
              <a:t>От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800" spc="-160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00700" y="5537200"/>
            <a:ext cx="121920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30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800" spc="-60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800" spc="-20" dirty="0">
                <a:solidFill>
                  <a:srgbClr val="FF0000"/>
                </a:solidFill>
                <a:latin typeface="Arial"/>
                <a:cs typeface="Arial"/>
              </a:rPr>
              <a:t>п</a:t>
            </a:r>
            <a:r>
              <a:rPr sz="2800" spc="40" dirty="0">
                <a:solidFill>
                  <a:srgbClr val="FF0000"/>
                </a:solidFill>
                <a:latin typeface="Arial"/>
                <a:cs typeface="Arial"/>
              </a:rPr>
              <a:t>р</a:t>
            </a:r>
            <a:r>
              <a:rPr sz="2800" spc="-60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с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49350" y="187038"/>
            <a:ext cx="8686800" cy="496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0">
              <a:lnSpc>
                <a:spcPts val="3804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300" y="1231900"/>
            <a:ext cx="10287000" cy="2448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 ≠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зуст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»</a:t>
            </a: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ус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30" dirty="0">
                <a:latin typeface="Arial"/>
                <a:cs typeface="Arial"/>
              </a:rPr>
              <a:t> 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а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!</a:t>
            </a:r>
          </a:p>
          <a:p>
            <a:pPr marL="762000" marR="42164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орре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и</a:t>
            </a:r>
          </a:p>
          <a:p>
            <a:pPr marL="762000" marR="6350" lvl="1" indent="-2921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 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ся</a:t>
            </a:r>
            <a:r>
              <a:rPr sz="2000" spc="26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</a:p>
        </p:txBody>
      </p:sp>
      <p:sp>
        <p:nvSpPr>
          <p:cNvPr id="4" name="object 4"/>
          <p:cNvSpPr/>
          <p:nvPr/>
        </p:nvSpPr>
        <p:spPr>
          <a:xfrm>
            <a:off x="2819400" y="4343400"/>
            <a:ext cx="5346700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49250"/>
            <a:ext cx="105283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100" y="1483339"/>
            <a:ext cx="10528300" cy="4441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0" marR="162560" indent="-355600">
              <a:lnSpc>
                <a:spcPct val="100699"/>
              </a:lnSpc>
              <a:buFont typeface="Arial"/>
              <a:buChar char="•"/>
              <a:tabLst>
                <a:tab pos="368300" algn="l"/>
              </a:tabLst>
            </a:pPr>
            <a:r>
              <a:rPr sz="2400" spc="-35" dirty="0">
                <a:latin typeface="Arial"/>
                <a:cs typeface="Arial"/>
              </a:rPr>
              <a:t>Не</a:t>
            </a:r>
            <a:r>
              <a:rPr sz="2400" spc="-45" dirty="0">
                <a:latin typeface="Arial"/>
                <a:cs typeface="Arial"/>
              </a:rPr>
              <a:t>й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ти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пт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н (</a:t>
            </a:r>
            <a:r>
              <a:rPr sz="2400" spc="-105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75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1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00" dirty="0">
                <a:latin typeface="Arial"/>
                <a:cs typeface="Arial"/>
              </a:rPr>
              <a:t>т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1958</a:t>
            </a:r>
            <a:r>
              <a:rPr sz="2400" dirty="0">
                <a:latin typeface="Arial"/>
                <a:cs typeface="Arial"/>
              </a:rPr>
              <a:t>),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н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25" dirty="0">
                <a:latin typeface="Arial"/>
                <a:cs typeface="Arial"/>
              </a:rPr>
              <a:t>Ф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1975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68300" marR="915669" indent="-355600">
              <a:lnSpc>
                <a:spcPct val="100699"/>
              </a:lnSpc>
              <a:spcBef>
                <a:spcPts val="600"/>
              </a:spcBef>
              <a:buFont typeface="Arial"/>
              <a:buChar char="•"/>
              <a:tabLst>
                <a:tab pos="368300" algn="l"/>
              </a:tabLst>
            </a:pPr>
            <a:r>
              <a:rPr sz="2400" spc="-35" dirty="0">
                <a:latin typeface="Arial"/>
                <a:cs typeface="Arial"/>
              </a:rPr>
              <a:t>Не</a:t>
            </a:r>
            <a:r>
              <a:rPr sz="2400" spc="-45" dirty="0">
                <a:latin typeface="Arial"/>
                <a:cs typeface="Arial"/>
              </a:rPr>
              <a:t>й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ти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1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1980е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68300" indent="-355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683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1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229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1990е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68300" indent="-355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68300" algn="l"/>
              </a:tabLst>
            </a:pPr>
            <a:r>
              <a:rPr sz="2400" spc="-75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уст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г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ц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1990</a:t>
            </a:r>
            <a:r>
              <a:rPr sz="2400" spc="-105" dirty="0">
                <a:latin typeface="Arial"/>
                <a:cs typeface="Arial"/>
              </a:rPr>
              <a:t>х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68300" indent="-355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68300" algn="l"/>
              </a:tabLst>
            </a:pPr>
            <a:r>
              <a:rPr sz="2400" spc="-105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18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1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ло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2000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68300" marR="469900" indent="-355600">
              <a:lnSpc>
                <a:spcPct val="100699"/>
              </a:lnSpc>
              <a:spcBef>
                <a:spcPts val="600"/>
              </a:spcBef>
              <a:buFont typeface="Arial"/>
              <a:buChar char="•"/>
              <a:tabLst>
                <a:tab pos="368300" algn="l"/>
              </a:tabLst>
            </a:pPr>
            <a:r>
              <a:rPr sz="2400" spc="-35" dirty="0">
                <a:latin typeface="Arial"/>
                <a:cs typeface="Arial"/>
              </a:rPr>
              <a:t>Не</a:t>
            </a:r>
            <a:r>
              <a:rPr sz="2400" spc="-45" dirty="0">
                <a:latin typeface="Arial"/>
                <a:cs typeface="Arial"/>
              </a:rPr>
              <a:t>й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ти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-75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лу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75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200</a:t>
            </a:r>
            <a:r>
              <a:rPr sz="2400" dirty="0">
                <a:latin typeface="Arial"/>
                <a:cs typeface="Arial"/>
              </a:rPr>
              <a:t>6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 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ее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>
              <a:lnSpc>
                <a:spcPts val="2400"/>
              </a:lnSpc>
            </a:pPr>
            <a:endParaRPr sz="2400" dirty="0"/>
          </a:p>
          <a:p>
            <a:pPr>
              <a:lnSpc>
                <a:spcPts val="3300"/>
              </a:lnSpc>
              <a:spcBef>
                <a:spcPts val="19"/>
              </a:spcBef>
            </a:pPr>
            <a:endParaRPr sz="3300" dirty="0"/>
          </a:p>
          <a:p>
            <a:pPr marL="143510" algn="ctr">
              <a:lnSpc>
                <a:spcPct val="100000"/>
              </a:lnSpc>
            </a:pP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Се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г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д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я</a:t>
            </a:r>
            <a:r>
              <a:rPr sz="2400" spc="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сс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р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«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п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л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ь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ц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spc="-100" dirty="0">
                <a:solidFill>
                  <a:srgbClr val="FF0000"/>
                </a:solidFill>
                <a:latin typeface="Arial"/>
                <a:cs typeface="Arial"/>
              </a:rPr>
              <a:t>х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»</a:t>
            </a:r>
            <a:r>
              <a:rPr sz="2400" spc="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д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400" spc="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д</a:t>
            </a:r>
            <a:r>
              <a:rPr sz="2400" spc="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–</a:t>
            </a:r>
          </a:p>
          <a:p>
            <a:pPr marL="143510" algn="ctr">
              <a:lnSpc>
                <a:spcPct val="100000"/>
              </a:lnSpc>
              <a:spcBef>
                <a:spcPts val="20"/>
              </a:spcBef>
            </a:pP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«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д</a:t>
            </a:r>
            <a:r>
              <a:rPr sz="24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п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р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ны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х</a:t>
            </a:r>
            <a:r>
              <a:rPr sz="24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49250"/>
            <a:ext cx="106934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1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сс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21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536700"/>
            <a:ext cx="10693400" cy="203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6835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1993900" algn="l"/>
              </a:tabLst>
            </a:pPr>
            <a:r>
              <a:rPr sz="2000" spc="4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т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ссу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т	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р</a:t>
            </a: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280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x</a:t>
            </a:r>
            <a:r>
              <a:rPr sz="1950" b="1" i="1" baseline="-17094" dirty="0">
                <a:latin typeface="Arial"/>
                <a:cs typeface="Arial"/>
              </a:rPr>
              <a:t>j</a:t>
            </a:r>
            <a:endParaRPr sz="1950" baseline="-17094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сса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y</a:t>
            </a:r>
            <a:r>
              <a:rPr sz="1950" b="1" i="1" baseline="-17094" dirty="0">
                <a:latin typeface="Arial"/>
                <a:cs typeface="Arial"/>
              </a:rPr>
              <a:t>j</a:t>
            </a:r>
            <a:endParaRPr sz="1950" baseline="-17094" dirty="0">
              <a:latin typeface="Arial"/>
              <a:cs typeface="Arial"/>
            </a:endParaRPr>
          </a:p>
          <a:p>
            <a:pPr marL="355600" marR="1040765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сё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ое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2590800" y="4000500"/>
            <a:ext cx="5435600" cy="2197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5300" y="6489700"/>
            <a:ext cx="639826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3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00" dirty="0">
                <a:latin typeface="Arial"/>
                <a:cs typeface="Arial"/>
              </a:rPr>
              <a:t>x</a:t>
            </a:r>
            <a:r>
              <a:rPr sz="2000" spc="40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y)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dirty="0">
                <a:latin typeface="Arial"/>
                <a:cs typeface="Arial"/>
              </a:rPr>
              <a:t>ё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ют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613400" y="3632200"/>
            <a:ext cx="1397000" cy="1384300"/>
          </a:xfrm>
          <a:custGeom>
            <a:avLst/>
            <a:gdLst/>
            <a:ahLst/>
            <a:cxnLst/>
            <a:rect l="l" t="t" r="r" b="b"/>
            <a:pathLst>
              <a:path w="1397000" h="1384300">
                <a:moveTo>
                  <a:pt x="1371600" y="0"/>
                </a:moveTo>
                <a:lnTo>
                  <a:pt x="0" y="1371600"/>
                </a:lnTo>
                <a:lnTo>
                  <a:pt x="25400" y="1384300"/>
                </a:lnTo>
                <a:lnTo>
                  <a:pt x="1397000" y="12700"/>
                </a:lnTo>
                <a:lnTo>
                  <a:pt x="1384300" y="12700"/>
                </a:lnTo>
                <a:lnTo>
                  <a:pt x="1371600" y="0"/>
                </a:lnTo>
                <a:close/>
              </a:path>
            </a:pathLst>
          </a:custGeom>
          <a:solidFill>
            <a:srgbClr val="DB2A18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3400" y="5003800"/>
            <a:ext cx="1168400" cy="1384300"/>
          </a:xfrm>
          <a:custGeom>
            <a:avLst/>
            <a:gdLst/>
            <a:ahLst/>
            <a:cxnLst/>
            <a:rect l="l" t="t" r="r" b="b"/>
            <a:pathLst>
              <a:path w="1168400" h="1384300">
                <a:moveTo>
                  <a:pt x="25400" y="0"/>
                </a:moveTo>
                <a:lnTo>
                  <a:pt x="0" y="12700"/>
                </a:lnTo>
                <a:lnTo>
                  <a:pt x="1143000" y="1384300"/>
                </a:lnTo>
                <a:lnTo>
                  <a:pt x="1155700" y="1384300"/>
                </a:lnTo>
                <a:lnTo>
                  <a:pt x="1168400" y="1371600"/>
                </a:lnTo>
                <a:lnTo>
                  <a:pt x="25400" y="0"/>
                </a:lnTo>
                <a:close/>
              </a:path>
            </a:pathLst>
          </a:custGeom>
          <a:solidFill>
            <a:srgbClr val="DB2A18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83000" y="5003800"/>
            <a:ext cx="1943100" cy="482600"/>
          </a:xfrm>
          <a:custGeom>
            <a:avLst/>
            <a:gdLst/>
            <a:ahLst/>
            <a:cxnLst/>
            <a:rect l="l" t="t" r="r" b="b"/>
            <a:pathLst>
              <a:path w="1943100" h="482600">
                <a:moveTo>
                  <a:pt x="1943100" y="0"/>
                </a:moveTo>
                <a:lnTo>
                  <a:pt x="0" y="457200"/>
                </a:lnTo>
                <a:lnTo>
                  <a:pt x="0" y="482600"/>
                </a:lnTo>
                <a:lnTo>
                  <a:pt x="1943100" y="25400"/>
                </a:lnTo>
                <a:lnTo>
                  <a:pt x="1943100" y="0"/>
                </a:lnTo>
                <a:close/>
              </a:path>
            </a:pathLst>
          </a:custGeom>
          <a:solidFill>
            <a:srgbClr val="DB2A18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06750" y="3727450"/>
            <a:ext cx="228600" cy="20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19650" y="3994150"/>
            <a:ext cx="330200" cy="279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62550" y="5594350"/>
            <a:ext cx="330200" cy="292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48450" y="4679950"/>
            <a:ext cx="342900" cy="279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99300" y="65913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25400" y="114300"/>
                </a:moveTo>
                <a:lnTo>
                  <a:pt x="0" y="114300"/>
                </a:lnTo>
                <a:lnTo>
                  <a:pt x="0" y="139700"/>
                </a:lnTo>
                <a:lnTo>
                  <a:pt x="25400" y="139700"/>
                </a:lnTo>
                <a:lnTo>
                  <a:pt x="38100" y="127000"/>
                </a:lnTo>
                <a:lnTo>
                  <a:pt x="25400" y="127000"/>
                </a:lnTo>
                <a:lnTo>
                  <a:pt x="25400" y="114300"/>
                </a:lnTo>
                <a:close/>
              </a:path>
              <a:path w="139700" h="139700">
                <a:moveTo>
                  <a:pt x="114300" y="127000"/>
                </a:moveTo>
                <a:lnTo>
                  <a:pt x="88900" y="127000"/>
                </a:lnTo>
                <a:lnTo>
                  <a:pt x="88900" y="139700"/>
                </a:lnTo>
                <a:lnTo>
                  <a:pt x="101600" y="139700"/>
                </a:lnTo>
                <a:lnTo>
                  <a:pt x="114300" y="127000"/>
                </a:lnTo>
                <a:close/>
              </a:path>
              <a:path w="139700" h="139700">
                <a:moveTo>
                  <a:pt x="76200" y="12700"/>
                </a:moveTo>
                <a:lnTo>
                  <a:pt x="50800" y="12700"/>
                </a:lnTo>
                <a:lnTo>
                  <a:pt x="50800" y="25400"/>
                </a:lnTo>
                <a:lnTo>
                  <a:pt x="63500" y="25400"/>
                </a:lnTo>
                <a:lnTo>
                  <a:pt x="63500" y="76200"/>
                </a:lnTo>
                <a:lnTo>
                  <a:pt x="76200" y="88900"/>
                </a:lnTo>
                <a:lnTo>
                  <a:pt x="76200" y="127000"/>
                </a:lnTo>
                <a:lnTo>
                  <a:pt x="101600" y="127000"/>
                </a:lnTo>
                <a:lnTo>
                  <a:pt x="101600" y="101600"/>
                </a:lnTo>
                <a:lnTo>
                  <a:pt x="88900" y="50800"/>
                </a:lnTo>
                <a:lnTo>
                  <a:pt x="76200" y="38100"/>
                </a:lnTo>
                <a:lnTo>
                  <a:pt x="76200" y="12700"/>
                </a:lnTo>
                <a:close/>
              </a:path>
              <a:path w="139700" h="139700">
                <a:moveTo>
                  <a:pt x="127000" y="114300"/>
                </a:moveTo>
                <a:lnTo>
                  <a:pt x="114300" y="114300"/>
                </a:lnTo>
                <a:lnTo>
                  <a:pt x="114300" y="127000"/>
                </a:lnTo>
                <a:lnTo>
                  <a:pt x="127000" y="114300"/>
                </a:lnTo>
                <a:close/>
              </a:path>
              <a:path w="139700" h="139700">
                <a:moveTo>
                  <a:pt x="50800" y="101600"/>
                </a:moveTo>
                <a:lnTo>
                  <a:pt x="38100" y="114300"/>
                </a:lnTo>
                <a:lnTo>
                  <a:pt x="50800" y="114300"/>
                </a:lnTo>
                <a:lnTo>
                  <a:pt x="50800" y="101600"/>
                </a:lnTo>
                <a:close/>
              </a:path>
              <a:path w="139700" h="139700">
                <a:moveTo>
                  <a:pt x="139700" y="101600"/>
                </a:moveTo>
                <a:lnTo>
                  <a:pt x="127000" y="101600"/>
                </a:lnTo>
                <a:lnTo>
                  <a:pt x="127000" y="114300"/>
                </a:lnTo>
                <a:lnTo>
                  <a:pt x="139700" y="101600"/>
                </a:lnTo>
                <a:close/>
              </a:path>
              <a:path w="139700" h="139700">
                <a:moveTo>
                  <a:pt x="63500" y="88900"/>
                </a:moveTo>
                <a:lnTo>
                  <a:pt x="50800" y="88900"/>
                </a:lnTo>
                <a:lnTo>
                  <a:pt x="50800" y="101600"/>
                </a:lnTo>
                <a:lnTo>
                  <a:pt x="63500" y="101600"/>
                </a:lnTo>
                <a:lnTo>
                  <a:pt x="63500" y="88900"/>
                </a:lnTo>
                <a:close/>
              </a:path>
              <a:path w="139700" h="139700">
                <a:moveTo>
                  <a:pt x="101600" y="25400"/>
                </a:moveTo>
                <a:lnTo>
                  <a:pt x="88900" y="50800"/>
                </a:lnTo>
                <a:lnTo>
                  <a:pt x="101600" y="38100"/>
                </a:lnTo>
                <a:lnTo>
                  <a:pt x="101600" y="25400"/>
                </a:lnTo>
                <a:close/>
              </a:path>
              <a:path w="139700" h="139700">
                <a:moveTo>
                  <a:pt x="139700" y="0"/>
                </a:moveTo>
                <a:lnTo>
                  <a:pt x="114300" y="0"/>
                </a:lnTo>
                <a:lnTo>
                  <a:pt x="114300" y="12700"/>
                </a:lnTo>
                <a:lnTo>
                  <a:pt x="101600" y="12700"/>
                </a:lnTo>
                <a:lnTo>
                  <a:pt x="101600" y="25400"/>
                </a:lnTo>
                <a:lnTo>
                  <a:pt x="139700" y="25400"/>
                </a:lnTo>
                <a:lnTo>
                  <a:pt x="139700" y="0"/>
                </a:lnTo>
                <a:close/>
              </a:path>
              <a:path w="139700" h="139700">
                <a:moveTo>
                  <a:pt x="63500" y="0"/>
                </a:move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1E191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64400" y="66802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5400" h="101600">
                <a:moveTo>
                  <a:pt x="25400" y="0"/>
                </a:moveTo>
                <a:lnTo>
                  <a:pt x="0" y="12700"/>
                </a:lnTo>
                <a:lnTo>
                  <a:pt x="12700" y="12700"/>
                </a:lnTo>
                <a:lnTo>
                  <a:pt x="12700" y="101600"/>
                </a:lnTo>
                <a:lnTo>
                  <a:pt x="25400" y="101600"/>
                </a:lnTo>
                <a:lnTo>
                  <a:pt x="25400" y="0"/>
                </a:lnTo>
                <a:close/>
              </a:path>
            </a:pathLst>
          </a:custGeom>
          <a:solidFill>
            <a:srgbClr val="1E191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99300" y="65913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63500" y="0"/>
                </a:moveTo>
                <a:lnTo>
                  <a:pt x="63500" y="12700"/>
                </a:lnTo>
                <a:lnTo>
                  <a:pt x="76200" y="12700"/>
                </a:lnTo>
                <a:lnTo>
                  <a:pt x="76200" y="25400"/>
                </a:lnTo>
                <a:lnTo>
                  <a:pt x="76200" y="38100"/>
                </a:lnTo>
                <a:lnTo>
                  <a:pt x="88900" y="50800"/>
                </a:lnTo>
                <a:lnTo>
                  <a:pt x="101600" y="25400"/>
                </a:lnTo>
                <a:lnTo>
                  <a:pt x="101600" y="12700"/>
                </a:lnTo>
                <a:lnTo>
                  <a:pt x="114300" y="12700"/>
                </a:lnTo>
                <a:lnTo>
                  <a:pt x="114300" y="0"/>
                </a:lnTo>
                <a:lnTo>
                  <a:pt x="127000" y="0"/>
                </a:lnTo>
                <a:lnTo>
                  <a:pt x="139700" y="0"/>
                </a:lnTo>
                <a:lnTo>
                  <a:pt x="139700" y="12700"/>
                </a:lnTo>
                <a:lnTo>
                  <a:pt x="139700" y="25400"/>
                </a:lnTo>
                <a:lnTo>
                  <a:pt x="127000" y="25400"/>
                </a:lnTo>
                <a:lnTo>
                  <a:pt x="101600" y="25400"/>
                </a:lnTo>
                <a:lnTo>
                  <a:pt x="101600" y="38100"/>
                </a:lnTo>
                <a:lnTo>
                  <a:pt x="88900" y="50800"/>
                </a:lnTo>
                <a:lnTo>
                  <a:pt x="101600" y="101600"/>
                </a:lnTo>
                <a:lnTo>
                  <a:pt x="101600" y="114300"/>
                </a:lnTo>
                <a:lnTo>
                  <a:pt x="101600" y="127000"/>
                </a:lnTo>
                <a:lnTo>
                  <a:pt x="114300" y="127000"/>
                </a:lnTo>
                <a:lnTo>
                  <a:pt x="114300" y="114300"/>
                </a:lnTo>
                <a:lnTo>
                  <a:pt x="127000" y="114300"/>
                </a:lnTo>
                <a:lnTo>
                  <a:pt x="127000" y="101600"/>
                </a:lnTo>
                <a:lnTo>
                  <a:pt x="139700" y="101600"/>
                </a:lnTo>
                <a:lnTo>
                  <a:pt x="127000" y="114300"/>
                </a:lnTo>
                <a:lnTo>
                  <a:pt x="114300" y="127000"/>
                </a:lnTo>
                <a:lnTo>
                  <a:pt x="101600" y="139700"/>
                </a:lnTo>
                <a:lnTo>
                  <a:pt x="88900" y="139700"/>
                </a:lnTo>
                <a:lnTo>
                  <a:pt x="88900" y="127000"/>
                </a:lnTo>
                <a:lnTo>
                  <a:pt x="76200" y="127000"/>
                </a:lnTo>
                <a:lnTo>
                  <a:pt x="76200" y="114300"/>
                </a:lnTo>
                <a:lnTo>
                  <a:pt x="76200" y="101600"/>
                </a:lnTo>
                <a:lnTo>
                  <a:pt x="76200" y="88900"/>
                </a:lnTo>
                <a:lnTo>
                  <a:pt x="63500" y="76200"/>
                </a:lnTo>
                <a:lnTo>
                  <a:pt x="63500" y="88900"/>
                </a:lnTo>
                <a:lnTo>
                  <a:pt x="63500" y="101600"/>
                </a:lnTo>
                <a:lnTo>
                  <a:pt x="50800" y="101600"/>
                </a:lnTo>
                <a:lnTo>
                  <a:pt x="50800" y="114300"/>
                </a:lnTo>
                <a:lnTo>
                  <a:pt x="38100" y="114300"/>
                </a:lnTo>
                <a:lnTo>
                  <a:pt x="38100" y="127000"/>
                </a:lnTo>
                <a:lnTo>
                  <a:pt x="25400" y="139700"/>
                </a:lnTo>
                <a:lnTo>
                  <a:pt x="12700" y="139700"/>
                </a:lnTo>
                <a:lnTo>
                  <a:pt x="0" y="139700"/>
                </a:lnTo>
                <a:lnTo>
                  <a:pt x="0" y="127000"/>
                </a:lnTo>
                <a:lnTo>
                  <a:pt x="0" y="114300"/>
                </a:lnTo>
                <a:lnTo>
                  <a:pt x="0" y="114300"/>
                </a:lnTo>
                <a:lnTo>
                  <a:pt x="12700" y="114300"/>
                </a:lnTo>
                <a:lnTo>
                  <a:pt x="25400" y="1143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38100" y="114300"/>
                </a:lnTo>
                <a:lnTo>
                  <a:pt x="50800" y="101600"/>
                </a:lnTo>
                <a:lnTo>
                  <a:pt x="50800" y="88900"/>
                </a:lnTo>
                <a:lnTo>
                  <a:pt x="63500" y="88900"/>
                </a:lnTo>
                <a:lnTo>
                  <a:pt x="63500" y="76200"/>
                </a:lnTo>
                <a:lnTo>
                  <a:pt x="63500" y="25400"/>
                </a:lnTo>
                <a:lnTo>
                  <a:pt x="50800" y="25400"/>
                </a:lnTo>
                <a:lnTo>
                  <a:pt x="50800" y="12700"/>
                </a:lnTo>
                <a:lnTo>
                  <a:pt x="38100" y="12700"/>
                </a:lnTo>
                <a:lnTo>
                  <a:pt x="25400" y="12700"/>
                </a:lnTo>
                <a:lnTo>
                  <a:pt x="63500" y="0"/>
                </a:lnTo>
              </a:path>
            </a:pathLst>
          </a:custGeom>
          <a:ln w="12700">
            <a:solidFill>
              <a:srgbClr val="1E1916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64400" y="66802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8100" h="101600">
                <a:moveTo>
                  <a:pt x="0" y="12700"/>
                </a:moveTo>
                <a:lnTo>
                  <a:pt x="25400" y="0"/>
                </a:lnTo>
                <a:lnTo>
                  <a:pt x="25400" y="88900"/>
                </a:lnTo>
                <a:lnTo>
                  <a:pt x="25400" y="101600"/>
                </a:lnTo>
                <a:lnTo>
                  <a:pt x="38100" y="101600"/>
                </a:lnTo>
              </a:path>
            </a:pathLst>
          </a:custGeom>
          <a:ln w="12700">
            <a:solidFill>
              <a:srgbClr val="1E1916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64400" y="6692900"/>
            <a:ext cx="12700" cy="88900"/>
          </a:xfrm>
          <a:custGeom>
            <a:avLst/>
            <a:gdLst/>
            <a:ahLst/>
            <a:cxnLst/>
            <a:rect l="l" t="t" r="r" b="b"/>
            <a:pathLst>
              <a:path w="12700" h="88900">
                <a:moveTo>
                  <a:pt x="0" y="88900"/>
                </a:moveTo>
                <a:lnTo>
                  <a:pt x="12700" y="88900"/>
                </a:lnTo>
                <a:lnTo>
                  <a:pt x="12700" y="76200"/>
                </a:lnTo>
                <a:lnTo>
                  <a:pt x="12700" y="25400"/>
                </a:lnTo>
                <a:lnTo>
                  <a:pt x="12700" y="12700"/>
                </a:lnTo>
                <a:lnTo>
                  <a:pt x="12700" y="0"/>
                </a:lnTo>
                <a:lnTo>
                  <a:pt x="0" y="0"/>
                </a:lnTo>
                <a:lnTo>
                  <a:pt x="0" y="12700"/>
                </a:lnTo>
                <a:lnTo>
                  <a:pt x="0" y="0"/>
                </a:lnTo>
              </a:path>
            </a:pathLst>
          </a:custGeom>
          <a:ln w="12700">
            <a:solidFill>
              <a:srgbClr val="1E1916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70300" y="6388100"/>
            <a:ext cx="3937000" cy="0"/>
          </a:xfrm>
          <a:custGeom>
            <a:avLst/>
            <a:gdLst/>
            <a:ahLst/>
            <a:cxnLst/>
            <a:rect l="l" t="t" r="r" b="b"/>
            <a:pathLst>
              <a:path w="3937000">
                <a:moveTo>
                  <a:pt x="0" y="0"/>
                </a:moveTo>
                <a:lnTo>
                  <a:pt x="3937000" y="0"/>
                </a:lnTo>
              </a:path>
            </a:pathLst>
          </a:custGeom>
          <a:ln w="26669">
            <a:solidFill>
              <a:srgbClr val="1E1916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18400" y="6311900"/>
            <a:ext cx="165100" cy="139700"/>
          </a:xfrm>
          <a:custGeom>
            <a:avLst/>
            <a:gdLst/>
            <a:ahLst/>
            <a:cxnLst/>
            <a:rect l="l" t="t" r="r" b="b"/>
            <a:pathLst>
              <a:path w="165100" h="139700">
                <a:moveTo>
                  <a:pt x="12700" y="134815"/>
                </a:moveTo>
                <a:lnTo>
                  <a:pt x="0" y="139700"/>
                </a:lnTo>
                <a:lnTo>
                  <a:pt x="12700" y="139700"/>
                </a:lnTo>
                <a:lnTo>
                  <a:pt x="12700" y="134815"/>
                </a:lnTo>
                <a:close/>
              </a:path>
              <a:path w="165100" h="139700">
                <a:moveTo>
                  <a:pt x="0" y="0"/>
                </a:moveTo>
                <a:lnTo>
                  <a:pt x="0" y="12700"/>
                </a:lnTo>
                <a:lnTo>
                  <a:pt x="12700" y="12700"/>
                </a:lnTo>
                <a:lnTo>
                  <a:pt x="12700" y="50800"/>
                </a:lnTo>
                <a:lnTo>
                  <a:pt x="25400" y="50800"/>
                </a:lnTo>
                <a:lnTo>
                  <a:pt x="25400" y="88900"/>
                </a:lnTo>
                <a:lnTo>
                  <a:pt x="12700" y="88900"/>
                </a:lnTo>
                <a:lnTo>
                  <a:pt x="12700" y="134815"/>
                </a:lnTo>
                <a:lnTo>
                  <a:pt x="1651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E191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83000" y="3467100"/>
            <a:ext cx="0" cy="2946400"/>
          </a:xfrm>
          <a:custGeom>
            <a:avLst/>
            <a:gdLst/>
            <a:ahLst/>
            <a:cxnLst/>
            <a:rect l="l" t="t" r="r" b="b"/>
            <a:pathLst>
              <a:path h="2946400">
                <a:moveTo>
                  <a:pt x="0" y="0"/>
                </a:moveTo>
                <a:lnTo>
                  <a:pt x="0" y="2946400"/>
                </a:lnTo>
              </a:path>
            </a:pathLst>
          </a:custGeom>
          <a:ln w="26670">
            <a:solidFill>
              <a:srgbClr val="1E1916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19500" y="341630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127000" h="152400">
                <a:moveTo>
                  <a:pt x="63500" y="0"/>
                </a:moveTo>
                <a:lnTo>
                  <a:pt x="0" y="152400"/>
                </a:lnTo>
                <a:lnTo>
                  <a:pt x="12700" y="152400"/>
                </a:lnTo>
                <a:lnTo>
                  <a:pt x="12700" y="139700"/>
                </a:lnTo>
                <a:lnTo>
                  <a:pt x="121708" y="139700"/>
                </a:lnTo>
                <a:lnTo>
                  <a:pt x="63500" y="0"/>
                </a:lnTo>
                <a:close/>
              </a:path>
              <a:path w="127000" h="152400">
                <a:moveTo>
                  <a:pt x="121708" y="139700"/>
                </a:moveTo>
                <a:lnTo>
                  <a:pt x="114300" y="139700"/>
                </a:lnTo>
                <a:lnTo>
                  <a:pt x="114300" y="152400"/>
                </a:lnTo>
                <a:lnTo>
                  <a:pt x="127000" y="152400"/>
                </a:lnTo>
                <a:lnTo>
                  <a:pt x="121708" y="139700"/>
                </a:lnTo>
                <a:close/>
              </a:path>
            </a:pathLst>
          </a:custGeom>
          <a:solidFill>
            <a:srgbClr val="1E191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17500" y="1308100"/>
            <a:ext cx="10375900" cy="2846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5875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4584065" algn="l"/>
              </a:tabLst>
            </a:pPr>
            <a:r>
              <a:rPr sz="2000" spc="-1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y</a:t>
            </a:r>
            <a:r>
              <a:rPr sz="2000" b="1" spc="30" dirty="0">
                <a:latin typeface="Arial"/>
                <a:cs typeface="Arial"/>
              </a:rPr>
              <a:t>=f(</a:t>
            </a:r>
            <a:r>
              <a:rPr sz="2000" b="1" spc="-15" dirty="0">
                <a:latin typeface="Arial"/>
                <a:cs typeface="Arial"/>
              </a:rPr>
              <a:t>x</a:t>
            </a:r>
            <a:r>
              <a:rPr sz="2000" b="1" spc="35" dirty="0">
                <a:latin typeface="Arial"/>
                <a:cs typeface="Arial"/>
              </a:rPr>
              <a:t>)</a:t>
            </a:r>
            <a:r>
              <a:rPr sz="2000" dirty="0">
                <a:latin typeface="Arial"/>
                <a:cs typeface="Arial"/>
              </a:rPr>
              <a:t>,	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ора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ора</a:t>
            </a:r>
            <a:r>
              <a:rPr sz="2000" spc="30" dirty="0">
                <a:latin typeface="Arial"/>
                <a:cs typeface="Arial"/>
              </a:rPr>
              <a:t>-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аё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y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т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20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254" dirty="0">
                <a:latin typeface="Arial"/>
                <a:cs typeface="Arial"/>
              </a:rPr>
              <a:t> </a:t>
            </a:r>
            <a:r>
              <a:rPr sz="2000" b="1" spc="30" dirty="0">
                <a:latin typeface="Arial"/>
                <a:cs typeface="Arial"/>
              </a:rPr>
              <a:t>f(</a:t>
            </a:r>
            <a:r>
              <a:rPr sz="2000" b="1" dirty="0">
                <a:latin typeface="Arial"/>
                <a:cs typeface="Arial"/>
              </a:rPr>
              <a:t>)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ся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i="1" spc="-15" dirty="0">
                <a:latin typeface="Arial"/>
                <a:cs typeface="Arial"/>
              </a:rPr>
              <a:t>ре</a:t>
            </a:r>
            <a:r>
              <a:rPr sz="2000" i="1" spc="40" dirty="0">
                <a:latin typeface="Arial"/>
                <a:cs typeface="Arial"/>
              </a:rPr>
              <a:t>ш</a:t>
            </a:r>
            <a:r>
              <a:rPr sz="2000" i="1" spc="-15" dirty="0">
                <a:latin typeface="Arial"/>
                <a:cs typeface="Arial"/>
              </a:rPr>
              <a:t>а</a:t>
            </a:r>
            <a:r>
              <a:rPr sz="2000" i="1" spc="-5" dirty="0">
                <a:latin typeface="Arial"/>
                <a:cs typeface="Arial"/>
              </a:rPr>
              <a:t>ющ</a:t>
            </a:r>
            <a:r>
              <a:rPr sz="2000" i="1" spc="-15" dirty="0">
                <a:latin typeface="Arial"/>
                <a:cs typeface="Arial"/>
              </a:rPr>
              <a:t>е</a:t>
            </a:r>
            <a:r>
              <a:rPr sz="2000" i="1" dirty="0">
                <a:latin typeface="Arial"/>
                <a:cs typeface="Arial"/>
              </a:rPr>
              <a:t>е</a:t>
            </a:r>
            <a:r>
              <a:rPr sz="2000" i="1" spc="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п</a:t>
            </a:r>
            <a:r>
              <a:rPr sz="2000" i="1" spc="-15" dirty="0">
                <a:latin typeface="Arial"/>
                <a:cs typeface="Arial"/>
              </a:rPr>
              <a:t>ра</a:t>
            </a:r>
            <a:r>
              <a:rPr sz="2000" i="1" spc="-45" dirty="0">
                <a:latin typeface="Arial"/>
                <a:cs typeface="Arial"/>
              </a:rPr>
              <a:t>в</a:t>
            </a:r>
            <a:r>
              <a:rPr sz="2000" i="1" spc="-15" dirty="0">
                <a:latin typeface="Arial"/>
                <a:cs typeface="Arial"/>
              </a:rPr>
              <a:t>и</a:t>
            </a:r>
            <a:r>
              <a:rPr sz="2000" i="1" spc="-30" dirty="0">
                <a:latin typeface="Arial"/>
                <a:cs typeface="Arial"/>
              </a:rPr>
              <a:t>л</a:t>
            </a:r>
            <a:r>
              <a:rPr sz="2000" i="1" dirty="0">
                <a:latin typeface="Arial"/>
                <a:cs typeface="Arial"/>
              </a:rPr>
              <a:t>о</a:t>
            </a:r>
            <a:r>
              <a:rPr sz="2000" i="1" spc="130" dirty="0">
                <a:latin typeface="Arial"/>
                <a:cs typeface="Arial"/>
              </a:rPr>
              <a:t> </a:t>
            </a:r>
            <a:r>
              <a:rPr sz="2000" i="1" spc="-15" dirty="0">
                <a:latin typeface="Arial"/>
                <a:cs typeface="Arial"/>
              </a:rPr>
              <a:t>и</a:t>
            </a:r>
            <a:r>
              <a:rPr sz="2000" i="1" spc="-30" dirty="0">
                <a:latin typeface="Arial"/>
                <a:cs typeface="Arial"/>
              </a:rPr>
              <a:t>л</a:t>
            </a:r>
            <a:r>
              <a:rPr sz="2000" i="1" dirty="0">
                <a:latin typeface="Arial"/>
                <a:cs typeface="Arial"/>
              </a:rPr>
              <a:t>и</a:t>
            </a:r>
            <a:r>
              <a:rPr sz="2000" i="1" spc="30" dirty="0">
                <a:latin typeface="Arial"/>
                <a:cs typeface="Arial"/>
              </a:rPr>
              <a:t> </a:t>
            </a:r>
            <a:r>
              <a:rPr sz="2000" i="1" spc="-45" dirty="0">
                <a:latin typeface="Arial"/>
                <a:cs typeface="Arial"/>
              </a:rPr>
              <a:t>к</a:t>
            </a:r>
            <a:r>
              <a:rPr sz="2000" i="1" spc="-30" dirty="0">
                <a:latin typeface="Arial"/>
                <a:cs typeface="Arial"/>
              </a:rPr>
              <a:t>л</a:t>
            </a:r>
            <a:r>
              <a:rPr sz="2000" i="1" spc="-15" dirty="0">
                <a:latin typeface="Arial"/>
                <a:cs typeface="Arial"/>
              </a:rPr>
              <a:t>а</a:t>
            </a:r>
            <a:r>
              <a:rPr sz="2000" i="1" dirty="0">
                <a:latin typeface="Arial"/>
                <a:cs typeface="Arial"/>
              </a:rPr>
              <a:t>сс</a:t>
            </a:r>
            <a:r>
              <a:rPr sz="2000" i="1" spc="-15" dirty="0">
                <a:latin typeface="Arial"/>
                <a:cs typeface="Arial"/>
              </a:rPr>
              <a:t>и</a:t>
            </a:r>
            <a:r>
              <a:rPr sz="2000" i="1" spc="30" dirty="0">
                <a:latin typeface="Arial"/>
                <a:cs typeface="Arial"/>
              </a:rPr>
              <a:t>ф</a:t>
            </a:r>
            <a:r>
              <a:rPr sz="2000" i="1" spc="-15" dirty="0">
                <a:latin typeface="Arial"/>
                <a:cs typeface="Arial"/>
              </a:rPr>
              <a:t>и</a:t>
            </a:r>
            <a:r>
              <a:rPr sz="2000" i="1" spc="-45" dirty="0">
                <a:latin typeface="Arial"/>
                <a:cs typeface="Arial"/>
              </a:rPr>
              <a:t>к</a:t>
            </a:r>
            <a:r>
              <a:rPr sz="2000" i="1" spc="-15" dirty="0">
                <a:latin typeface="Arial"/>
                <a:cs typeface="Arial"/>
              </a:rPr>
              <a:t>а</a:t>
            </a:r>
            <a:r>
              <a:rPr sz="2000" i="1" spc="30" dirty="0">
                <a:latin typeface="Arial"/>
                <a:cs typeface="Arial"/>
              </a:rPr>
              <a:t>т</a:t>
            </a:r>
            <a:r>
              <a:rPr sz="2000" i="1" spc="-15" dirty="0">
                <a:latin typeface="Arial"/>
                <a:cs typeface="Arial"/>
              </a:rPr>
              <a:t>о</a:t>
            </a:r>
            <a:r>
              <a:rPr sz="2000" i="1" dirty="0">
                <a:latin typeface="Arial"/>
                <a:cs typeface="Arial"/>
              </a:rPr>
              <a:t>р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i="1" spc="-15" dirty="0">
                <a:latin typeface="Arial"/>
                <a:cs typeface="Arial"/>
              </a:rPr>
              <a:t>ре</a:t>
            </a:r>
            <a:r>
              <a:rPr sz="2000" i="1" spc="40" dirty="0">
                <a:latin typeface="Arial"/>
                <a:cs typeface="Arial"/>
              </a:rPr>
              <a:t>ш</a:t>
            </a:r>
            <a:r>
              <a:rPr sz="2000" i="1" spc="-15" dirty="0">
                <a:latin typeface="Arial"/>
                <a:cs typeface="Arial"/>
              </a:rPr>
              <a:t>а</a:t>
            </a:r>
            <a:r>
              <a:rPr sz="2000" i="1" spc="-5" dirty="0">
                <a:latin typeface="Arial"/>
                <a:cs typeface="Arial"/>
              </a:rPr>
              <a:t>ющ</a:t>
            </a:r>
            <a:r>
              <a:rPr sz="2000" i="1" spc="-15" dirty="0">
                <a:latin typeface="Arial"/>
                <a:cs typeface="Arial"/>
              </a:rPr>
              <a:t>е</a:t>
            </a:r>
            <a:r>
              <a:rPr sz="2000" i="1" dirty="0">
                <a:latin typeface="Arial"/>
                <a:cs typeface="Arial"/>
              </a:rPr>
              <a:t>е</a:t>
            </a:r>
            <a:r>
              <a:rPr sz="2000" i="1" spc="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п</a:t>
            </a:r>
            <a:r>
              <a:rPr sz="2000" i="1" spc="-15" dirty="0">
                <a:latin typeface="Arial"/>
                <a:cs typeface="Arial"/>
              </a:rPr>
              <a:t>ра</a:t>
            </a:r>
            <a:r>
              <a:rPr sz="2000" i="1" spc="-45" dirty="0">
                <a:latin typeface="Arial"/>
                <a:cs typeface="Arial"/>
              </a:rPr>
              <a:t>в</a:t>
            </a:r>
            <a:r>
              <a:rPr sz="2000" i="1" spc="-15" dirty="0">
                <a:latin typeface="Arial"/>
                <a:cs typeface="Arial"/>
              </a:rPr>
              <a:t>и</a:t>
            </a:r>
            <a:r>
              <a:rPr sz="2000" i="1" spc="-30" dirty="0">
                <a:latin typeface="Arial"/>
                <a:cs typeface="Arial"/>
              </a:rPr>
              <a:t>л</a:t>
            </a:r>
            <a:r>
              <a:rPr sz="2000" i="1" dirty="0">
                <a:latin typeface="Arial"/>
                <a:cs typeface="Arial"/>
              </a:rPr>
              <a:t>о</a:t>
            </a:r>
            <a:r>
              <a:rPr sz="2000" i="1" spc="1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85" dirty="0" err="1">
                <a:latin typeface="Arial"/>
                <a:cs typeface="Arial"/>
              </a:rPr>
              <a:t>п</a:t>
            </a:r>
            <a:r>
              <a:rPr sz="2000" spc="-15" dirty="0" err="1">
                <a:latin typeface="Arial"/>
                <a:cs typeface="Arial"/>
              </a:rPr>
              <a:t>р</a:t>
            </a:r>
            <a:r>
              <a:rPr sz="2000" spc="-120" dirty="0" err="1">
                <a:latin typeface="Arial"/>
                <a:cs typeface="Arial"/>
              </a:rPr>
              <a:t>и</a:t>
            </a:r>
            <a:r>
              <a:rPr sz="2000" spc="-20" dirty="0" err="1">
                <a:latin typeface="Arial"/>
                <a:cs typeface="Arial"/>
              </a:rPr>
              <a:t>з</a:t>
            </a:r>
            <a:r>
              <a:rPr sz="2000" spc="-105" dirty="0" err="1">
                <a:latin typeface="Arial"/>
                <a:cs typeface="Arial"/>
              </a:rPr>
              <a:t>н</a:t>
            </a:r>
            <a:r>
              <a:rPr sz="2000" spc="-15" dirty="0" err="1">
                <a:latin typeface="Arial"/>
                <a:cs typeface="Arial"/>
              </a:rPr>
              <a:t>а</a:t>
            </a:r>
            <a:r>
              <a:rPr sz="2000" spc="20" dirty="0" err="1">
                <a:latin typeface="Arial"/>
                <a:cs typeface="Arial"/>
              </a:rPr>
              <a:t>к</a:t>
            </a:r>
            <a:r>
              <a:rPr sz="2000" spc="-15" dirty="0" err="1">
                <a:latin typeface="Arial"/>
                <a:cs typeface="Arial"/>
              </a:rPr>
              <a:t>о</a:t>
            </a:r>
            <a:r>
              <a:rPr sz="2000" dirty="0" err="1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spc="-105" dirty="0" err="1" smtClean="0">
                <a:latin typeface="Arial"/>
                <a:cs typeface="Arial"/>
              </a:rPr>
              <a:t>н</a:t>
            </a:r>
            <a:r>
              <a:rPr sz="2000" dirty="0" err="1" smtClean="0">
                <a:latin typeface="Arial"/>
                <a:cs typeface="Arial"/>
              </a:rPr>
              <a:t>а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sz="2000" i="1" spc="-15" dirty="0" err="1" smtClean="0">
                <a:solidFill>
                  <a:srgbClr val="FF0000"/>
                </a:solidFill>
                <a:latin typeface="Arial"/>
                <a:cs typeface="Arial"/>
              </a:rPr>
              <a:t>ре</a:t>
            </a:r>
            <a:r>
              <a:rPr sz="2000" i="1" spc="40" dirty="0" err="1" smtClean="0">
                <a:solidFill>
                  <a:srgbClr val="FF0000"/>
                </a:solidFill>
                <a:latin typeface="Arial"/>
                <a:cs typeface="Arial"/>
              </a:rPr>
              <a:t>ш</a:t>
            </a:r>
            <a:r>
              <a:rPr sz="2000" i="1" spc="-15" dirty="0" err="1" smtClean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000" i="1" spc="-5" dirty="0" err="1" smtClean="0">
                <a:solidFill>
                  <a:srgbClr val="FF0000"/>
                </a:solidFill>
                <a:latin typeface="Arial"/>
                <a:cs typeface="Arial"/>
              </a:rPr>
              <a:t>ющ</a:t>
            </a:r>
            <a:r>
              <a:rPr sz="2000" i="1" spc="-15" dirty="0" err="1" smtClean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000" i="1" dirty="0" err="1" smtClean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000" i="1" spc="3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ре</a:t>
            </a:r>
            <a:r>
              <a:rPr sz="2000" i="1" spc="10" dirty="0">
                <a:solidFill>
                  <a:srgbClr val="FF0000"/>
                </a:solidFill>
                <a:latin typeface="Arial"/>
                <a:cs typeface="Arial"/>
              </a:rPr>
              <a:t>г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ио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ны</a:t>
            </a:r>
            <a:r>
              <a:rPr sz="2000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ре</a:t>
            </a:r>
            <a:r>
              <a:rPr sz="2000" i="1" spc="40" dirty="0">
                <a:solidFill>
                  <a:srgbClr val="FF0000"/>
                </a:solidFill>
                <a:latin typeface="Arial"/>
                <a:cs typeface="Arial"/>
              </a:rPr>
              <a:t>ш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000" i="1" spc="-5" dirty="0">
                <a:solidFill>
                  <a:srgbClr val="FF0000"/>
                </a:solidFill>
                <a:latin typeface="Arial"/>
                <a:cs typeface="Arial"/>
              </a:rPr>
              <a:t>ющ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000" i="1" spc="25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000" i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1" spc="10" dirty="0">
                <a:solidFill>
                  <a:srgbClr val="FF0000"/>
                </a:solidFill>
                <a:latin typeface="Arial"/>
                <a:cs typeface="Arial"/>
              </a:rPr>
              <a:t>г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ра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000" i="1" spc="-45" dirty="0">
                <a:solidFill>
                  <a:srgbClr val="FF0000"/>
                </a:solidFill>
                <a:latin typeface="Arial"/>
                <a:cs typeface="Arial"/>
              </a:rPr>
              <a:t>ц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000" i="1" spc="25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endParaRPr sz="20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ts val="2600"/>
              </a:lnSpc>
            </a:pPr>
            <a:endParaRPr sz="2600" dirty="0"/>
          </a:p>
          <a:p>
            <a:pPr marL="6032500" marR="518159">
              <a:lnSpc>
                <a:spcPct val="100000"/>
              </a:lnSpc>
            </a:pPr>
            <a:r>
              <a:rPr sz="2000" spc="-135" dirty="0" err="1">
                <a:latin typeface="Arial"/>
                <a:cs typeface="Arial"/>
              </a:rPr>
              <a:t>Р</a:t>
            </a:r>
            <a:r>
              <a:rPr sz="2000" spc="-15" dirty="0" err="1">
                <a:latin typeface="Arial"/>
                <a:cs typeface="Arial"/>
              </a:rPr>
              <a:t>е</a:t>
            </a:r>
            <a:r>
              <a:rPr sz="2000" spc="-5" dirty="0" err="1">
                <a:latin typeface="Arial"/>
                <a:cs typeface="Arial"/>
              </a:rPr>
              <a:t>ш</a:t>
            </a:r>
            <a:r>
              <a:rPr sz="2000" spc="-15" dirty="0" err="1">
                <a:latin typeface="Arial"/>
                <a:cs typeface="Arial"/>
              </a:rPr>
              <a:t>а</a:t>
            </a:r>
            <a:r>
              <a:rPr sz="2000" dirty="0" err="1">
                <a:latin typeface="Arial"/>
                <a:cs typeface="Arial"/>
              </a:rPr>
              <a:t>ю</a:t>
            </a:r>
            <a:r>
              <a:rPr sz="2000" spc="-45" dirty="0" err="1">
                <a:latin typeface="Arial"/>
                <a:cs typeface="Arial"/>
              </a:rPr>
              <a:t>щ</a:t>
            </a:r>
            <a:r>
              <a:rPr sz="2000" spc="-15" dirty="0" err="1">
                <a:latin typeface="Arial"/>
                <a:cs typeface="Arial"/>
              </a:rPr>
              <a:t>а</a:t>
            </a:r>
            <a:r>
              <a:rPr sz="2000" dirty="0" err="1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30" dirty="0" err="1" smtClean="0">
                <a:latin typeface="Arial"/>
                <a:cs typeface="Arial"/>
              </a:rPr>
              <a:t>г</a:t>
            </a:r>
            <a:r>
              <a:rPr sz="2000" spc="-15" dirty="0" err="1" smtClean="0">
                <a:latin typeface="Arial"/>
                <a:cs typeface="Arial"/>
              </a:rPr>
              <a:t>ра</a:t>
            </a:r>
            <a:r>
              <a:rPr sz="2000" spc="-105" dirty="0" err="1" smtClean="0">
                <a:latin typeface="Arial"/>
                <a:cs typeface="Arial"/>
              </a:rPr>
              <a:t>н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spc="-45" dirty="0" err="1" smtClean="0">
                <a:latin typeface="Arial"/>
                <a:cs typeface="Arial"/>
              </a:rPr>
              <a:t>ц</a:t>
            </a:r>
            <a:r>
              <a:rPr sz="2000" dirty="0" err="1" smtClean="0">
                <a:latin typeface="Arial"/>
                <a:cs typeface="Arial"/>
              </a:rPr>
              <a:t>а</a:t>
            </a:r>
          </a:p>
          <a:p>
            <a:pPr marL="165100" marR="6076950">
              <a:lnSpc>
                <a:spcPct val="100000"/>
              </a:lnSpc>
              <a:spcBef>
                <a:spcPts val="1800"/>
              </a:spcBef>
            </a:pPr>
            <a:r>
              <a:rPr sz="2000" spc="-140" dirty="0" err="1" smtClean="0">
                <a:latin typeface="Arial"/>
                <a:cs typeface="Arial"/>
              </a:rPr>
              <a:t>П</a:t>
            </a:r>
            <a:r>
              <a:rPr sz="2000" spc="-15" dirty="0" err="1" smtClean="0">
                <a:latin typeface="Arial"/>
                <a:cs typeface="Arial"/>
              </a:rPr>
              <a:t>ро</a:t>
            </a:r>
            <a:r>
              <a:rPr sz="2000" dirty="0" err="1" smtClean="0">
                <a:latin typeface="Arial"/>
                <a:cs typeface="Arial"/>
              </a:rPr>
              <a:t>с</a:t>
            </a:r>
            <a:r>
              <a:rPr sz="2000" spc="-20" dirty="0" err="1" smtClean="0">
                <a:latin typeface="Arial"/>
                <a:cs typeface="Arial"/>
              </a:rPr>
              <a:t>т</a:t>
            </a:r>
            <a:r>
              <a:rPr sz="2000" spc="-15" dirty="0" err="1" smtClean="0">
                <a:latin typeface="Arial"/>
                <a:cs typeface="Arial"/>
              </a:rPr>
              <a:t>ра</a:t>
            </a:r>
            <a:r>
              <a:rPr sz="2000" spc="-105" dirty="0" err="1" smtClean="0">
                <a:latin typeface="Arial"/>
                <a:cs typeface="Arial"/>
              </a:rPr>
              <a:t>н</a:t>
            </a:r>
            <a:r>
              <a:rPr sz="2000" dirty="0" err="1" smtClean="0">
                <a:latin typeface="Arial"/>
                <a:cs typeface="Arial"/>
              </a:rPr>
              <a:t>с</a:t>
            </a:r>
            <a:r>
              <a:rPr sz="2000" spc="-20" dirty="0" err="1" smtClean="0">
                <a:latin typeface="Arial"/>
                <a:cs typeface="Arial"/>
              </a:rPr>
              <a:t>т</a:t>
            </a:r>
            <a:r>
              <a:rPr sz="2000" spc="35" dirty="0" err="1" smtClean="0">
                <a:latin typeface="Arial"/>
                <a:cs typeface="Arial"/>
              </a:rPr>
              <a:t>в</a:t>
            </a:r>
            <a:r>
              <a:rPr sz="2000" dirty="0" err="1" smtClean="0">
                <a:latin typeface="Arial"/>
                <a:cs typeface="Arial"/>
              </a:rPr>
              <a:t>о</a:t>
            </a:r>
            <a:r>
              <a:rPr sz="2000" dirty="0" smtClean="0">
                <a:latin typeface="Arial"/>
                <a:cs typeface="Arial"/>
              </a:rPr>
              <a:t> </a:t>
            </a:r>
            <a:r>
              <a:rPr sz="2000" spc="-85" dirty="0" err="1" smtClean="0">
                <a:latin typeface="Arial"/>
                <a:cs typeface="Arial"/>
              </a:rPr>
              <a:t>п</a:t>
            </a:r>
            <a:r>
              <a:rPr sz="2000" spc="-15" dirty="0" err="1" smtClean="0">
                <a:latin typeface="Arial"/>
                <a:cs typeface="Arial"/>
              </a:rPr>
              <a:t>р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spc="-20" dirty="0" err="1" smtClean="0">
                <a:latin typeface="Arial"/>
                <a:cs typeface="Arial"/>
              </a:rPr>
              <a:t>з</a:t>
            </a:r>
            <a:r>
              <a:rPr sz="2000" spc="-105" dirty="0" err="1" smtClean="0">
                <a:latin typeface="Arial"/>
                <a:cs typeface="Arial"/>
              </a:rPr>
              <a:t>н</a:t>
            </a:r>
            <a:r>
              <a:rPr sz="2000" spc="-15" dirty="0" err="1" smtClean="0">
                <a:latin typeface="Arial"/>
                <a:cs typeface="Arial"/>
              </a:rPr>
              <a:t>а</a:t>
            </a:r>
            <a:r>
              <a:rPr sz="2000" spc="20" dirty="0" err="1" smtClean="0">
                <a:latin typeface="Arial"/>
                <a:cs typeface="Arial"/>
              </a:rPr>
              <a:t>к</a:t>
            </a:r>
            <a:r>
              <a:rPr sz="2000" spc="-15" dirty="0" err="1" smtClean="0">
                <a:latin typeface="Arial"/>
                <a:cs typeface="Arial"/>
              </a:rPr>
              <a:t>о</a:t>
            </a:r>
            <a:r>
              <a:rPr sz="2000" dirty="0" err="1" smtClean="0">
                <a:latin typeface="Arial"/>
                <a:cs typeface="Arial"/>
              </a:rPr>
              <a:t>в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0" name="object 2"/>
          <p:cNvSpPr txBox="1">
            <a:spLocks/>
          </p:cNvSpPr>
          <p:nvPr/>
        </p:nvSpPr>
        <p:spPr>
          <a:xfrm>
            <a:off x="0" y="349250"/>
            <a:ext cx="106934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3700" algn="ctr">
              <a:lnSpc>
                <a:spcPct val="100000"/>
              </a:lnSpc>
            </a:pPr>
            <a:r>
              <a:rPr lang="uk-UA" b="1" spc="-35" smtClean="0">
                <a:solidFill>
                  <a:schemeClr val="bg1"/>
                </a:solidFill>
                <a:latin typeface="+mn-lt"/>
              </a:rPr>
              <a:t>З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д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ч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13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к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л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сс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-135" smtClean="0">
                <a:solidFill>
                  <a:schemeClr val="bg1"/>
                </a:solidFill>
                <a:latin typeface="+mn-lt"/>
              </a:rPr>
              <a:t>ф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к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-35" smtClean="0">
                <a:solidFill>
                  <a:schemeClr val="bg1"/>
                </a:solidFill>
                <a:latin typeface="+mn-lt"/>
              </a:rPr>
              <a:t>ц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215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-135" smtClean="0">
                <a:solidFill>
                  <a:schemeClr val="bg1"/>
                </a:solidFill>
                <a:latin typeface="+mn-lt"/>
              </a:rPr>
              <a:t>б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ра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з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в</a:t>
            </a:r>
            <a:endParaRPr lang="uk-UA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3457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Кл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сс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263497"/>
            <a:ext cx="10528300" cy="4274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822960" indent="-342900">
              <a:lnSpc>
                <a:spcPct val="131300"/>
              </a:lnSpc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000" spc="-1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b="1" i="1" spc="30" dirty="0">
                <a:latin typeface="Arial"/>
                <a:cs typeface="Arial"/>
              </a:rPr>
              <a:t>f</a:t>
            </a:r>
            <a:r>
              <a:rPr sz="2000" b="1" i="1" baseline="-17094" dirty="0">
                <a:latin typeface="Arial"/>
                <a:cs typeface="Arial"/>
              </a:rPr>
              <a:t>t</a:t>
            </a:r>
            <a:r>
              <a:rPr sz="2000" b="1" i="1" spc="157" baseline="-17094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п</a:t>
            </a:r>
            <a:r>
              <a:rPr sz="2000" b="1" spc="-15" dirty="0">
                <a:latin typeface="Arial"/>
                <a:cs typeface="Arial"/>
              </a:rPr>
              <a:t>а</a:t>
            </a:r>
            <a:r>
              <a:rPr sz="2000" b="1" spc="-25" dirty="0">
                <a:latin typeface="Arial"/>
                <a:cs typeface="Arial"/>
              </a:rPr>
              <a:t>р</a:t>
            </a:r>
            <a:r>
              <a:rPr sz="2000" b="1" spc="-15" dirty="0">
                <a:latin typeface="Arial"/>
                <a:cs typeface="Arial"/>
              </a:rPr>
              <a:t>а</a:t>
            </a:r>
            <a:r>
              <a:rPr sz="2000" b="1" spc="20" dirty="0">
                <a:latin typeface="Arial"/>
                <a:cs typeface="Arial"/>
              </a:rPr>
              <a:t>м</a:t>
            </a:r>
            <a:r>
              <a:rPr sz="2000" b="1" spc="-15" dirty="0">
                <a:latin typeface="Arial"/>
                <a:cs typeface="Arial"/>
              </a:rPr>
              <a:t>е</a:t>
            </a:r>
            <a:r>
              <a:rPr sz="2000" b="1" spc="-80" dirty="0">
                <a:latin typeface="Arial"/>
                <a:cs typeface="Arial"/>
              </a:rPr>
              <a:t>т</a:t>
            </a:r>
            <a:r>
              <a:rPr sz="2000" b="1" spc="-25" dirty="0">
                <a:latin typeface="Arial"/>
                <a:cs typeface="Arial"/>
              </a:rPr>
              <a:t>р</a:t>
            </a:r>
            <a:r>
              <a:rPr sz="2000" b="1" spc="-30" dirty="0">
                <a:latin typeface="Arial"/>
                <a:cs typeface="Arial"/>
              </a:rPr>
              <a:t>и</a:t>
            </a:r>
            <a:r>
              <a:rPr sz="2000" b="1" spc="35" dirty="0">
                <a:latin typeface="Arial"/>
                <a:cs typeface="Arial"/>
              </a:rPr>
              <a:t>ч</a:t>
            </a:r>
            <a:r>
              <a:rPr sz="2000" b="1" spc="-15" dirty="0">
                <a:latin typeface="Arial"/>
                <a:cs typeface="Arial"/>
              </a:rPr>
              <a:t>ес</a:t>
            </a:r>
            <a:r>
              <a:rPr sz="2000" b="1" dirty="0">
                <a:latin typeface="Arial"/>
                <a:cs typeface="Arial"/>
              </a:rPr>
              <a:t>к</a:t>
            </a:r>
            <a:r>
              <a:rPr sz="2000" b="1" spc="-25" dirty="0">
                <a:latin typeface="Arial"/>
                <a:cs typeface="Arial"/>
              </a:rPr>
              <a:t>о</a:t>
            </a:r>
            <a:r>
              <a:rPr sz="2000" b="1" spc="-35" dirty="0">
                <a:latin typeface="Arial"/>
                <a:cs typeface="Arial"/>
              </a:rPr>
              <a:t>г</a:t>
            </a:r>
            <a:r>
              <a:rPr sz="2000" b="1" dirty="0">
                <a:latin typeface="Arial"/>
                <a:cs typeface="Arial"/>
              </a:rPr>
              <a:t>о </a:t>
            </a:r>
            <a:r>
              <a:rPr sz="2000" b="1" spc="-15" dirty="0">
                <a:latin typeface="Arial"/>
                <a:cs typeface="Arial"/>
              </a:rPr>
              <a:t>се</a:t>
            </a:r>
            <a:r>
              <a:rPr sz="2000" b="1" spc="20" dirty="0">
                <a:latin typeface="Arial"/>
                <a:cs typeface="Arial"/>
              </a:rPr>
              <a:t>м</a:t>
            </a:r>
            <a:r>
              <a:rPr sz="2000" b="1" spc="-15" dirty="0">
                <a:latin typeface="Arial"/>
                <a:cs typeface="Arial"/>
              </a:rPr>
              <a:t>е</a:t>
            </a:r>
            <a:r>
              <a:rPr sz="2000" b="1" spc="-30" dirty="0">
                <a:latin typeface="Arial"/>
                <a:cs typeface="Arial"/>
              </a:rPr>
              <a:t>й</a:t>
            </a:r>
            <a:r>
              <a:rPr sz="2000" b="1" spc="-15" dirty="0">
                <a:latin typeface="Arial"/>
                <a:cs typeface="Arial"/>
              </a:rPr>
              <a:t>с</a:t>
            </a:r>
            <a:r>
              <a:rPr sz="2000" b="1" spc="-80" dirty="0">
                <a:latin typeface="Arial"/>
                <a:cs typeface="Arial"/>
              </a:rPr>
              <a:t>т</a:t>
            </a:r>
            <a:r>
              <a:rPr sz="2000" b="1" spc="-30" dirty="0">
                <a:latin typeface="Arial"/>
                <a:cs typeface="Arial"/>
              </a:rPr>
              <a:t>в</a:t>
            </a:r>
            <a:r>
              <a:rPr sz="2000" b="1" dirty="0">
                <a:latin typeface="Arial"/>
                <a:cs typeface="Arial"/>
              </a:rPr>
              <a:t>а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F</a:t>
            </a:r>
            <a:r>
              <a:rPr sz="2000" b="1" i="1" spc="2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40" dirty="0">
                <a:latin typeface="Arial"/>
                <a:cs typeface="Arial"/>
              </a:rPr>
              <a:t>.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р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280" dirty="0">
                <a:latin typeface="Arial"/>
                <a:cs typeface="Arial"/>
              </a:rPr>
              <a:t> </a:t>
            </a:r>
            <a:r>
              <a:rPr sz="2000" b="1" i="1" spc="3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ую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ф</a:t>
            </a:r>
            <a:r>
              <a:rPr sz="2000" b="1" spc="-15" dirty="0">
                <a:latin typeface="Arial"/>
                <a:cs typeface="Arial"/>
              </a:rPr>
              <a:t>у</a:t>
            </a:r>
            <a:r>
              <a:rPr sz="2000" b="1" spc="-10" dirty="0">
                <a:latin typeface="Arial"/>
                <a:cs typeface="Arial"/>
              </a:rPr>
              <a:t>н</a:t>
            </a:r>
            <a:r>
              <a:rPr sz="2000" b="1" dirty="0">
                <a:latin typeface="Arial"/>
                <a:cs typeface="Arial"/>
              </a:rPr>
              <a:t>к</a:t>
            </a:r>
            <a:r>
              <a:rPr sz="2000" b="1" spc="-30" dirty="0">
                <a:latin typeface="Arial"/>
                <a:cs typeface="Arial"/>
              </a:rPr>
              <a:t>ци</a:t>
            </a:r>
            <a:r>
              <a:rPr sz="2000" b="1" dirty="0">
                <a:latin typeface="Arial"/>
                <a:cs typeface="Arial"/>
              </a:rPr>
              <a:t>ю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п</a:t>
            </a:r>
            <a:r>
              <a:rPr sz="2000" b="1" spc="-25" dirty="0">
                <a:latin typeface="Arial"/>
                <a:cs typeface="Arial"/>
              </a:rPr>
              <a:t>о</a:t>
            </a:r>
            <a:r>
              <a:rPr sz="2000" b="1" spc="-80" dirty="0">
                <a:latin typeface="Arial"/>
                <a:cs typeface="Arial"/>
              </a:rPr>
              <a:t>т</a:t>
            </a:r>
            <a:r>
              <a:rPr sz="2000" b="1" spc="-15" dirty="0">
                <a:latin typeface="Arial"/>
                <a:cs typeface="Arial"/>
              </a:rPr>
              <a:t>е</a:t>
            </a:r>
            <a:r>
              <a:rPr sz="2000" b="1" spc="-25" dirty="0">
                <a:latin typeface="Arial"/>
                <a:cs typeface="Arial"/>
              </a:rPr>
              <a:t>р</a:t>
            </a:r>
            <a:r>
              <a:rPr sz="2000" b="1" dirty="0">
                <a:latin typeface="Arial"/>
                <a:cs typeface="Arial"/>
              </a:rPr>
              <a:t>ь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000" b="1" i="1" spc="-25" dirty="0">
                <a:latin typeface="Arial"/>
                <a:cs typeface="Arial"/>
              </a:rPr>
              <a:t>L</a:t>
            </a:r>
            <a:r>
              <a:rPr sz="2000" b="1" i="1" spc="30" dirty="0">
                <a:latin typeface="Arial"/>
                <a:cs typeface="Arial"/>
              </a:rPr>
              <a:t>(f</a:t>
            </a:r>
            <a:r>
              <a:rPr sz="2000" b="1" i="1" spc="-52" baseline="-17094" dirty="0">
                <a:latin typeface="Arial"/>
                <a:cs typeface="Arial"/>
              </a:rPr>
              <a:t>t</a:t>
            </a:r>
            <a:r>
              <a:rPr sz="2000" b="1" i="1" spc="30" dirty="0">
                <a:latin typeface="Arial"/>
                <a:cs typeface="Arial"/>
              </a:rPr>
              <a:t>(</a:t>
            </a:r>
            <a:r>
              <a:rPr sz="2000" b="1" i="1" spc="-15" dirty="0">
                <a:latin typeface="Arial"/>
                <a:cs typeface="Arial"/>
              </a:rPr>
              <a:t>x</a:t>
            </a:r>
            <a:r>
              <a:rPr sz="2000" b="1" i="1" spc="40" dirty="0">
                <a:latin typeface="Arial"/>
                <a:cs typeface="Arial"/>
              </a:rPr>
              <a:t>,</a:t>
            </a:r>
            <a:r>
              <a:rPr sz="2000" b="1" i="1" spc="35" dirty="0">
                <a:latin typeface="Arial"/>
                <a:cs typeface="Arial"/>
              </a:rPr>
              <a:t>t</a:t>
            </a:r>
            <a:r>
              <a:rPr sz="2000" b="1" i="1" spc="30" dirty="0">
                <a:latin typeface="Arial"/>
                <a:cs typeface="Arial"/>
              </a:rPr>
              <a:t>)</a:t>
            </a:r>
            <a:r>
              <a:rPr sz="2000" b="1" i="1" dirty="0">
                <a:latin typeface="Arial"/>
                <a:cs typeface="Arial"/>
              </a:rPr>
              <a:t>,</a:t>
            </a:r>
            <a:r>
              <a:rPr sz="2000" b="1" i="1" spc="-114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y</a:t>
            </a:r>
            <a:r>
              <a:rPr sz="2000" b="1" i="1" spc="35" dirty="0">
                <a:latin typeface="Arial"/>
                <a:cs typeface="Arial"/>
              </a:rPr>
              <a:t>)</a:t>
            </a:r>
            <a:r>
              <a:rPr sz="2000" dirty="0">
                <a:latin typeface="Arial"/>
                <a:cs typeface="Arial"/>
              </a:rPr>
              <a:t>,</a:t>
            </a:r>
          </a:p>
          <a:p>
            <a:pPr marL="469900" lvl="1">
              <a:lnSpc>
                <a:spcPct val="100000"/>
              </a:lnSpc>
              <a:spcBef>
                <a:spcPts val="1100"/>
              </a:spcBef>
              <a:tabLst>
                <a:tab pos="761365" algn="l"/>
                <a:tab pos="762000" algn="l"/>
              </a:tabLst>
            </a:pPr>
            <a:r>
              <a:rPr sz="2000" dirty="0">
                <a:latin typeface="Arial"/>
                <a:cs typeface="Arial"/>
              </a:rPr>
              <a:t>В с</a:t>
            </a:r>
            <a:r>
              <a:rPr sz="2000" spc="50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0" dirty="0">
                <a:latin typeface="Arial"/>
                <a:cs typeface="Arial"/>
              </a:rPr>
              <a:t>ч</a:t>
            </a:r>
            <a:r>
              <a:rPr sz="2000" dirty="0">
                <a:latin typeface="Arial"/>
                <a:cs typeface="Arial"/>
              </a:rPr>
              <a:t>ае </a:t>
            </a:r>
            <a:r>
              <a:rPr sz="2000" spc="10" dirty="0">
                <a:latin typeface="Arial"/>
                <a:cs typeface="Arial"/>
              </a:rPr>
              <a:t>к</a:t>
            </a:r>
            <a:r>
              <a:rPr sz="2000" spc="50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асс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ф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sz="2000" spc="1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35" dirty="0">
                <a:latin typeface="Arial"/>
                <a:cs typeface="Arial"/>
              </a:rPr>
              <a:t>ц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ч</a:t>
            </a:r>
            <a:r>
              <a:rPr sz="2000" dirty="0">
                <a:latin typeface="Arial"/>
                <a:cs typeface="Arial"/>
              </a:rPr>
              <a:t>ас</a:t>
            </a:r>
            <a:r>
              <a:rPr sz="2000" spc="-2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50" dirty="0">
                <a:latin typeface="Arial"/>
                <a:cs typeface="Arial"/>
              </a:rPr>
              <a:t>л</a:t>
            </a:r>
            <a:r>
              <a:rPr sz="2000" spc="60" dirty="0">
                <a:latin typeface="Arial"/>
                <a:cs typeface="Arial"/>
              </a:rPr>
              <a:t>ь</a:t>
            </a:r>
            <a:r>
              <a:rPr sz="2000" spc="-25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5" dirty="0">
                <a:latin typeface="Arial"/>
                <a:cs typeface="Arial"/>
              </a:rPr>
              <a:t>ю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3200" i="1" spc="120" baseline="13468" dirty="0">
                <a:latin typeface="Times New Roman"/>
                <a:cs typeface="Times New Roman"/>
              </a:rPr>
              <a:t>L</a:t>
            </a:r>
            <a:r>
              <a:rPr sz="3200" baseline="13468" dirty="0">
                <a:latin typeface="Times New Roman"/>
                <a:cs typeface="Times New Roman"/>
              </a:rPr>
              <a:t>(</a:t>
            </a:r>
            <a:r>
              <a:rPr sz="3200" spc="-97" baseline="13468" dirty="0">
                <a:latin typeface="Times New Roman"/>
                <a:cs typeface="Times New Roman"/>
              </a:rPr>
              <a:t> </a:t>
            </a:r>
            <a:r>
              <a:rPr sz="3200" i="1" baseline="13468" dirty="0">
                <a:latin typeface="Times New Roman"/>
                <a:cs typeface="Times New Roman"/>
              </a:rPr>
              <a:t>f</a:t>
            </a:r>
            <a:r>
              <a:rPr sz="3200" i="1" spc="37" baseline="13468" dirty="0">
                <a:latin typeface="Times New Roman"/>
                <a:cs typeface="Times New Roman"/>
              </a:rPr>
              <a:t> </a:t>
            </a:r>
            <a:r>
              <a:rPr sz="3200" spc="75" baseline="13468" dirty="0">
                <a:latin typeface="Times New Roman"/>
                <a:cs typeface="Times New Roman"/>
              </a:rPr>
              <a:t>(</a:t>
            </a:r>
            <a:r>
              <a:rPr sz="3200" b="1" spc="104" baseline="13468" dirty="0">
                <a:latin typeface="Times New Roman"/>
                <a:cs typeface="Times New Roman"/>
              </a:rPr>
              <a:t>x</a:t>
            </a:r>
            <a:r>
              <a:rPr sz="3200" spc="-75" baseline="13468" dirty="0">
                <a:latin typeface="Times New Roman"/>
                <a:cs typeface="Times New Roman"/>
              </a:rPr>
              <a:t>)</a:t>
            </a:r>
            <a:r>
              <a:rPr sz="3200" baseline="13468" dirty="0">
                <a:latin typeface="Times New Roman"/>
                <a:cs typeface="Times New Roman"/>
              </a:rPr>
              <a:t>,</a:t>
            </a:r>
            <a:r>
              <a:rPr sz="3200" spc="-44" baseline="13468" dirty="0">
                <a:latin typeface="Times New Roman"/>
                <a:cs typeface="Times New Roman"/>
              </a:rPr>
              <a:t> </a:t>
            </a:r>
            <a:r>
              <a:rPr sz="3200" i="1" spc="97" baseline="13468" dirty="0">
                <a:latin typeface="Times New Roman"/>
                <a:cs typeface="Times New Roman"/>
              </a:rPr>
              <a:t>y</a:t>
            </a:r>
            <a:r>
              <a:rPr sz="3200" baseline="13468" dirty="0">
                <a:latin typeface="Times New Roman"/>
                <a:cs typeface="Times New Roman"/>
              </a:rPr>
              <a:t>)</a:t>
            </a:r>
            <a:r>
              <a:rPr sz="3200" spc="52" baseline="13468" dirty="0">
                <a:latin typeface="Times New Roman"/>
                <a:cs typeface="Times New Roman"/>
              </a:rPr>
              <a:t> </a:t>
            </a:r>
            <a:r>
              <a:rPr sz="3200" baseline="13468" dirty="0">
                <a:latin typeface="Symbol"/>
                <a:cs typeface="Symbol"/>
              </a:rPr>
              <a:t></a:t>
            </a:r>
            <a:r>
              <a:rPr sz="3200" spc="112" baseline="13468" dirty="0">
                <a:latin typeface="Times New Roman"/>
                <a:cs typeface="Times New Roman"/>
              </a:rPr>
              <a:t> </a:t>
            </a:r>
            <a:r>
              <a:rPr sz="3200" i="1" spc="75" baseline="13468" dirty="0">
                <a:latin typeface="Times New Roman"/>
                <a:cs typeface="Times New Roman"/>
              </a:rPr>
              <a:t>I</a:t>
            </a:r>
            <a:r>
              <a:rPr sz="3200" baseline="13468" dirty="0">
                <a:latin typeface="Times New Roman"/>
                <a:cs typeface="Times New Roman"/>
              </a:rPr>
              <a:t>[</a:t>
            </a:r>
            <a:r>
              <a:rPr sz="3200" spc="-247" baseline="13468" dirty="0">
                <a:latin typeface="Times New Roman"/>
                <a:cs typeface="Times New Roman"/>
              </a:rPr>
              <a:t> </a:t>
            </a:r>
            <a:r>
              <a:rPr sz="3200" i="1" baseline="13468" dirty="0">
                <a:latin typeface="Times New Roman"/>
                <a:cs typeface="Times New Roman"/>
              </a:rPr>
              <a:t>y</a:t>
            </a:r>
            <a:r>
              <a:rPr sz="3200" i="1" spc="82" baseline="13468" dirty="0">
                <a:latin typeface="Times New Roman"/>
                <a:cs typeface="Times New Roman"/>
              </a:rPr>
              <a:t> </a:t>
            </a:r>
            <a:r>
              <a:rPr sz="3200" baseline="13468" dirty="0">
                <a:latin typeface="Symbol"/>
                <a:cs typeface="Symbol"/>
              </a:rPr>
              <a:t></a:t>
            </a:r>
            <a:r>
              <a:rPr sz="3200" baseline="13468" dirty="0">
                <a:latin typeface="Times New Roman"/>
                <a:cs typeface="Times New Roman"/>
              </a:rPr>
              <a:t> </a:t>
            </a:r>
            <a:r>
              <a:rPr sz="3200" spc="-60" baseline="13468" dirty="0">
                <a:latin typeface="Times New Roman"/>
                <a:cs typeface="Times New Roman"/>
              </a:rPr>
              <a:t> </a:t>
            </a:r>
            <a:r>
              <a:rPr sz="3200" i="1" baseline="13468" dirty="0">
                <a:latin typeface="Times New Roman"/>
                <a:cs typeface="Times New Roman"/>
              </a:rPr>
              <a:t>f</a:t>
            </a:r>
            <a:r>
              <a:rPr sz="3200" i="1" spc="-104" baseline="13468" dirty="0">
                <a:latin typeface="Times New Roman"/>
                <a:cs typeface="Times New Roman"/>
              </a:rPr>
              <a:t> </a:t>
            </a:r>
            <a:r>
              <a:rPr sz="3200" baseline="13468" dirty="0">
                <a:latin typeface="Times New Roman"/>
                <a:cs typeface="Times New Roman"/>
              </a:rPr>
              <a:t>(</a:t>
            </a:r>
            <a:r>
              <a:rPr sz="3200" spc="-397" baseline="13468" dirty="0">
                <a:latin typeface="Times New Roman"/>
                <a:cs typeface="Times New Roman"/>
              </a:rPr>
              <a:t> </a:t>
            </a:r>
            <a:r>
              <a:rPr sz="3200" b="1" spc="-44" baseline="13468" dirty="0">
                <a:latin typeface="Times New Roman"/>
                <a:cs typeface="Times New Roman"/>
              </a:rPr>
              <a:t>x</a:t>
            </a:r>
            <a:r>
              <a:rPr sz="3200" spc="67" baseline="13468" dirty="0">
                <a:latin typeface="Times New Roman"/>
                <a:cs typeface="Times New Roman"/>
              </a:rPr>
              <a:t>)</a:t>
            </a:r>
            <a:r>
              <a:rPr sz="3200" baseline="13468" dirty="0">
                <a:latin typeface="Times New Roman"/>
                <a:cs typeface="Times New Roman"/>
              </a:rPr>
              <a:t>]</a:t>
            </a:r>
          </a:p>
          <a:p>
            <a:pPr marL="762000">
              <a:lnSpc>
                <a:spcPct val="100000"/>
              </a:lnSpc>
              <a:spcBef>
                <a:spcPts val="640"/>
              </a:spcBef>
              <a:tabLst>
                <a:tab pos="1358265" algn="l"/>
              </a:tabLst>
            </a:pPr>
            <a:r>
              <a:rPr sz="2000" spc="40" dirty="0" err="1" smtClean="0">
                <a:latin typeface="Arial"/>
                <a:cs typeface="Arial"/>
              </a:rPr>
              <a:t>г</a:t>
            </a:r>
            <a:r>
              <a:rPr sz="2000" spc="50" dirty="0" err="1" smtClean="0">
                <a:latin typeface="Arial"/>
                <a:cs typeface="Arial"/>
              </a:rPr>
              <a:t>д</a:t>
            </a:r>
            <a:r>
              <a:rPr sz="2000" dirty="0" err="1" smtClean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800" i="1" baseline="6734" dirty="0">
                <a:latin typeface="Times New Roman"/>
                <a:cs typeface="Times New Roman"/>
              </a:rPr>
              <a:t>f</a:t>
            </a:r>
            <a:r>
              <a:rPr sz="2800" i="1" spc="-112" baseline="6734" dirty="0">
                <a:latin typeface="Times New Roman"/>
                <a:cs typeface="Times New Roman"/>
              </a:rPr>
              <a:t> </a:t>
            </a:r>
            <a:r>
              <a:rPr sz="2800" spc="75" baseline="6734" dirty="0">
                <a:latin typeface="Times New Roman"/>
                <a:cs typeface="Times New Roman"/>
              </a:rPr>
              <a:t>(</a:t>
            </a:r>
            <a:r>
              <a:rPr sz="2800" b="1" spc="-44" baseline="6734" dirty="0">
                <a:latin typeface="Times New Roman"/>
                <a:cs typeface="Times New Roman"/>
              </a:rPr>
              <a:t>x</a:t>
            </a:r>
            <a:r>
              <a:rPr sz="2800" baseline="6734" dirty="0">
                <a:latin typeface="Times New Roman"/>
                <a:cs typeface="Times New Roman"/>
              </a:rPr>
              <a:t>) </a:t>
            </a:r>
            <a:r>
              <a:rPr sz="2800" spc="-112" baseline="67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- </a:t>
            </a:r>
            <a:r>
              <a:rPr sz="2000" spc="2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ре</a:t>
            </a:r>
            <a:r>
              <a:rPr sz="2000" spc="5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1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25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5" dirty="0">
                <a:latin typeface="Arial"/>
                <a:cs typeface="Arial"/>
              </a:rPr>
              <a:t>нны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к</a:t>
            </a:r>
            <a:r>
              <a:rPr sz="2000" spc="50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асс</a:t>
            </a:r>
          </a:p>
          <a:p>
            <a:pPr marL="469900" lvl="1">
              <a:lnSpc>
                <a:spcPct val="100000"/>
              </a:lnSpc>
              <a:spcBef>
                <a:spcPts val="1040"/>
              </a:spcBef>
              <a:tabLst>
                <a:tab pos="761365" algn="l"/>
                <a:tab pos="762000" algn="l"/>
              </a:tabLst>
            </a:pPr>
            <a:r>
              <a:rPr sz="2000" dirty="0">
                <a:latin typeface="Arial"/>
                <a:cs typeface="Arial"/>
              </a:rPr>
              <a:t>Мо</a:t>
            </a:r>
            <a:r>
              <a:rPr sz="2000" spc="-5" dirty="0">
                <a:latin typeface="Arial"/>
                <a:cs typeface="Arial"/>
              </a:rPr>
              <a:t>ж</a:t>
            </a:r>
            <a:r>
              <a:rPr sz="2000" dirty="0">
                <a:latin typeface="Arial"/>
                <a:cs typeface="Arial"/>
              </a:rPr>
              <a:t>ем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50" dirty="0">
                <a:latin typeface="Arial"/>
                <a:cs typeface="Arial"/>
              </a:rPr>
              <a:t>л</a:t>
            </a:r>
            <a:r>
              <a:rPr sz="2000" spc="60" dirty="0">
                <a:latin typeface="Arial"/>
                <a:cs typeface="Arial"/>
              </a:rPr>
              <a:t>ь</a:t>
            </a:r>
            <a:r>
              <a:rPr sz="2000" spc="-25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40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2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5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ру</a:t>
            </a:r>
            <a:r>
              <a:rPr sz="2000" spc="40" dirty="0">
                <a:latin typeface="Arial"/>
                <a:cs typeface="Arial"/>
              </a:rPr>
              <a:t>г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5" dirty="0">
                <a:latin typeface="Arial"/>
                <a:cs typeface="Arial"/>
              </a:rPr>
              <a:t>н</a:t>
            </a:r>
            <a:r>
              <a:rPr sz="2000" spc="10" dirty="0">
                <a:latin typeface="Arial"/>
                <a:cs typeface="Arial"/>
              </a:rPr>
              <a:t>к</a:t>
            </a:r>
            <a:r>
              <a:rPr sz="2000" spc="-35" dirty="0">
                <a:latin typeface="Arial"/>
                <a:cs typeface="Arial"/>
              </a:rPr>
              <a:t>ц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9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2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ерь</a:t>
            </a:r>
          </a:p>
          <a:p>
            <a:pPr marL="355600" marR="521970" indent="-342900">
              <a:lnSpc>
                <a:spcPct val="129200"/>
              </a:lnSpc>
              <a:spcBef>
                <a:spcPts val="5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000" spc="-1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 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р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2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b="1" spc="30" dirty="0">
                <a:latin typeface="Arial"/>
                <a:cs typeface="Arial"/>
              </a:rPr>
              <a:t>f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000" i="1" spc="-1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000" i="1" spc="-45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000" i="1" spc="25" dirty="0">
                <a:solidFill>
                  <a:srgbClr val="FF0000"/>
                </a:solidFill>
                <a:latin typeface="Arial"/>
                <a:cs typeface="Arial"/>
              </a:rPr>
              <a:t>ы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х</a:t>
            </a:r>
            <a:r>
              <a:rPr sz="2000" i="1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ут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000" spc="-120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000" spc="-10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000" spc="-120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м</a:t>
            </a:r>
            <a:r>
              <a:rPr sz="2000" spc="8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000" spc="-65" dirty="0">
                <a:solidFill>
                  <a:srgbClr val="FF0000"/>
                </a:solidFill>
                <a:latin typeface="Arial"/>
                <a:cs typeface="Arial"/>
              </a:rPr>
              <a:t>л</a:t>
            </a:r>
            <a:r>
              <a:rPr sz="2000" spc="55" dirty="0">
                <a:solidFill>
                  <a:srgbClr val="FF0000"/>
                </a:solidFill>
                <a:latin typeface="Arial"/>
                <a:cs typeface="Arial"/>
              </a:rPr>
              <a:t>ь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ы</a:t>
            </a:r>
          </a:p>
          <a:p>
            <a:pPr marL="355600" marR="180975" indent="-342900">
              <a:lnSpc>
                <a:spcPct val="129200"/>
              </a:lnSpc>
              <a:spcBef>
                <a:spcPts val="500"/>
              </a:spcBef>
              <a:buFont typeface="Wingdings" panose="05000000000000000000" pitchFamily="2" charset="2"/>
              <a:buChar char="q"/>
              <a:tabLst>
                <a:tab pos="355600" algn="l"/>
                <a:tab pos="3366135" algn="l"/>
              </a:tabLst>
            </a:pP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«</a:t>
            </a:r>
            <a:r>
              <a:rPr sz="2000" b="1" spc="30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000" b="1" spc="-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spc="-65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сс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ф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ц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»	=</a:t>
            </a:r>
            <a:r>
              <a:rPr sz="2000" b="1" spc="-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ара</a:t>
            </a:r>
            <a:r>
              <a:rPr sz="2000" b="1" spc="-7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ч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е </a:t>
            </a:r>
            <a:r>
              <a:rPr sz="2000" b="1" spc="-2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-7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й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b="1" spc="35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2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F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+ 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spc="-65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000" b="1" spc="-30" dirty="0">
                <a:solidFill>
                  <a:srgbClr val="0000CC"/>
                </a:solidFill>
                <a:latin typeface="Arial"/>
                <a:cs typeface="Arial"/>
              </a:rPr>
              <a:t>г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ор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000" b="1" spc="27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ц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1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ара</a:t>
            </a:r>
            <a:r>
              <a:rPr sz="2000" b="1" spc="-7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ро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в </a:t>
            </a:r>
            <a:r>
              <a:rPr sz="2000" b="1" spc="-27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у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ч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ю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щ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й</a:t>
            </a:r>
            <a:r>
              <a:rPr sz="2000" b="1" spc="1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35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000" b="1" spc="-40" dirty="0">
                <a:solidFill>
                  <a:srgbClr val="0000CC"/>
                </a:solidFill>
                <a:latin typeface="Arial"/>
                <a:cs typeface="Arial"/>
              </a:rPr>
              <a:t>ы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ор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54178" y="160355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5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щ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й</a:t>
            </a:r>
            <a:r>
              <a:rPr b="1" spc="114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ск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6700" y="1308100"/>
            <a:ext cx="73748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ск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590" y="4006850"/>
            <a:ext cx="9753600" cy="1528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74700" indent="-342900">
              <a:lnSpc>
                <a:spcPts val="28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На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45" dirty="0">
                <a:latin typeface="Arial"/>
                <a:cs typeface="Arial"/>
              </a:rPr>
              <a:t>й</a:t>
            </a:r>
            <a:r>
              <a:rPr sz="2400" dirty="0">
                <a:latin typeface="Arial"/>
                <a:cs typeface="Arial"/>
              </a:rPr>
              <a:t>ти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и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ск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н</a:t>
            </a:r>
          </a:p>
          <a:p>
            <a:pPr marL="355600" marR="6350" indent="-342900" algn="just">
              <a:lnSpc>
                <a:spcPct val="100699"/>
              </a:lnSpc>
              <a:spcBef>
                <a:spcPts val="5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ск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ьк</a:t>
            </a:r>
            <a:r>
              <a:rPr sz="2400" dirty="0">
                <a:latin typeface="Arial"/>
                <a:cs typeface="Arial"/>
              </a:rPr>
              <a:t>у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ъ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 (</a:t>
            </a:r>
            <a:r>
              <a:rPr sz="2400" spc="-100" dirty="0">
                <a:latin typeface="Arial"/>
                <a:cs typeface="Arial"/>
              </a:rPr>
              <a:t>x</a:t>
            </a:r>
            <a:r>
              <a:rPr sz="2400" spc="30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y)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1949450"/>
            <a:ext cx="7362361" cy="15002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300" y="365913"/>
            <a:ext cx="1021079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Эм</a:t>
            </a:r>
            <a:r>
              <a:rPr sz="3200" b="1" spc="-35" dirty="0">
                <a:solidFill>
                  <a:schemeClr val="bg1"/>
                </a:solidFill>
                <a:latin typeface="Arial"/>
                <a:cs typeface="Arial"/>
              </a:rPr>
              <a:t>п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р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ч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ск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й</a:t>
            </a:r>
            <a:r>
              <a:rPr sz="3200" b="1" spc="1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р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6700" y="1612900"/>
            <a:ext cx="10718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1498600"/>
            <a:ext cx="483044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dirty="0">
                <a:latin typeface="Symbol"/>
                <a:cs typeface="Symbol"/>
              </a:rPr>
              <a:t>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4950" spc="-585" baseline="-3367" dirty="0">
                <a:latin typeface="Symbol"/>
                <a:cs typeface="Symbol"/>
              </a:rPr>
              <a:t></a:t>
            </a:r>
            <a:r>
              <a:rPr sz="2500" b="1" spc="-60" dirty="0">
                <a:latin typeface="Times New Roman"/>
                <a:cs typeface="Times New Roman"/>
              </a:rPr>
              <a:t>x</a:t>
            </a:r>
            <a:r>
              <a:rPr sz="2175" b="1" baseline="-26819" dirty="0">
                <a:latin typeface="Times New Roman"/>
                <a:cs typeface="Times New Roman"/>
              </a:rPr>
              <a:t>1</a:t>
            </a:r>
            <a:r>
              <a:rPr sz="2175" b="1" spc="-135" baseline="-26819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,</a:t>
            </a:r>
            <a:r>
              <a:rPr sz="2500" b="1" spc="-355" dirty="0">
                <a:latin typeface="Times New Roman"/>
                <a:cs typeface="Times New Roman"/>
              </a:rPr>
              <a:t> </a:t>
            </a:r>
            <a:r>
              <a:rPr sz="2500" b="1" spc="-30" dirty="0">
                <a:latin typeface="Times New Roman"/>
                <a:cs typeface="Times New Roman"/>
              </a:rPr>
              <a:t>.</a:t>
            </a:r>
            <a:r>
              <a:rPr sz="2500" b="1" spc="70" dirty="0">
                <a:latin typeface="Times New Roman"/>
                <a:cs typeface="Times New Roman"/>
              </a:rPr>
              <a:t>.</a:t>
            </a:r>
            <a:r>
              <a:rPr sz="2500" b="1" spc="-30" dirty="0">
                <a:latin typeface="Times New Roman"/>
                <a:cs typeface="Times New Roman"/>
              </a:rPr>
              <a:t>.</a:t>
            </a:r>
            <a:r>
              <a:rPr sz="2500" b="1" dirty="0">
                <a:latin typeface="Times New Roman"/>
                <a:cs typeface="Times New Roman"/>
              </a:rPr>
              <a:t>,</a:t>
            </a:r>
            <a:r>
              <a:rPr sz="2500" b="1" spc="-355" dirty="0">
                <a:latin typeface="Times New Roman"/>
                <a:cs typeface="Times New Roman"/>
              </a:rPr>
              <a:t> </a:t>
            </a:r>
            <a:r>
              <a:rPr sz="2500" b="1" spc="45" dirty="0">
                <a:latin typeface="Times New Roman"/>
                <a:cs typeface="Times New Roman"/>
              </a:rPr>
              <a:t>x</a:t>
            </a:r>
            <a:r>
              <a:rPr sz="2175" b="1" baseline="-26819" dirty="0">
                <a:latin typeface="Times New Roman"/>
                <a:cs typeface="Times New Roman"/>
              </a:rPr>
              <a:t>m</a:t>
            </a:r>
            <a:r>
              <a:rPr sz="2175" b="1" spc="-262" baseline="-26819" dirty="0">
                <a:latin typeface="Times New Roman"/>
                <a:cs typeface="Times New Roman"/>
              </a:rPr>
              <a:t> </a:t>
            </a:r>
            <a:r>
              <a:rPr sz="4950" spc="-600" baseline="-3367" dirty="0">
                <a:latin typeface="Symbol"/>
                <a:cs typeface="Symbol"/>
              </a:rPr>
              <a:t></a:t>
            </a:r>
            <a:r>
              <a:rPr sz="4950" spc="-622" baseline="-336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а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6700" y="2489200"/>
            <a:ext cx="59778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Э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ск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я):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6700" y="3810000"/>
            <a:ext cx="64477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э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299" y="5464657"/>
            <a:ext cx="9829799" cy="731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-1905" algn="ctr">
              <a:lnSpc>
                <a:spcPct val="99000"/>
              </a:lnSpc>
            </a:pP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C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ы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сл: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ае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spc="7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ы</a:t>
            </a:r>
            <a:r>
              <a:rPr sz="2400" spc="-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0000CC"/>
                </a:solidFill>
                <a:latin typeface="Arial"/>
                <a:cs typeface="Arial"/>
              </a:rPr>
              <a:t>t</a:t>
            </a:r>
            <a:r>
              <a:rPr sz="2400" b="1" i="1" spc="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ш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ю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щ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г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о п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ла</a:t>
            </a:r>
            <a:r>
              <a:rPr sz="2400" spc="-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0000CC"/>
                </a:solidFill>
                <a:latin typeface="Arial"/>
                <a:cs typeface="Arial"/>
              </a:rPr>
              <a:t>f</a:t>
            </a:r>
            <a:r>
              <a:rPr sz="2400" b="1" i="1" spc="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spc="-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,</a:t>
            </a:r>
            <a:r>
              <a:rPr sz="2400" spc="-4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ч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ы</a:t>
            </a:r>
            <a:r>
              <a:rPr sz="2400" spc="-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э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ч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й</a:t>
            </a:r>
            <a:r>
              <a:rPr sz="2400" spc="-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ск </a:t>
            </a:r>
            <a:r>
              <a:rPr sz="2400" b="1" i="1" spc="-35" dirty="0">
                <a:solidFill>
                  <a:srgbClr val="0000CC"/>
                </a:solidFill>
                <a:latin typeface="Arial"/>
                <a:cs typeface="Arial"/>
              </a:rPr>
              <a:t>R</a:t>
            </a:r>
            <a:r>
              <a:rPr sz="2400" b="1" i="1" spc="7" baseline="-17361" dirty="0">
                <a:solidFill>
                  <a:srgbClr val="0000CC"/>
                </a:solidFill>
                <a:latin typeface="Arial"/>
                <a:cs typeface="Arial"/>
              </a:rPr>
              <a:t>e</a:t>
            </a:r>
            <a:r>
              <a:rPr sz="2400" b="1" i="1" spc="-37" baseline="-17361" dirty="0">
                <a:solidFill>
                  <a:srgbClr val="0000CC"/>
                </a:solidFill>
                <a:latin typeface="Arial"/>
                <a:cs typeface="Arial"/>
              </a:rPr>
              <a:t>m</a:t>
            </a:r>
            <a:r>
              <a:rPr sz="2400" b="1" i="1" baseline="-17361" dirty="0">
                <a:solidFill>
                  <a:srgbClr val="0000CC"/>
                </a:solidFill>
                <a:latin typeface="Arial"/>
                <a:cs typeface="Arial"/>
              </a:rPr>
              <a:t>p </a:t>
            </a:r>
            <a:r>
              <a:rPr sz="2400" b="1" i="1" spc="-254" baseline="-17361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ы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400" spc="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57500" y="1460500"/>
            <a:ext cx="412750" cy="532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50" i="1" baseline="-24444" dirty="0">
                <a:latin typeface="Times New Roman"/>
                <a:cs typeface="Times New Roman"/>
              </a:rPr>
              <a:t>X</a:t>
            </a:r>
            <a:r>
              <a:rPr sz="3750" i="1" spc="-240" baseline="-24444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99837" y="3347237"/>
            <a:ext cx="282575" cy="0"/>
          </a:xfrm>
          <a:custGeom>
            <a:avLst/>
            <a:gdLst/>
            <a:ahLst/>
            <a:cxnLst/>
            <a:rect l="l" t="t" r="r" b="b"/>
            <a:pathLst>
              <a:path w="282575">
                <a:moveTo>
                  <a:pt x="0" y="0"/>
                </a:moveTo>
                <a:lnTo>
                  <a:pt x="282575" y="0"/>
                </a:lnTo>
              </a:path>
            </a:pathLst>
          </a:custGeom>
          <a:ln w="16743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33700" y="2901950"/>
            <a:ext cx="2303780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08965" algn="l"/>
                <a:tab pos="2120265" algn="l"/>
              </a:tabLst>
            </a:pPr>
            <a:r>
              <a:rPr sz="2650" i="1" dirty="0">
                <a:latin typeface="Times New Roman"/>
                <a:cs typeface="Times New Roman"/>
              </a:rPr>
              <a:t>R	</a:t>
            </a:r>
            <a:r>
              <a:rPr sz="6225" spc="-772" baseline="-5354" dirty="0">
                <a:latin typeface="Symbol"/>
                <a:cs typeface="Symbol"/>
              </a:rPr>
              <a:t></a:t>
            </a:r>
            <a:r>
              <a:rPr sz="6225" spc="-480" baseline="-5354" dirty="0">
                <a:latin typeface="Times New Roman"/>
                <a:cs typeface="Times New Roman"/>
              </a:rPr>
              <a:t> </a:t>
            </a:r>
            <a:r>
              <a:rPr sz="2650" i="1" dirty="0">
                <a:latin typeface="Times New Roman"/>
                <a:cs typeface="Times New Roman"/>
              </a:rPr>
              <a:t>f</a:t>
            </a:r>
            <a:r>
              <a:rPr sz="2650" i="1" spc="-10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,</a:t>
            </a:r>
            <a:r>
              <a:rPr sz="2650" spc="-140" dirty="0">
                <a:latin typeface="Times New Roman"/>
                <a:cs typeface="Times New Roman"/>
              </a:rPr>
              <a:t> </a:t>
            </a:r>
            <a:r>
              <a:rPr sz="2650" i="1" dirty="0">
                <a:latin typeface="Times New Roman"/>
                <a:cs typeface="Times New Roman"/>
              </a:rPr>
              <a:t>X</a:t>
            </a:r>
            <a:r>
              <a:rPr sz="2650" i="1" spc="-95" dirty="0">
                <a:latin typeface="Times New Roman"/>
                <a:cs typeface="Times New Roman"/>
              </a:rPr>
              <a:t> </a:t>
            </a:r>
            <a:r>
              <a:rPr sz="2250" i="1" spc="44" baseline="44444" dirty="0">
                <a:latin typeface="Times New Roman"/>
                <a:cs typeface="Times New Roman"/>
              </a:rPr>
              <a:t>m</a:t>
            </a:r>
            <a:r>
              <a:rPr sz="2250" i="1" spc="157" baseline="44444" dirty="0">
                <a:latin typeface="Times New Roman"/>
                <a:cs typeface="Times New Roman"/>
              </a:rPr>
              <a:t> </a:t>
            </a:r>
            <a:r>
              <a:rPr sz="6225" spc="-772" baseline="-5354" dirty="0">
                <a:latin typeface="Symbol"/>
                <a:cs typeface="Symbol"/>
              </a:rPr>
              <a:t></a:t>
            </a:r>
            <a:r>
              <a:rPr sz="6225" spc="-780" baseline="-5354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Symbol"/>
                <a:cs typeface="Symbol"/>
              </a:rPr>
              <a:t>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3975" baseline="35639" dirty="0">
                <a:latin typeface="Times New Roman"/>
                <a:cs typeface="Times New Roman"/>
              </a:rPr>
              <a:t>1</a:t>
            </a:r>
            <a:endParaRPr sz="3975" baseline="3563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4800" y="3556000"/>
            <a:ext cx="28892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i="1" spc="75" dirty="0">
                <a:latin typeface="Times New Roman"/>
                <a:cs typeface="Times New Roman"/>
              </a:rPr>
              <a:t>i</a:t>
            </a:r>
            <a:r>
              <a:rPr sz="1500" spc="-30" dirty="0">
                <a:latin typeface="Symbol"/>
                <a:cs typeface="Symbol"/>
              </a:rPr>
              <a:t></a:t>
            </a:r>
            <a:r>
              <a:rPr sz="1500" spc="2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39677" y="3092450"/>
            <a:ext cx="1599565" cy="47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14" dirty="0">
                <a:latin typeface="Times New Roman"/>
                <a:cs typeface="Times New Roman"/>
              </a:rPr>
              <a:t>L</a:t>
            </a:r>
            <a:r>
              <a:rPr sz="2650" dirty="0">
                <a:latin typeface="Times New Roman"/>
                <a:cs typeface="Times New Roman"/>
              </a:rPr>
              <a:t>(</a:t>
            </a:r>
            <a:r>
              <a:rPr sz="2650" spc="-65" dirty="0">
                <a:latin typeface="Times New Roman"/>
                <a:cs typeface="Times New Roman"/>
              </a:rPr>
              <a:t> </a:t>
            </a:r>
            <a:r>
              <a:rPr sz="2650" i="1" dirty="0">
                <a:latin typeface="Times New Roman"/>
                <a:cs typeface="Times New Roman"/>
              </a:rPr>
              <a:t>f</a:t>
            </a:r>
            <a:r>
              <a:rPr sz="2650" i="1" spc="-105" dirty="0">
                <a:latin typeface="Times New Roman"/>
                <a:cs typeface="Times New Roman"/>
              </a:rPr>
              <a:t> </a:t>
            </a:r>
            <a:r>
              <a:rPr sz="2650" spc="200" dirty="0">
                <a:latin typeface="Times New Roman"/>
                <a:cs typeface="Times New Roman"/>
              </a:rPr>
              <a:t>(</a:t>
            </a:r>
            <a:r>
              <a:rPr sz="2650" i="1" spc="-85" dirty="0">
                <a:latin typeface="Times New Roman"/>
                <a:cs typeface="Times New Roman"/>
              </a:rPr>
              <a:t>x</a:t>
            </a:r>
            <a:r>
              <a:rPr sz="2250" i="1" spc="15" baseline="-25925" dirty="0">
                <a:latin typeface="Times New Roman"/>
                <a:cs typeface="Times New Roman"/>
              </a:rPr>
              <a:t>i</a:t>
            </a:r>
            <a:r>
              <a:rPr sz="2250" i="1" spc="-15" baseline="-25925" dirty="0">
                <a:latin typeface="Times New Roman"/>
                <a:cs typeface="Times New Roman"/>
              </a:rPr>
              <a:t> </a:t>
            </a:r>
            <a:r>
              <a:rPr sz="2650" spc="5" dirty="0">
                <a:latin typeface="Times New Roman"/>
                <a:cs typeface="Times New Roman"/>
              </a:rPr>
              <a:t>)</a:t>
            </a:r>
            <a:r>
              <a:rPr sz="2650" dirty="0">
                <a:latin typeface="Times New Roman"/>
                <a:cs typeface="Times New Roman"/>
              </a:rPr>
              <a:t>,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i="1" spc="-85" dirty="0">
                <a:latin typeface="Times New Roman"/>
                <a:cs typeface="Times New Roman"/>
              </a:rPr>
              <a:t>y</a:t>
            </a:r>
            <a:r>
              <a:rPr sz="2250" i="1" spc="15" baseline="-25925" dirty="0">
                <a:latin typeface="Times New Roman"/>
                <a:cs typeface="Times New Roman"/>
              </a:rPr>
              <a:t>i</a:t>
            </a:r>
            <a:r>
              <a:rPr sz="2250" i="1" spc="-15" baseline="-259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1300" y="2895600"/>
            <a:ext cx="389255" cy="713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" algn="ctr">
              <a:lnSpc>
                <a:spcPts val="1325"/>
              </a:lnSpc>
            </a:pPr>
            <a:r>
              <a:rPr sz="1500" i="1" spc="30" dirty="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ts val="4265"/>
              </a:lnSpc>
            </a:pPr>
            <a:r>
              <a:rPr sz="3950" spc="25" dirty="0">
                <a:latin typeface="Symbol"/>
                <a:cs typeface="Symbol"/>
              </a:rPr>
              <a:t></a:t>
            </a:r>
            <a:endParaRPr sz="39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4200" y="3327400"/>
            <a:ext cx="35242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i="1" spc="25" dirty="0">
                <a:latin typeface="Times New Roman"/>
                <a:cs typeface="Times New Roman"/>
              </a:rPr>
              <a:t>e</a:t>
            </a:r>
            <a:r>
              <a:rPr sz="1500" i="1" spc="10" dirty="0">
                <a:latin typeface="Times New Roman"/>
                <a:cs typeface="Times New Roman"/>
              </a:rPr>
              <a:t>m</a:t>
            </a:r>
            <a:r>
              <a:rPr sz="1500" i="1" spc="20" dirty="0">
                <a:latin typeface="Times New Roman"/>
                <a:cs typeface="Times New Roman"/>
              </a:rPr>
              <a:t>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3800" y="3359150"/>
            <a:ext cx="271145" cy="415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dirty="0">
                <a:latin typeface="Times New Roman"/>
                <a:cs typeface="Times New Roman"/>
              </a:rPr>
              <a:t>m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22900" y="4260850"/>
            <a:ext cx="114046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225" spc="-772" baseline="-4016" dirty="0">
                <a:latin typeface="Symbol"/>
                <a:cs typeface="Symbol"/>
              </a:rPr>
              <a:t></a:t>
            </a:r>
            <a:r>
              <a:rPr sz="6225" spc="-480" baseline="-4016" dirty="0">
                <a:latin typeface="Times New Roman"/>
                <a:cs typeface="Times New Roman"/>
              </a:rPr>
              <a:t> </a:t>
            </a:r>
            <a:r>
              <a:rPr sz="2650" i="1" dirty="0">
                <a:latin typeface="Times New Roman"/>
                <a:cs typeface="Times New Roman"/>
              </a:rPr>
              <a:t>f</a:t>
            </a:r>
            <a:r>
              <a:rPr sz="2650" i="1" spc="-1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,</a:t>
            </a:r>
            <a:r>
              <a:rPr sz="2650" spc="-135" dirty="0">
                <a:latin typeface="Times New Roman"/>
                <a:cs typeface="Times New Roman"/>
              </a:rPr>
              <a:t> </a:t>
            </a:r>
            <a:r>
              <a:rPr sz="2650" i="1" dirty="0">
                <a:latin typeface="Times New Roman"/>
                <a:cs typeface="Times New Roman"/>
              </a:rPr>
              <a:t>X</a:t>
            </a:r>
            <a:r>
              <a:rPr sz="2650" i="1" spc="-90" dirty="0">
                <a:latin typeface="Times New Roman"/>
                <a:cs typeface="Times New Roman"/>
              </a:rPr>
              <a:t> </a:t>
            </a:r>
            <a:r>
              <a:rPr sz="2250" i="1" spc="30" baseline="44444" dirty="0">
                <a:latin typeface="Times New Roman"/>
                <a:cs typeface="Times New Roman"/>
              </a:rPr>
              <a:t>m</a:t>
            </a:r>
            <a:r>
              <a:rPr sz="2250" i="1" spc="165" baseline="44444" dirty="0">
                <a:latin typeface="Times New Roman"/>
                <a:cs typeface="Times New Roman"/>
              </a:rPr>
              <a:t> </a:t>
            </a:r>
            <a:r>
              <a:rPr sz="6225" spc="-772" baseline="-4016" dirty="0">
                <a:latin typeface="Symbol"/>
                <a:cs typeface="Symbol"/>
              </a:rPr>
              <a:t></a:t>
            </a:r>
            <a:endParaRPr sz="6225" baseline="-4016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38500" y="4451350"/>
            <a:ext cx="1819910" cy="415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6065" algn="l"/>
              </a:tabLst>
            </a:pPr>
            <a:r>
              <a:rPr sz="2650" i="1" dirty="0">
                <a:latin typeface="Times New Roman"/>
                <a:cs typeface="Times New Roman"/>
              </a:rPr>
              <a:t>f	</a:t>
            </a:r>
            <a:r>
              <a:rPr sz="2650" dirty="0">
                <a:latin typeface="Symbol"/>
                <a:cs typeface="Symbol"/>
              </a:rPr>
              <a:t></a:t>
            </a:r>
            <a:r>
              <a:rPr sz="2650" spc="-13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a</a:t>
            </a:r>
            <a:r>
              <a:rPr sz="2650" spc="5" dirty="0">
                <a:latin typeface="Times New Roman"/>
                <a:cs typeface="Times New Roman"/>
              </a:rPr>
              <a:t>r</a:t>
            </a:r>
            <a:r>
              <a:rPr sz="2650" dirty="0">
                <a:latin typeface="Times New Roman"/>
                <a:cs typeface="Times New Roman"/>
              </a:rPr>
              <a:t>g</a:t>
            </a:r>
            <a:r>
              <a:rPr sz="2650" spc="-300" dirty="0">
                <a:latin typeface="Times New Roman"/>
                <a:cs typeface="Times New Roman"/>
              </a:rPr>
              <a:t> </a:t>
            </a:r>
            <a:r>
              <a:rPr sz="2650" spc="20" dirty="0">
                <a:latin typeface="Times New Roman"/>
                <a:cs typeface="Times New Roman"/>
              </a:rPr>
              <a:t>m</a:t>
            </a:r>
            <a:r>
              <a:rPr sz="2650" spc="-40" dirty="0">
                <a:latin typeface="Times New Roman"/>
                <a:cs typeface="Times New Roman"/>
              </a:rPr>
              <a:t>i</a:t>
            </a:r>
            <a:r>
              <a:rPr sz="2650" dirty="0">
                <a:latin typeface="Times New Roman"/>
                <a:cs typeface="Times New Roman"/>
              </a:rPr>
              <a:t>n</a:t>
            </a:r>
            <a:r>
              <a:rPr sz="2650" spc="-100" dirty="0">
                <a:latin typeface="Times New Roman"/>
                <a:cs typeface="Times New Roman"/>
              </a:rPr>
              <a:t> </a:t>
            </a:r>
            <a:r>
              <a:rPr sz="2650" i="1" dirty="0">
                <a:latin typeface="Times New Roman"/>
                <a:cs typeface="Times New Roman"/>
              </a:rPr>
              <a:t>R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16500" y="4686300"/>
            <a:ext cx="35242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i="1" spc="20" dirty="0">
                <a:latin typeface="Times New Roman"/>
                <a:cs typeface="Times New Roman"/>
              </a:rPr>
              <a:t>e</a:t>
            </a:r>
            <a:r>
              <a:rPr sz="1500" i="1" spc="5" dirty="0">
                <a:latin typeface="Times New Roman"/>
                <a:cs typeface="Times New Roman"/>
              </a:rPr>
              <a:t>m</a:t>
            </a:r>
            <a:r>
              <a:rPr sz="1500" i="1" spc="15" dirty="0">
                <a:latin typeface="Times New Roman"/>
                <a:cs typeface="Times New Roman"/>
              </a:rPr>
              <a:t>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30700" y="4787900"/>
            <a:ext cx="3740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i="1" spc="5" dirty="0">
                <a:latin typeface="Times New Roman"/>
                <a:cs typeface="Times New Roman"/>
              </a:rPr>
              <a:t>f</a:t>
            </a:r>
            <a:r>
              <a:rPr sz="1500" i="1" spc="-10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Symbol"/>
                <a:cs typeface="Symbol"/>
              </a:rPr>
              <a:t></a:t>
            </a:r>
            <a:r>
              <a:rPr sz="1500" i="1" spc="15" dirty="0">
                <a:latin typeface="Times New Roman"/>
                <a:cs typeface="Times New Roman"/>
              </a:rPr>
              <a:t>F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92124" y="282590"/>
            <a:ext cx="10112375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й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7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сс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300" y="1546717"/>
            <a:ext cx="5353050" cy="2950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434340" indent="-342900">
              <a:lnSpc>
                <a:spcPct val="799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й 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45" dirty="0">
                <a:latin typeface="Arial"/>
                <a:cs typeface="Arial"/>
              </a:rPr>
              <a:t>й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х 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dirty="0">
                <a:latin typeface="Arial"/>
                <a:cs typeface="Arial"/>
              </a:rPr>
              <a:t>х</a:t>
            </a:r>
          </a:p>
          <a:p>
            <a:pPr>
              <a:lnSpc>
                <a:spcPts val="2800"/>
              </a:lnSpc>
              <a:spcBef>
                <a:spcPts val="19"/>
              </a:spcBef>
              <a:buFont typeface="Arial"/>
              <a:buChar char="•"/>
            </a:pPr>
            <a:endParaRPr sz="2800" dirty="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65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ьк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</a:p>
          <a:p>
            <a:pPr>
              <a:lnSpc>
                <a:spcPts val="3400"/>
              </a:lnSpc>
              <a:spcBef>
                <a:spcPts val="98"/>
              </a:spcBef>
              <a:buFont typeface="Arial"/>
              <a:buChar char="•"/>
            </a:pPr>
            <a:endParaRPr sz="3400" dirty="0"/>
          </a:p>
          <a:p>
            <a:pPr marL="355600" marR="6350" indent="-342900" algn="just">
              <a:lnSpc>
                <a:spcPct val="799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65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dirty="0">
                <a:latin typeface="Arial"/>
                <a:cs typeface="Arial"/>
              </a:rPr>
              <a:t>то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 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 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пл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ю</a:t>
            </a:r>
          </a:p>
        </p:txBody>
      </p:sp>
      <p:grpSp>
        <p:nvGrpSpPr>
          <p:cNvPr id="34" name="Группа 33"/>
          <p:cNvGrpSpPr/>
          <p:nvPr/>
        </p:nvGrpSpPr>
        <p:grpSpPr>
          <a:xfrm>
            <a:off x="6946900" y="1644650"/>
            <a:ext cx="3018155" cy="4378960"/>
            <a:chOff x="5797550" y="1739900"/>
            <a:chExt cx="3018155" cy="4378960"/>
          </a:xfrm>
        </p:grpSpPr>
        <p:sp>
          <p:nvSpPr>
            <p:cNvPr id="4" name="object 4"/>
            <p:cNvSpPr/>
            <p:nvPr/>
          </p:nvSpPr>
          <p:spPr>
            <a:xfrm>
              <a:off x="7321550" y="3016250"/>
              <a:ext cx="1397000" cy="1473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97550" y="3397250"/>
              <a:ext cx="1397000" cy="1625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64300" y="2641600"/>
              <a:ext cx="1422400" cy="2794000"/>
            </a:xfrm>
            <a:custGeom>
              <a:avLst/>
              <a:gdLst/>
              <a:ahLst/>
              <a:cxnLst/>
              <a:rect l="l" t="t" r="r" b="b"/>
              <a:pathLst>
                <a:path w="1422400" h="2794000">
                  <a:moveTo>
                    <a:pt x="12700" y="0"/>
                  </a:moveTo>
                  <a:lnTo>
                    <a:pt x="0" y="12700"/>
                  </a:lnTo>
                  <a:lnTo>
                    <a:pt x="1409700" y="2794000"/>
                  </a:lnTo>
                  <a:lnTo>
                    <a:pt x="1422400" y="27940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6150" y="4083050"/>
              <a:ext cx="863600" cy="9398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32500" y="42422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32500" y="42418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80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80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80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80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80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80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80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80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7300" y="36326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37300" y="36322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79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79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79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79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79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79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79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79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03900" y="34040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3900" y="34036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79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79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79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79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79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79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79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79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27900" y="30992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27900" y="30988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79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79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79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79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79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79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79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79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89900" y="42422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89900" y="42418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80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80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80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80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80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80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80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80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69300" y="34421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69300" y="34417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88900" y="0"/>
                  </a:lnTo>
                  <a:lnTo>
                    <a:pt x="63500" y="12700"/>
                  </a:lnTo>
                  <a:lnTo>
                    <a:pt x="25400" y="38100"/>
                  </a:lnTo>
                  <a:lnTo>
                    <a:pt x="0" y="76200"/>
                  </a:lnTo>
                  <a:lnTo>
                    <a:pt x="0" y="165100"/>
                  </a:lnTo>
                  <a:lnTo>
                    <a:pt x="25400" y="203200"/>
                  </a:lnTo>
                  <a:lnTo>
                    <a:pt x="63500" y="228600"/>
                  </a:lnTo>
                  <a:lnTo>
                    <a:pt x="1143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38100" y="203200"/>
                  </a:lnTo>
                  <a:lnTo>
                    <a:pt x="12700" y="165100"/>
                  </a:lnTo>
                  <a:lnTo>
                    <a:pt x="12700" y="76200"/>
                  </a:lnTo>
                  <a:lnTo>
                    <a:pt x="381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889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90500" y="190500"/>
                  </a:moveTo>
                  <a:lnTo>
                    <a:pt x="152400" y="215900"/>
                  </a:lnTo>
                  <a:lnTo>
                    <a:pt x="1143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0500" y="190500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38100" y="203200"/>
                  </a:lnTo>
                  <a:lnTo>
                    <a:pt x="57150" y="203200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38100" y="38100"/>
                  </a:lnTo>
                  <a:lnTo>
                    <a:pt x="38100" y="5080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52400" y="25400"/>
                  </a:lnTo>
                  <a:lnTo>
                    <a:pt x="190500" y="5080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70900" y="30992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70900" y="30988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79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79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79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79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79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79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79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79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94700" y="37850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94700" y="37846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79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79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79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79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79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79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79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79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61300" y="36326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61300" y="36322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79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79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79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79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79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79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79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79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85100" y="33278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3536" y="0"/>
                  </a:moveTo>
                  <a:lnTo>
                    <a:pt x="62729" y="11625"/>
                  </a:lnTo>
                  <a:lnTo>
                    <a:pt x="29875" y="36463"/>
                  </a:lnTo>
                  <a:lnTo>
                    <a:pt x="7967" y="71522"/>
                  </a:lnTo>
                  <a:lnTo>
                    <a:pt x="0" y="113808"/>
                  </a:lnTo>
                  <a:lnTo>
                    <a:pt x="519" y="124871"/>
                  </a:lnTo>
                  <a:lnTo>
                    <a:pt x="12222" y="165570"/>
                  </a:lnTo>
                  <a:lnTo>
                    <a:pt x="37117" y="198328"/>
                  </a:lnTo>
                  <a:lnTo>
                    <a:pt x="72256" y="220167"/>
                  </a:lnTo>
                  <a:lnTo>
                    <a:pt x="114691" y="228108"/>
                  </a:lnTo>
                  <a:lnTo>
                    <a:pt x="129059" y="227177"/>
                  </a:lnTo>
                  <a:lnTo>
                    <a:pt x="168417" y="214518"/>
                  </a:lnTo>
                  <a:lnTo>
                    <a:pt x="199974" y="188929"/>
                  </a:lnTo>
                  <a:lnTo>
                    <a:pt x="220955" y="152739"/>
                  </a:lnTo>
                  <a:lnTo>
                    <a:pt x="228485" y="108610"/>
                  </a:lnTo>
                  <a:lnTo>
                    <a:pt x="227035" y="94769"/>
                  </a:lnTo>
                  <a:lnTo>
                    <a:pt x="213288" y="56986"/>
                  </a:lnTo>
                  <a:lnTo>
                    <a:pt x="186886" y="26851"/>
                  </a:lnTo>
                  <a:lnTo>
                    <a:pt x="149684" y="6983"/>
                  </a:lnTo>
                  <a:lnTo>
                    <a:pt x="10353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85100" y="33274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139700" y="0"/>
                  </a:moveTo>
                  <a:lnTo>
                    <a:pt x="101600" y="0"/>
                  </a:lnTo>
                  <a:lnTo>
                    <a:pt x="76200" y="12700"/>
                  </a:lnTo>
                  <a:lnTo>
                    <a:pt x="38100" y="38100"/>
                  </a:lnTo>
                  <a:lnTo>
                    <a:pt x="12700" y="76200"/>
                  </a:lnTo>
                  <a:lnTo>
                    <a:pt x="0" y="101600"/>
                  </a:lnTo>
                  <a:lnTo>
                    <a:pt x="0" y="139700"/>
                  </a:lnTo>
                  <a:lnTo>
                    <a:pt x="12700" y="165100"/>
                  </a:lnTo>
                  <a:lnTo>
                    <a:pt x="38100" y="203200"/>
                  </a:lnTo>
                  <a:lnTo>
                    <a:pt x="76200" y="228600"/>
                  </a:lnTo>
                  <a:lnTo>
                    <a:pt x="114300" y="241300"/>
                  </a:lnTo>
                  <a:lnTo>
                    <a:pt x="127000" y="241300"/>
                  </a:lnTo>
                  <a:lnTo>
                    <a:pt x="165100" y="228600"/>
                  </a:lnTo>
                  <a:lnTo>
                    <a:pt x="114300" y="228600"/>
                  </a:lnTo>
                  <a:lnTo>
                    <a:pt x="120650" y="227012"/>
                  </a:lnTo>
                  <a:lnTo>
                    <a:pt x="76200" y="215900"/>
                  </a:lnTo>
                  <a:lnTo>
                    <a:pt x="57150" y="203200"/>
                  </a:lnTo>
                  <a:lnTo>
                    <a:pt x="50800" y="203200"/>
                  </a:lnTo>
                  <a:lnTo>
                    <a:pt x="38100" y="190500"/>
                  </a:lnTo>
                  <a:lnTo>
                    <a:pt x="42333" y="190500"/>
                  </a:lnTo>
                  <a:lnTo>
                    <a:pt x="25400" y="165100"/>
                  </a:lnTo>
                  <a:lnTo>
                    <a:pt x="12700" y="139700"/>
                  </a:lnTo>
                  <a:lnTo>
                    <a:pt x="12700" y="101600"/>
                  </a:lnTo>
                  <a:lnTo>
                    <a:pt x="25400" y="76200"/>
                  </a:lnTo>
                  <a:lnTo>
                    <a:pt x="42333" y="50800"/>
                  </a:lnTo>
                  <a:lnTo>
                    <a:pt x="38100" y="50800"/>
                  </a:lnTo>
                  <a:lnTo>
                    <a:pt x="50800" y="38100"/>
                  </a:lnTo>
                  <a:lnTo>
                    <a:pt x="57150" y="38100"/>
                  </a:lnTo>
                  <a:lnTo>
                    <a:pt x="76200" y="25400"/>
                  </a:lnTo>
                  <a:lnTo>
                    <a:pt x="101600" y="12700"/>
                  </a:lnTo>
                  <a:lnTo>
                    <a:pt x="165100" y="12700"/>
                  </a:lnTo>
                  <a:lnTo>
                    <a:pt x="139700" y="0"/>
                  </a:lnTo>
                  <a:close/>
                </a:path>
                <a:path w="241300" h="241300">
                  <a:moveTo>
                    <a:pt x="120650" y="227012"/>
                  </a:moveTo>
                  <a:lnTo>
                    <a:pt x="114300" y="228600"/>
                  </a:lnTo>
                  <a:lnTo>
                    <a:pt x="127000" y="228600"/>
                  </a:lnTo>
                  <a:lnTo>
                    <a:pt x="120650" y="227012"/>
                  </a:lnTo>
                  <a:close/>
                </a:path>
                <a:path w="241300" h="241300">
                  <a:moveTo>
                    <a:pt x="195579" y="195579"/>
                  </a:moveTo>
                  <a:lnTo>
                    <a:pt x="165100" y="215900"/>
                  </a:lnTo>
                  <a:lnTo>
                    <a:pt x="120650" y="227012"/>
                  </a:lnTo>
                  <a:lnTo>
                    <a:pt x="127000" y="228600"/>
                  </a:lnTo>
                  <a:lnTo>
                    <a:pt x="165100" y="228600"/>
                  </a:lnTo>
                  <a:lnTo>
                    <a:pt x="203200" y="203200"/>
                  </a:lnTo>
                  <a:lnTo>
                    <a:pt x="190500" y="203200"/>
                  </a:lnTo>
                  <a:lnTo>
                    <a:pt x="195579" y="195579"/>
                  </a:lnTo>
                  <a:close/>
                </a:path>
                <a:path w="241300" h="241300">
                  <a:moveTo>
                    <a:pt x="38100" y="190500"/>
                  </a:moveTo>
                  <a:lnTo>
                    <a:pt x="50800" y="203200"/>
                  </a:lnTo>
                  <a:lnTo>
                    <a:pt x="45720" y="195579"/>
                  </a:lnTo>
                  <a:lnTo>
                    <a:pt x="38100" y="190500"/>
                  </a:lnTo>
                  <a:close/>
                </a:path>
                <a:path w="241300" h="241300">
                  <a:moveTo>
                    <a:pt x="45720" y="195579"/>
                  </a:moveTo>
                  <a:lnTo>
                    <a:pt x="50800" y="203200"/>
                  </a:lnTo>
                  <a:lnTo>
                    <a:pt x="57150" y="203200"/>
                  </a:lnTo>
                  <a:lnTo>
                    <a:pt x="45720" y="195579"/>
                  </a:lnTo>
                  <a:close/>
                </a:path>
                <a:path w="241300" h="241300">
                  <a:moveTo>
                    <a:pt x="203200" y="190500"/>
                  </a:moveTo>
                  <a:lnTo>
                    <a:pt x="195579" y="195579"/>
                  </a:lnTo>
                  <a:lnTo>
                    <a:pt x="190500" y="203200"/>
                  </a:lnTo>
                  <a:lnTo>
                    <a:pt x="203200" y="190500"/>
                  </a:lnTo>
                  <a:close/>
                </a:path>
                <a:path w="241300" h="241300">
                  <a:moveTo>
                    <a:pt x="211666" y="190500"/>
                  </a:moveTo>
                  <a:lnTo>
                    <a:pt x="203200" y="190500"/>
                  </a:lnTo>
                  <a:lnTo>
                    <a:pt x="190500" y="203200"/>
                  </a:lnTo>
                  <a:lnTo>
                    <a:pt x="203200" y="203200"/>
                  </a:lnTo>
                  <a:lnTo>
                    <a:pt x="211666" y="190500"/>
                  </a:lnTo>
                  <a:close/>
                </a:path>
                <a:path w="241300" h="241300">
                  <a:moveTo>
                    <a:pt x="42333" y="190500"/>
                  </a:moveTo>
                  <a:lnTo>
                    <a:pt x="38100" y="190500"/>
                  </a:lnTo>
                  <a:lnTo>
                    <a:pt x="45720" y="195579"/>
                  </a:lnTo>
                  <a:lnTo>
                    <a:pt x="42333" y="190500"/>
                  </a:lnTo>
                  <a:close/>
                </a:path>
                <a:path w="241300" h="241300">
                  <a:moveTo>
                    <a:pt x="227012" y="120650"/>
                  </a:moveTo>
                  <a:lnTo>
                    <a:pt x="215900" y="165100"/>
                  </a:lnTo>
                  <a:lnTo>
                    <a:pt x="195579" y="195579"/>
                  </a:lnTo>
                  <a:lnTo>
                    <a:pt x="203200" y="190500"/>
                  </a:lnTo>
                  <a:lnTo>
                    <a:pt x="211666" y="190500"/>
                  </a:lnTo>
                  <a:lnTo>
                    <a:pt x="228600" y="165100"/>
                  </a:lnTo>
                  <a:lnTo>
                    <a:pt x="241300" y="127000"/>
                  </a:lnTo>
                  <a:lnTo>
                    <a:pt x="228600" y="127000"/>
                  </a:lnTo>
                  <a:lnTo>
                    <a:pt x="227012" y="120650"/>
                  </a:lnTo>
                  <a:close/>
                </a:path>
                <a:path w="241300" h="241300">
                  <a:moveTo>
                    <a:pt x="228600" y="114300"/>
                  </a:moveTo>
                  <a:lnTo>
                    <a:pt x="227012" y="120650"/>
                  </a:lnTo>
                  <a:lnTo>
                    <a:pt x="228600" y="127000"/>
                  </a:lnTo>
                  <a:lnTo>
                    <a:pt x="228600" y="114300"/>
                  </a:lnTo>
                  <a:close/>
                </a:path>
                <a:path w="241300" h="241300">
                  <a:moveTo>
                    <a:pt x="241300" y="114300"/>
                  </a:moveTo>
                  <a:lnTo>
                    <a:pt x="228600" y="114300"/>
                  </a:lnTo>
                  <a:lnTo>
                    <a:pt x="228600" y="127000"/>
                  </a:lnTo>
                  <a:lnTo>
                    <a:pt x="241300" y="127000"/>
                  </a:lnTo>
                  <a:lnTo>
                    <a:pt x="241300" y="114300"/>
                  </a:lnTo>
                  <a:close/>
                </a:path>
                <a:path w="241300" h="241300">
                  <a:moveTo>
                    <a:pt x="195579" y="45720"/>
                  </a:moveTo>
                  <a:lnTo>
                    <a:pt x="215900" y="76200"/>
                  </a:lnTo>
                  <a:lnTo>
                    <a:pt x="227012" y="120650"/>
                  </a:lnTo>
                  <a:lnTo>
                    <a:pt x="228600" y="114300"/>
                  </a:lnTo>
                  <a:lnTo>
                    <a:pt x="241300" y="114300"/>
                  </a:lnTo>
                  <a:lnTo>
                    <a:pt x="228600" y="76200"/>
                  </a:lnTo>
                  <a:lnTo>
                    <a:pt x="211666" y="50800"/>
                  </a:lnTo>
                  <a:lnTo>
                    <a:pt x="203200" y="50800"/>
                  </a:lnTo>
                  <a:lnTo>
                    <a:pt x="195579" y="45720"/>
                  </a:lnTo>
                  <a:close/>
                </a:path>
                <a:path w="241300" h="241300">
                  <a:moveTo>
                    <a:pt x="50800" y="38100"/>
                  </a:moveTo>
                  <a:lnTo>
                    <a:pt x="38100" y="50800"/>
                  </a:lnTo>
                  <a:lnTo>
                    <a:pt x="45720" y="45720"/>
                  </a:lnTo>
                  <a:lnTo>
                    <a:pt x="50800" y="38100"/>
                  </a:lnTo>
                  <a:close/>
                </a:path>
                <a:path w="241300" h="241300">
                  <a:moveTo>
                    <a:pt x="45720" y="45720"/>
                  </a:moveTo>
                  <a:lnTo>
                    <a:pt x="38100" y="50800"/>
                  </a:lnTo>
                  <a:lnTo>
                    <a:pt x="42333" y="50800"/>
                  </a:lnTo>
                  <a:lnTo>
                    <a:pt x="45720" y="45720"/>
                  </a:lnTo>
                  <a:close/>
                </a:path>
                <a:path w="241300" h="241300">
                  <a:moveTo>
                    <a:pt x="190500" y="38100"/>
                  </a:moveTo>
                  <a:lnTo>
                    <a:pt x="195579" y="45720"/>
                  </a:lnTo>
                  <a:lnTo>
                    <a:pt x="203200" y="50800"/>
                  </a:lnTo>
                  <a:lnTo>
                    <a:pt x="190500" y="38100"/>
                  </a:lnTo>
                  <a:close/>
                </a:path>
                <a:path w="241300" h="241300">
                  <a:moveTo>
                    <a:pt x="203200" y="38100"/>
                  </a:moveTo>
                  <a:lnTo>
                    <a:pt x="190500" y="38100"/>
                  </a:lnTo>
                  <a:lnTo>
                    <a:pt x="203200" y="50800"/>
                  </a:lnTo>
                  <a:lnTo>
                    <a:pt x="211666" y="50800"/>
                  </a:lnTo>
                  <a:lnTo>
                    <a:pt x="203200" y="38100"/>
                  </a:lnTo>
                  <a:close/>
                </a:path>
                <a:path w="241300" h="241300">
                  <a:moveTo>
                    <a:pt x="57150" y="38100"/>
                  </a:moveTo>
                  <a:lnTo>
                    <a:pt x="50800" y="38100"/>
                  </a:lnTo>
                  <a:lnTo>
                    <a:pt x="45720" y="45720"/>
                  </a:lnTo>
                  <a:lnTo>
                    <a:pt x="57150" y="38100"/>
                  </a:lnTo>
                  <a:close/>
                </a:path>
                <a:path w="241300" h="241300">
                  <a:moveTo>
                    <a:pt x="165100" y="12700"/>
                  </a:moveTo>
                  <a:lnTo>
                    <a:pt x="139700" y="12700"/>
                  </a:lnTo>
                  <a:lnTo>
                    <a:pt x="165100" y="25400"/>
                  </a:lnTo>
                  <a:lnTo>
                    <a:pt x="195579" y="45720"/>
                  </a:lnTo>
                  <a:lnTo>
                    <a:pt x="190500" y="38100"/>
                  </a:lnTo>
                  <a:lnTo>
                    <a:pt x="203200" y="38100"/>
                  </a:lnTo>
                  <a:lnTo>
                    <a:pt x="1651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7327900" y="5499100"/>
              <a:ext cx="1433830" cy="6197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6350">
                <a:lnSpc>
                  <a:spcPct val="100000"/>
                </a:lnSpc>
              </a:pPr>
              <a:r>
                <a:rPr sz="2000" spc="40" dirty="0">
                  <a:latin typeface="Arial"/>
                  <a:cs typeface="Arial"/>
                </a:rPr>
                <a:t>О</a:t>
              </a:r>
              <a:r>
                <a:rPr sz="2000" spc="-45" dirty="0">
                  <a:latin typeface="Arial"/>
                  <a:cs typeface="Arial"/>
                </a:rPr>
                <a:t>б</a:t>
              </a:r>
              <a:r>
                <a:rPr sz="2000" dirty="0">
                  <a:latin typeface="Arial"/>
                  <a:cs typeface="Arial"/>
                </a:rPr>
                <a:t>у</a:t>
              </a:r>
              <a:r>
                <a:rPr sz="2000" spc="-45" dirty="0">
                  <a:latin typeface="Arial"/>
                  <a:cs typeface="Arial"/>
                </a:rPr>
                <a:t>ч</a:t>
              </a:r>
              <a:r>
                <a:rPr sz="2000" spc="-15" dirty="0">
                  <a:latin typeface="Arial"/>
                  <a:cs typeface="Arial"/>
                </a:rPr>
                <a:t>а</a:t>
              </a:r>
              <a:r>
                <a:rPr sz="2000" dirty="0">
                  <a:latin typeface="Arial"/>
                  <a:cs typeface="Arial"/>
                </a:rPr>
                <a:t>ю</a:t>
              </a:r>
              <a:r>
                <a:rPr sz="2000" spc="-45" dirty="0">
                  <a:latin typeface="Arial"/>
                  <a:cs typeface="Arial"/>
                </a:rPr>
                <a:t>щ</a:t>
              </a:r>
              <a:r>
                <a:rPr sz="2000" spc="-15" dirty="0">
                  <a:latin typeface="Arial"/>
                  <a:cs typeface="Arial"/>
                </a:rPr>
                <a:t>а</a:t>
              </a:r>
              <a:r>
                <a:rPr sz="2000" dirty="0">
                  <a:latin typeface="Arial"/>
                  <a:cs typeface="Arial"/>
                </a:rPr>
                <a:t>я </a:t>
              </a:r>
              <a:r>
                <a:rPr sz="2000" spc="35" dirty="0">
                  <a:latin typeface="Arial"/>
                  <a:cs typeface="Arial"/>
                </a:rPr>
                <a:t>в</a:t>
              </a:r>
              <a:r>
                <a:rPr sz="2000" spc="-40" dirty="0">
                  <a:latin typeface="Arial"/>
                  <a:cs typeface="Arial"/>
                </a:rPr>
                <a:t>ы</a:t>
              </a:r>
              <a:r>
                <a:rPr sz="2000" spc="-45" dirty="0">
                  <a:latin typeface="Arial"/>
                  <a:cs typeface="Arial"/>
                </a:rPr>
                <a:t>б</a:t>
              </a:r>
              <a:r>
                <a:rPr sz="2000" spc="-15" dirty="0">
                  <a:latin typeface="Arial"/>
                  <a:cs typeface="Arial"/>
                </a:rPr>
                <a:t>ор</a:t>
              </a:r>
              <a:r>
                <a:rPr sz="2000" spc="20" dirty="0">
                  <a:latin typeface="Arial"/>
                  <a:cs typeface="Arial"/>
                </a:rPr>
                <a:t>к</a:t>
              </a:r>
              <a:r>
                <a:rPr sz="2000" dirty="0">
                  <a:latin typeface="Arial"/>
                  <a:cs typeface="Arial"/>
                </a:rPr>
                <a:t>а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962900" y="4305300"/>
              <a:ext cx="355600" cy="1206500"/>
            </a:xfrm>
            <a:custGeom>
              <a:avLst/>
              <a:gdLst/>
              <a:ahLst/>
              <a:cxnLst/>
              <a:rect l="l" t="t" r="r" b="b"/>
              <a:pathLst>
                <a:path w="355600" h="1206500">
                  <a:moveTo>
                    <a:pt x="39803" y="69566"/>
                  </a:moveTo>
                  <a:lnTo>
                    <a:pt x="27647" y="71592"/>
                  </a:lnTo>
                  <a:lnTo>
                    <a:pt x="342900" y="1206500"/>
                  </a:lnTo>
                  <a:lnTo>
                    <a:pt x="355600" y="1193800"/>
                  </a:lnTo>
                  <a:lnTo>
                    <a:pt x="39803" y="69566"/>
                  </a:lnTo>
                  <a:close/>
                </a:path>
                <a:path w="355600" h="1206500">
                  <a:moveTo>
                    <a:pt x="12700" y="0"/>
                  </a:moveTo>
                  <a:lnTo>
                    <a:pt x="0" y="76200"/>
                  </a:lnTo>
                  <a:lnTo>
                    <a:pt x="27647" y="71592"/>
                  </a:lnTo>
                  <a:lnTo>
                    <a:pt x="25400" y="63500"/>
                  </a:lnTo>
                  <a:lnTo>
                    <a:pt x="76200" y="63500"/>
                  </a:lnTo>
                  <a:lnTo>
                    <a:pt x="12700" y="0"/>
                  </a:lnTo>
                  <a:close/>
                </a:path>
                <a:path w="355600" h="1206500">
                  <a:moveTo>
                    <a:pt x="38100" y="63500"/>
                  </a:moveTo>
                  <a:lnTo>
                    <a:pt x="25400" y="63500"/>
                  </a:lnTo>
                  <a:lnTo>
                    <a:pt x="27647" y="71592"/>
                  </a:lnTo>
                  <a:lnTo>
                    <a:pt x="39803" y="69566"/>
                  </a:lnTo>
                  <a:lnTo>
                    <a:pt x="38100" y="63500"/>
                  </a:lnTo>
                  <a:close/>
                </a:path>
                <a:path w="355600" h="1206500">
                  <a:moveTo>
                    <a:pt x="76200" y="63500"/>
                  </a:moveTo>
                  <a:lnTo>
                    <a:pt x="38100" y="63500"/>
                  </a:lnTo>
                  <a:lnTo>
                    <a:pt x="39803" y="69566"/>
                  </a:lnTo>
                  <a:lnTo>
                    <a:pt x="7620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72300" y="5092700"/>
              <a:ext cx="622300" cy="482600"/>
            </a:xfrm>
            <a:custGeom>
              <a:avLst/>
              <a:gdLst/>
              <a:ahLst/>
              <a:cxnLst/>
              <a:rect l="l" t="t" r="r" b="b"/>
              <a:pathLst>
                <a:path w="622300" h="482600">
                  <a:moveTo>
                    <a:pt x="65087" y="49212"/>
                  </a:moveTo>
                  <a:lnTo>
                    <a:pt x="58034" y="56265"/>
                  </a:lnTo>
                  <a:lnTo>
                    <a:pt x="622300" y="482600"/>
                  </a:lnTo>
                  <a:lnTo>
                    <a:pt x="65087" y="49212"/>
                  </a:lnTo>
                  <a:close/>
                </a:path>
                <a:path w="622300" h="482600">
                  <a:moveTo>
                    <a:pt x="0" y="0"/>
                  </a:moveTo>
                  <a:lnTo>
                    <a:pt x="38100" y="76200"/>
                  </a:lnTo>
                  <a:lnTo>
                    <a:pt x="58034" y="56265"/>
                  </a:lnTo>
                  <a:lnTo>
                    <a:pt x="50800" y="50800"/>
                  </a:lnTo>
                  <a:lnTo>
                    <a:pt x="50800" y="38100"/>
                  </a:lnTo>
                  <a:lnTo>
                    <a:pt x="76200" y="38100"/>
                  </a:lnTo>
                  <a:lnTo>
                    <a:pt x="88900" y="25400"/>
                  </a:lnTo>
                  <a:lnTo>
                    <a:pt x="0" y="0"/>
                  </a:lnTo>
                  <a:close/>
                </a:path>
                <a:path w="622300" h="482600">
                  <a:moveTo>
                    <a:pt x="50800" y="38100"/>
                  </a:moveTo>
                  <a:lnTo>
                    <a:pt x="50800" y="50800"/>
                  </a:lnTo>
                  <a:lnTo>
                    <a:pt x="58034" y="56265"/>
                  </a:lnTo>
                  <a:lnTo>
                    <a:pt x="65087" y="49212"/>
                  </a:lnTo>
                  <a:lnTo>
                    <a:pt x="50800" y="38100"/>
                  </a:lnTo>
                  <a:close/>
                </a:path>
                <a:path w="622300" h="482600">
                  <a:moveTo>
                    <a:pt x="76200" y="38100"/>
                  </a:moveTo>
                  <a:lnTo>
                    <a:pt x="50800" y="38100"/>
                  </a:lnTo>
                  <a:lnTo>
                    <a:pt x="65087" y="49212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5892800" y="1739900"/>
              <a:ext cx="2922905" cy="6197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6350">
                <a:lnSpc>
                  <a:spcPct val="100000"/>
                </a:lnSpc>
              </a:pPr>
              <a:r>
                <a:rPr sz="2000" spc="40" dirty="0">
                  <a:latin typeface="Arial"/>
                  <a:cs typeface="Arial"/>
                </a:rPr>
                <a:t>Д</a:t>
              </a:r>
              <a:r>
                <a:rPr sz="2000" spc="-15" dirty="0">
                  <a:latin typeface="Arial"/>
                  <a:cs typeface="Arial"/>
                </a:rPr>
                <a:t>а</a:t>
              </a:r>
              <a:r>
                <a:rPr sz="2000" spc="-105" dirty="0">
                  <a:latin typeface="Arial"/>
                  <a:cs typeface="Arial"/>
                </a:rPr>
                <a:t>нн</a:t>
              </a:r>
              <a:r>
                <a:rPr sz="2000" spc="-40" dirty="0">
                  <a:latin typeface="Arial"/>
                  <a:cs typeface="Arial"/>
                </a:rPr>
                <a:t>ы</a:t>
              </a:r>
              <a:r>
                <a:rPr sz="2000" spc="-15" dirty="0">
                  <a:latin typeface="Arial"/>
                  <a:cs typeface="Arial"/>
                </a:rPr>
                <a:t>е</a:t>
              </a:r>
              <a:r>
                <a:rPr sz="2000" dirty="0">
                  <a:latin typeface="Arial"/>
                  <a:cs typeface="Arial"/>
                </a:rPr>
                <a:t>,</a:t>
              </a:r>
              <a:r>
                <a:rPr sz="2000" spc="180" dirty="0">
                  <a:latin typeface="Arial"/>
                  <a:cs typeface="Arial"/>
                </a:rPr>
                <a:t> </a:t>
              </a:r>
              <a:r>
                <a:rPr sz="2000" dirty="0">
                  <a:latin typeface="Arial"/>
                  <a:cs typeface="Arial"/>
                </a:rPr>
                <a:t>с</a:t>
              </a:r>
              <a:r>
                <a:rPr sz="2000" spc="40" dirty="0">
                  <a:latin typeface="Arial"/>
                  <a:cs typeface="Arial"/>
                </a:rPr>
                <a:t> </a:t>
              </a:r>
              <a:r>
                <a:rPr sz="2000" spc="-105" dirty="0">
                  <a:latin typeface="Arial"/>
                  <a:cs typeface="Arial"/>
                </a:rPr>
                <a:t>н</a:t>
              </a:r>
              <a:r>
                <a:rPr sz="2000" spc="-15" dirty="0">
                  <a:latin typeface="Arial"/>
                  <a:cs typeface="Arial"/>
                </a:rPr>
                <a:t>е</a:t>
              </a:r>
              <a:r>
                <a:rPr sz="2000" spc="-120" dirty="0">
                  <a:latin typeface="Arial"/>
                  <a:cs typeface="Arial"/>
                </a:rPr>
                <a:t>и</a:t>
              </a:r>
              <a:r>
                <a:rPr sz="2000" spc="-20" dirty="0">
                  <a:latin typeface="Arial"/>
                  <a:cs typeface="Arial"/>
                </a:rPr>
                <a:t>з</a:t>
              </a:r>
              <a:r>
                <a:rPr sz="2000" spc="35" dirty="0">
                  <a:latin typeface="Arial"/>
                  <a:cs typeface="Arial"/>
                </a:rPr>
                <a:t>в</a:t>
              </a:r>
              <a:r>
                <a:rPr sz="2000" spc="-15" dirty="0">
                  <a:latin typeface="Arial"/>
                  <a:cs typeface="Arial"/>
                </a:rPr>
                <a:t>е</a:t>
              </a:r>
              <a:r>
                <a:rPr sz="2000" dirty="0">
                  <a:latin typeface="Arial"/>
                  <a:cs typeface="Arial"/>
                </a:rPr>
                <a:t>с</a:t>
              </a:r>
              <a:r>
                <a:rPr sz="2000" spc="-20" dirty="0">
                  <a:latin typeface="Arial"/>
                  <a:cs typeface="Arial"/>
                </a:rPr>
                <a:t>т</a:t>
              </a:r>
              <a:r>
                <a:rPr sz="2000" spc="-105" dirty="0">
                  <a:latin typeface="Arial"/>
                  <a:cs typeface="Arial"/>
                </a:rPr>
                <a:t>н</a:t>
              </a:r>
              <a:r>
                <a:rPr sz="2000" spc="-40" dirty="0">
                  <a:latin typeface="Arial"/>
                  <a:cs typeface="Arial"/>
                </a:rPr>
                <a:t>ы</a:t>
              </a:r>
              <a:r>
                <a:rPr sz="2000" spc="-75" dirty="0">
                  <a:latin typeface="Arial"/>
                  <a:cs typeface="Arial"/>
                </a:rPr>
                <a:t>м</a:t>
              </a:r>
              <a:r>
                <a:rPr sz="2000" dirty="0">
                  <a:latin typeface="Arial"/>
                  <a:cs typeface="Arial"/>
                </a:rPr>
                <a:t>и </a:t>
              </a:r>
              <a:r>
                <a:rPr sz="2000" spc="-15" dirty="0">
                  <a:latin typeface="Arial"/>
                  <a:cs typeface="Arial"/>
                </a:rPr>
                <a:t>о</a:t>
              </a:r>
              <a:r>
                <a:rPr sz="2000" spc="-20" dirty="0">
                  <a:latin typeface="Arial"/>
                  <a:cs typeface="Arial"/>
                </a:rPr>
                <a:t>т</a:t>
              </a:r>
              <a:r>
                <a:rPr sz="2000" spc="35" dirty="0">
                  <a:latin typeface="Arial"/>
                  <a:cs typeface="Arial"/>
                </a:rPr>
                <a:t>в</a:t>
              </a:r>
              <a:r>
                <a:rPr sz="2000" spc="-114" dirty="0">
                  <a:latin typeface="Arial"/>
                  <a:cs typeface="Arial"/>
                </a:rPr>
                <a:t>е</a:t>
              </a:r>
              <a:r>
                <a:rPr sz="2000" spc="-20" dirty="0">
                  <a:latin typeface="Arial"/>
                  <a:cs typeface="Arial"/>
                </a:rPr>
                <a:t>т</a:t>
              </a:r>
              <a:r>
                <a:rPr sz="2000" spc="-15" dirty="0">
                  <a:latin typeface="Arial"/>
                  <a:cs typeface="Arial"/>
                </a:rPr>
                <a:t>а</a:t>
              </a:r>
              <a:r>
                <a:rPr sz="2000" spc="-75" dirty="0">
                  <a:latin typeface="Arial"/>
                  <a:cs typeface="Arial"/>
                </a:rPr>
                <a:t>м</a:t>
              </a:r>
              <a:r>
                <a:rPr sz="2000" dirty="0">
                  <a:latin typeface="Arial"/>
                  <a:cs typeface="Arial"/>
                </a:rPr>
                <a:t>и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096000" y="2476500"/>
              <a:ext cx="203200" cy="850900"/>
            </a:xfrm>
            <a:custGeom>
              <a:avLst/>
              <a:gdLst/>
              <a:ahLst/>
              <a:cxnLst/>
              <a:rect l="l" t="t" r="r" b="b"/>
              <a:pathLst>
                <a:path w="203200" h="850900">
                  <a:moveTo>
                    <a:pt x="0" y="774700"/>
                  </a:moveTo>
                  <a:lnTo>
                    <a:pt x="12700" y="850900"/>
                  </a:lnTo>
                  <a:lnTo>
                    <a:pt x="63500" y="800100"/>
                  </a:lnTo>
                  <a:lnTo>
                    <a:pt x="38100" y="800100"/>
                  </a:lnTo>
                  <a:lnTo>
                    <a:pt x="25400" y="787400"/>
                  </a:lnTo>
                  <a:lnTo>
                    <a:pt x="27115" y="779219"/>
                  </a:lnTo>
                  <a:lnTo>
                    <a:pt x="0" y="774700"/>
                  </a:lnTo>
                  <a:close/>
                </a:path>
                <a:path w="203200" h="850900">
                  <a:moveTo>
                    <a:pt x="27115" y="779219"/>
                  </a:moveTo>
                  <a:lnTo>
                    <a:pt x="25400" y="787400"/>
                  </a:lnTo>
                  <a:lnTo>
                    <a:pt x="38100" y="800100"/>
                  </a:lnTo>
                  <a:lnTo>
                    <a:pt x="41900" y="781683"/>
                  </a:lnTo>
                  <a:lnTo>
                    <a:pt x="27115" y="779219"/>
                  </a:lnTo>
                  <a:close/>
                </a:path>
                <a:path w="203200" h="850900">
                  <a:moveTo>
                    <a:pt x="41900" y="781683"/>
                  </a:moveTo>
                  <a:lnTo>
                    <a:pt x="38100" y="800100"/>
                  </a:lnTo>
                  <a:lnTo>
                    <a:pt x="63500" y="800100"/>
                  </a:lnTo>
                  <a:lnTo>
                    <a:pt x="76200" y="787400"/>
                  </a:lnTo>
                  <a:lnTo>
                    <a:pt x="41900" y="781683"/>
                  </a:lnTo>
                  <a:close/>
                </a:path>
                <a:path w="203200" h="850900">
                  <a:moveTo>
                    <a:pt x="203200" y="0"/>
                  </a:moveTo>
                  <a:lnTo>
                    <a:pt x="190500" y="0"/>
                  </a:lnTo>
                  <a:lnTo>
                    <a:pt x="27115" y="779219"/>
                  </a:lnTo>
                  <a:lnTo>
                    <a:pt x="41900" y="78168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54800" y="2476500"/>
              <a:ext cx="723900" cy="584200"/>
            </a:xfrm>
            <a:custGeom>
              <a:avLst/>
              <a:gdLst/>
              <a:ahLst/>
              <a:cxnLst/>
              <a:rect l="l" t="t" r="r" b="b"/>
              <a:pathLst>
                <a:path w="723900" h="584200">
                  <a:moveTo>
                    <a:pt x="658929" y="534870"/>
                  </a:moveTo>
                  <a:lnTo>
                    <a:pt x="635000" y="558800"/>
                  </a:lnTo>
                  <a:lnTo>
                    <a:pt x="723900" y="584200"/>
                  </a:lnTo>
                  <a:lnTo>
                    <a:pt x="704850" y="546100"/>
                  </a:lnTo>
                  <a:lnTo>
                    <a:pt x="673100" y="546100"/>
                  </a:lnTo>
                  <a:lnTo>
                    <a:pt x="658929" y="534870"/>
                  </a:lnTo>
                  <a:close/>
                </a:path>
                <a:path w="723900" h="584200">
                  <a:moveTo>
                    <a:pt x="666074" y="527725"/>
                  </a:moveTo>
                  <a:lnTo>
                    <a:pt x="658929" y="534870"/>
                  </a:lnTo>
                  <a:lnTo>
                    <a:pt x="673100" y="546100"/>
                  </a:lnTo>
                  <a:lnTo>
                    <a:pt x="673100" y="533400"/>
                  </a:lnTo>
                  <a:lnTo>
                    <a:pt x="666074" y="527725"/>
                  </a:lnTo>
                  <a:close/>
                </a:path>
                <a:path w="723900" h="584200">
                  <a:moveTo>
                    <a:pt x="685800" y="508000"/>
                  </a:moveTo>
                  <a:lnTo>
                    <a:pt x="666074" y="527725"/>
                  </a:lnTo>
                  <a:lnTo>
                    <a:pt x="673100" y="533400"/>
                  </a:lnTo>
                  <a:lnTo>
                    <a:pt x="673100" y="546100"/>
                  </a:lnTo>
                  <a:lnTo>
                    <a:pt x="704850" y="546100"/>
                  </a:lnTo>
                  <a:lnTo>
                    <a:pt x="685800" y="508000"/>
                  </a:lnTo>
                  <a:close/>
                </a:path>
                <a:path w="723900" h="584200">
                  <a:moveTo>
                    <a:pt x="12700" y="0"/>
                  </a:moveTo>
                  <a:lnTo>
                    <a:pt x="0" y="12700"/>
                  </a:lnTo>
                  <a:lnTo>
                    <a:pt x="658929" y="534870"/>
                  </a:lnTo>
                  <a:lnTo>
                    <a:pt x="666074" y="527725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589" y="227042"/>
            <a:ext cx="10585021" cy="740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362003" hangingPunct="0"/>
            <a:r>
              <a:rPr lang="en-US" sz="4210" b="1" kern="0" dirty="0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Building a linear classifier by the SVM method</a:t>
            </a:r>
            <a:endParaRPr lang="ru-RU" sz="4210" b="1" kern="0" dirty="0">
              <a:solidFill>
                <a:prstClr val="white"/>
              </a:solidFill>
              <a:ea typeface="+mj-ea"/>
              <a:cs typeface="+mj-cs"/>
              <a:sym typeface="Helvetica Neue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5134" y="1851908"/>
            <a:ext cx="7401387" cy="740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62003" hangingPunct="0"/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Given training data (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x</a:t>
            </a:r>
            <a:r>
              <a:rPr lang="en-GB" sz="2105" i="1" kern="0" baseline="-2500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, </a:t>
            </a:r>
            <a:r>
              <a:rPr lang="en-GB" sz="2105" i="1" kern="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y</a:t>
            </a:r>
            <a:r>
              <a:rPr lang="en-GB" sz="2105" i="1" kern="0" baseline="-2500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) </a:t>
            </a:r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for  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 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= 1... 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N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, with 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x</a:t>
            </a:r>
            <a:r>
              <a:rPr lang="en-GB" sz="2105" i="1" kern="0" baseline="-2500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 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Symbol" panose="05050102010706020507" pitchFamily="18" charset="2"/>
              </a:rPr>
              <a:t>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R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and </a:t>
            </a:r>
            <a:r>
              <a:rPr lang="en-GB" sz="2105" i="1" kern="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y</a:t>
            </a:r>
            <a:r>
              <a:rPr lang="en-GB" sz="2105" i="1" kern="0" baseline="-2500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Symbol" panose="05050102010706020507" pitchFamily="18" charset="2"/>
              </a:rPr>
              <a:t></a:t>
            </a:r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Symbol" panose="05050102010706020507" pitchFamily="18" charset="2"/>
              </a:rPr>
              <a:t> 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{—1,1}</a:t>
            </a:r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.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endParaRPr lang="en-US" sz="2105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  <a:p>
            <a:pPr algn="ctr" defTabSz="362003" hangingPunct="0"/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Learn a classifier 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f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(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x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) such that</a:t>
            </a:r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/>
          </p:nvPr>
        </p:nvGraphicFramePr>
        <p:xfrm>
          <a:off x="1252715" y="2552893"/>
          <a:ext cx="2301701" cy="873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Уравнение" r:id="rId3" imgW="1104840" imgH="419040" progId="Equation.3">
                  <p:embed/>
                </p:oleObj>
              </mc:Choice>
              <mc:Fallback>
                <p:oleObj name="Уравнение" r:id="rId3" imgW="110484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2715" y="2552893"/>
                        <a:ext cx="2301701" cy="873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217220" y="3534031"/>
            <a:ext cx="5346700" cy="41626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362003" hangingPunct="0"/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і 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e.  </a:t>
            </a:r>
            <a:r>
              <a:rPr lang="en-GB" sz="2105" i="1" kern="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y</a:t>
            </a:r>
            <a:r>
              <a:rPr lang="en-GB" sz="2105" i="1" kern="0" baseline="-2500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</a:t>
            </a:r>
            <a:r>
              <a:rPr lang="en-GB" sz="2105" i="1" kern="0" baseline="-2500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× f 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(</a:t>
            </a:r>
            <a:r>
              <a:rPr lang="en-GB" sz="2105" i="1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x</a:t>
            </a:r>
            <a:r>
              <a:rPr lang="en-GB" sz="2105" i="1" kern="0" baseline="-2500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)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&gt;</a:t>
            </a:r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</a:t>
            </a:r>
            <a:r>
              <a:rPr lang="ru-RU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0 </a:t>
            </a:r>
            <a:r>
              <a:rPr lang="en-GB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for a correct classification</a:t>
            </a:r>
            <a:endParaRPr lang="ru-RU" sz="2105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36115" y="4063690"/>
            <a:ext cx="3515706" cy="416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362003" hangingPunct="0"/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A linear classifier has the form:</a:t>
            </a:r>
            <a:endParaRPr lang="ru-RU" sz="2105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>
            <p:extLst/>
          </p:nvPr>
        </p:nvGraphicFramePr>
        <p:xfrm>
          <a:off x="232709" y="4480446"/>
          <a:ext cx="2278933" cy="474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Уравнение" r:id="rId5" imgW="1041120" imgH="215640" progId="Equation.3">
                  <p:embed/>
                </p:oleObj>
              </mc:Choice>
              <mc:Fallback>
                <p:oleObj name="Уравнение" r:id="rId5" imgW="1041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09" y="4480446"/>
                        <a:ext cx="2278933" cy="474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574454" y="4497684"/>
            <a:ext cx="530915" cy="348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362003" hangingPunct="0"/>
            <a:r>
              <a:rPr lang="en-US" sz="1666" kern="0" dirty="0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(15)</a:t>
            </a:r>
            <a:endParaRPr lang="ru-RU" sz="1666" kern="0" dirty="0">
              <a:solidFill>
                <a:srgbClr val="FF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21501" y="2068076"/>
            <a:ext cx="3626134" cy="2020448"/>
          </a:xfrm>
          <a:prstGeom prst="rect">
            <a:avLst/>
          </a:prstGeom>
        </p:spPr>
      </p:pic>
      <p:sp>
        <p:nvSpPr>
          <p:cNvPr id="30" name="Прямоугольник 29"/>
          <p:cNvSpPr/>
          <p:nvPr/>
        </p:nvSpPr>
        <p:spPr>
          <a:xfrm>
            <a:off x="169067" y="5102193"/>
            <a:ext cx="5274200" cy="9021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362003" hangingPunct="0"/>
            <a:r>
              <a:rPr lang="en-US" altLang="ru-RU" sz="1754" i="1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w</a:t>
            </a:r>
            <a:r>
              <a:rPr lang="en-US" altLang="ru-RU" sz="1754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 is the normal vector to the </a:t>
            </a:r>
            <a:r>
              <a:rPr lang="en-US" altLang="ru-RU" sz="1754" kern="0" dirty="0" err="1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hyperplane</a:t>
            </a:r>
            <a:r>
              <a:rPr lang="en-US" altLang="ru-RU" sz="1754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 (15), </a:t>
            </a:r>
          </a:p>
          <a:p>
            <a:pPr algn="ctr" defTabSz="362003" hangingPunct="0"/>
            <a:r>
              <a:rPr lang="en-US" altLang="ru-RU" sz="1754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 </a:t>
            </a:r>
            <a:r>
              <a:rPr lang="en-US" altLang="ru-RU" sz="1754" i="1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b</a:t>
            </a:r>
            <a:r>
              <a:rPr lang="en-US" altLang="ru-RU" sz="1754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/|</a:t>
            </a:r>
            <a:r>
              <a:rPr lang="en-US" altLang="ru-RU" sz="1754" i="1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w</a:t>
            </a:r>
            <a:r>
              <a:rPr lang="en-US" altLang="ru-RU" sz="1754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| </a:t>
            </a:r>
            <a:r>
              <a:rPr lang="en-US" sz="1754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is the distance from the </a:t>
            </a:r>
            <a:r>
              <a:rPr lang="en-US" sz="1754" kern="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hyperplane</a:t>
            </a:r>
            <a:r>
              <a:rPr lang="en-US" sz="1754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 to the origin.</a:t>
            </a:r>
            <a:endParaRPr lang="ru-RU" sz="1754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  <a:p>
            <a:pPr algn="ctr" defTabSz="362003" hangingPunct="0"/>
            <a:r>
              <a:rPr lang="en-US" altLang="ru-RU" sz="1754" kern="0" dirty="0">
                <a:solidFill>
                  <a:prstClr val="black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 </a:t>
            </a:r>
            <a:endParaRPr lang="ru-RU" sz="1754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232709" y="5119699"/>
            <a:ext cx="2761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5736564" y="4130864"/>
            <a:ext cx="4956836" cy="1631216"/>
          </a:xfrm>
          <a:prstGeom prst="rect">
            <a:avLst/>
          </a:prstGeom>
          <a:ln w="28575"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pPr algn="ctr" defTabSz="362003" hangingPunct="0"/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Problem of finding the optimal separating </a:t>
            </a:r>
            <a:r>
              <a:rPr lang="en-US" sz="2105" kern="0" dirty="0" err="1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hyperplane</a:t>
            </a:r>
            <a:r>
              <a:rPr lang="en-US" sz="2105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: </a:t>
            </a:r>
            <a:r>
              <a:rPr lang="en-US" sz="1930" kern="0" dirty="0">
                <a:solidFill>
                  <a:srgbClr val="000000"/>
                </a:solidFill>
                <a:latin typeface="Calibri Light" panose="020F0302020204030204"/>
                <a:ea typeface="Times New Roman" panose="02020603050405020304" pitchFamily="18" charset="0"/>
                <a:cs typeface="+mj-cs"/>
                <a:sym typeface="Helvetica Neue"/>
              </a:rPr>
              <a:t>to minimize |w| </a:t>
            </a:r>
            <a:r>
              <a:rPr lang="en-US" sz="1930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provided that the classifier is defined :</a:t>
            </a:r>
          </a:p>
          <a:p>
            <a:pPr algn="ctr" defTabSz="362003" hangingPunct="0"/>
            <a:endParaRPr lang="en-US" sz="1930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  <a:p>
            <a:pPr algn="ctr" defTabSz="362003" hangingPunct="0"/>
            <a:endParaRPr lang="ru-RU" sz="1930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graphicFrame>
        <p:nvGraphicFramePr>
          <p:cNvPr id="37" name="Объект 36"/>
          <p:cNvGraphicFramePr>
            <a:graphicFrameLocks noChangeAspect="1"/>
          </p:cNvGraphicFramePr>
          <p:nvPr>
            <p:extLst/>
          </p:nvPr>
        </p:nvGraphicFramePr>
        <p:xfrm>
          <a:off x="6404704" y="5060126"/>
          <a:ext cx="3829017" cy="43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Уравнение" r:id="rId8" imgW="1587240" imgH="215640" progId="Equation.3">
                  <p:embed/>
                </p:oleObj>
              </mc:Choice>
              <mc:Fallback>
                <p:oleObj name="Уравнение" r:id="rId8" imgW="1587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4704" y="5060126"/>
                        <a:ext cx="3829017" cy="435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1215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0964" y="208061"/>
            <a:ext cx="10585021" cy="740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362003" hangingPunct="0"/>
            <a:r>
              <a:rPr lang="en-US" sz="4210" b="1" kern="0" dirty="0">
                <a:solidFill>
                  <a:prstClr val="white"/>
                </a:solidFill>
                <a:ea typeface="+mj-ea"/>
                <a:cs typeface="+mj-cs"/>
                <a:sym typeface="Helvetica Neue"/>
              </a:rPr>
              <a:t>Support Vector Machine method</a:t>
            </a:r>
            <a:endParaRPr lang="ru-RU" sz="4210" b="1" kern="0" dirty="0">
              <a:solidFill>
                <a:prstClr val="white"/>
              </a:solidFill>
              <a:ea typeface="+mj-ea"/>
              <a:cs typeface="+mj-cs"/>
              <a:sym typeface="Helvetica Neue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635" y="1828933"/>
            <a:ext cx="7195766" cy="43998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212003" y="1732057"/>
            <a:ext cx="2837636" cy="389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362003" hangingPunct="0"/>
            <a:r>
              <a:rPr lang="en-GB" sz="1930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Primal version of classifier:</a:t>
            </a:r>
            <a:endParaRPr lang="ru-RU" sz="1930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/>
          </p:nvPr>
        </p:nvGraphicFramePr>
        <p:xfrm>
          <a:off x="320811" y="2171540"/>
          <a:ext cx="2030075" cy="474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Уравнение" r:id="rId4" imgW="927000" imgH="215640" progId="Equation.3">
                  <p:embed/>
                </p:oleObj>
              </mc:Choice>
              <mc:Fallback>
                <p:oleObj name="Уравнение" r:id="rId4" imgW="927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11" y="2171540"/>
                        <a:ext cx="2030075" cy="474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32449" y="2707897"/>
            <a:ext cx="2656496" cy="389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362003" hangingPunct="0"/>
            <a:r>
              <a:rPr lang="en-GB" sz="1930" kern="0" dirty="0">
                <a:solidFill>
                  <a:srgbClr val="00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Dual version of classifier:</a:t>
            </a:r>
            <a:endParaRPr lang="ru-RU" sz="1930" kern="0" dirty="0">
              <a:solidFill>
                <a:srgbClr val="00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/>
          </p:nvPr>
        </p:nvGraphicFramePr>
        <p:xfrm>
          <a:off x="55796" y="3924618"/>
          <a:ext cx="2733175" cy="92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Уравнение" r:id="rId6" imgW="1282680" imgH="419040" progId="Equation.3">
                  <p:embed/>
                </p:oleObj>
              </mc:Choice>
              <mc:Fallback>
                <p:oleObj name="Уравнение" r:id="rId6" imgW="12826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6" y="3924618"/>
                        <a:ext cx="2733175" cy="921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>
            <p:extLst/>
          </p:nvPr>
        </p:nvGraphicFramePr>
        <p:xfrm>
          <a:off x="329940" y="3085821"/>
          <a:ext cx="1612365" cy="92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Уравнение" r:id="rId8" imgW="736560" imgH="419040" progId="Equation.3">
                  <p:embed/>
                </p:oleObj>
              </mc:Choice>
              <mc:Fallback>
                <p:oleObj name="Уравнение" r:id="rId8" imgW="7365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940" y="3085821"/>
                        <a:ext cx="1612365" cy="921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87133" y="4223525"/>
            <a:ext cx="530915" cy="348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362003" hangingPunct="0"/>
            <a:r>
              <a:rPr lang="en-US" sz="1666" kern="0" dirty="0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  <a:sym typeface="Helvetica Neue"/>
              </a:rPr>
              <a:t>(16)</a:t>
            </a:r>
            <a:endParaRPr lang="ru-RU" sz="1666" kern="0" dirty="0">
              <a:solidFill>
                <a:srgbClr val="FF0000"/>
              </a:solidFill>
              <a:latin typeface="Calibri Light" panose="020F0302020204030204"/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85222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5100" y="405606"/>
            <a:ext cx="104394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й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ый</a:t>
            </a:r>
            <a:r>
              <a:rPr b="1" spc="1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сс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134" y="1323340"/>
            <a:ext cx="716089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2310765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ую 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ю 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2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	</a:t>
            </a:r>
            <a:r>
              <a:rPr sz="2000" spc="30" dirty="0">
                <a:latin typeface="Arial"/>
                <a:cs typeface="Arial"/>
              </a:rPr>
              <a:t>{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30" dirty="0">
                <a:latin typeface="Arial"/>
                <a:cs typeface="Arial"/>
              </a:rPr>
              <a:t>=+</a:t>
            </a:r>
            <a:r>
              <a:rPr sz="2000" spc="-15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}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{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30" dirty="0">
                <a:latin typeface="Arial"/>
                <a:cs typeface="Arial"/>
              </a:rPr>
              <a:t>=-</a:t>
            </a:r>
            <a:r>
              <a:rPr sz="2000" spc="-15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}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44526" y="2621118"/>
            <a:ext cx="1748790" cy="705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45" dirty="0">
                <a:latin typeface="Times New Roman"/>
                <a:cs typeface="Times New Roman"/>
              </a:rPr>
              <a:t>x</a:t>
            </a:r>
            <a:r>
              <a:rPr sz="2000" i="1" baseline="-27777" dirty="0">
                <a:latin typeface="Times New Roman"/>
                <a:cs typeface="Times New Roman"/>
              </a:rPr>
              <a:t>i </a:t>
            </a:r>
            <a:r>
              <a:rPr sz="2000" i="1" spc="22" baseline="-27777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Symbol"/>
                <a:cs typeface="Symbol"/>
              </a:rPr>
              <a:t>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b="1" spc="20" dirty="0">
                <a:latin typeface="Times New Roman"/>
                <a:cs typeface="Times New Roman"/>
              </a:rPr>
              <a:t>w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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i="1" spc="15" dirty="0">
                <a:latin typeface="Times New Roman"/>
                <a:cs typeface="Times New Roman"/>
              </a:rPr>
              <a:t>b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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Times New Roman"/>
                <a:cs typeface="Times New Roman"/>
              </a:rPr>
              <a:t>0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b="1" spc="45" dirty="0">
                <a:latin typeface="Times New Roman"/>
                <a:cs typeface="Times New Roman"/>
              </a:rPr>
              <a:t>x</a:t>
            </a:r>
            <a:r>
              <a:rPr sz="2000" i="1" baseline="-22222" dirty="0">
                <a:latin typeface="Times New Roman"/>
                <a:cs typeface="Times New Roman"/>
              </a:rPr>
              <a:t>i </a:t>
            </a:r>
            <a:r>
              <a:rPr sz="2000" i="1" spc="-127" baseline="-22222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Symbol"/>
                <a:cs typeface="Symbol"/>
              </a:rPr>
              <a:t>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b="1" spc="20" dirty="0">
                <a:latin typeface="Times New Roman"/>
                <a:cs typeface="Times New Roman"/>
              </a:rPr>
              <a:t>w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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i="1" spc="15" dirty="0">
                <a:latin typeface="Times New Roman"/>
                <a:cs typeface="Times New Roman"/>
              </a:rPr>
              <a:t>b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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Times New Roman"/>
                <a:cs typeface="Times New Roman"/>
              </a:rPr>
              <a:t>0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0949" y="2692400"/>
            <a:ext cx="2641600" cy="705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45" dirty="0">
                <a:latin typeface="Times New Roman"/>
                <a:cs typeface="Times New Roman"/>
              </a:rPr>
              <a:t>x</a:t>
            </a:r>
            <a:r>
              <a:rPr sz="2000" i="1" baseline="-27777" dirty="0">
                <a:latin typeface="Times New Roman"/>
                <a:cs typeface="Times New Roman"/>
              </a:rPr>
              <a:t>i </a:t>
            </a:r>
            <a:r>
              <a:rPr sz="2000" i="1" spc="-127" baseline="-27777" dirty="0">
                <a:latin typeface="Times New Roman"/>
                <a:cs typeface="Times New Roman"/>
              </a:rPr>
              <a:t> </a:t>
            </a:r>
            <a:r>
              <a:rPr sz="2000" i="1" spc="45" dirty="0">
                <a:latin typeface="Times New Roman"/>
                <a:cs typeface="Times New Roman"/>
              </a:rPr>
              <a:t>по</a:t>
            </a:r>
            <a:r>
              <a:rPr sz="2000" i="1" spc="-50" dirty="0">
                <a:latin typeface="Times New Roman"/>
                <a:cs typeface="Times New Roman"/>
              </a:rPr>
              <a:t>л</a:t>
            </a:r>
            <a:r>
              <a:rPr sz="2000" i="1" spc="45" dirty="0">
                <a:latin typeface="Times New Roman"/>
                <a:cs typeface="Times New Roman"/>
              </a:rPr>
              <a:t>о</a:t>
            </a:r>
            <a:r>
              <a:rPr sz="2000" i="1" spc="15" dirty="0">
                <a:latin typeface="Times New Roman"/>
                <a:cs typeface="Times New Roman"/>
              </a:rPr>
              <a:t>ж</a:t>
            </a:r>
            <a:r>
              <a:rPr sz="2000" i="1" spc="45" dirty="0">
                <a:latin typeface="Times New Roman"/>
                <a:cs typeface="Times New Roman"/>
              </a:rPr>
              <a:t>и</a:t>
            </a:r>
            <a:r>
              <a:rPr sz="2000" i="1" spc="-35" dirty="0">
                <a:latin typeface="Times New Roman"/>
                <a:cs typeface="Times New Roman"/>
              </a:rPr>
              <a:t>т</a:t>
            </a:r>
            <a:r>
              <a:rPr sz="2000" i="1" spc="40" dirty="0">
                <a:latin typeface="Times New Roman"/>
                <a:cs typeface="Times New Roman"/>
              </a:rPr>
              <a:t>е</a:t>
            </a:r>
            <a:r>
              <a:rPr sz="2000" i="1" spc="-50" dirty="0">
                <a:latin typeface="Times New Roman"/>
                <a:cs typeface="Times New Roman"/>
              </a:rPr>
              <a:t>л</a:t>
            </a:r>
            <a:r>
              <a:rPr sz="2000" i="1" spc="125" dirty="0">
                <a:latin typeface="Times New Roman"/>
                <a:cs typeface="Times New Roman"/>
              </a:rPr>
              <a:t>ь</a:t>
            </a:r>
            <a:r>
              <a:rPr sz="2000" i="1" spc="-45" dirty="0">
                <a:latin typeface="Times New Roman"/>
                <a:cs typeface="Times New Roman"/>
              </a:rPr>
              <a:t>н</a:t>
            </a:r>
            <a:r>
              <a:rPr sz="2000" i="1" spc="35" dirty="0">
                <a:latin typeface="Times New Roman"/>
                <a:cs typeface="Times New Roman"/>
              </a:rPr>
              <a:t>ы</a:t>
            </a:r>
            <a:r>
              <a:rPr sz="2000" i="1" spc="15" dirty="0">
                <a:latin typeface="Times New Roman"/>
                <a:cs typeface="Times New Roman"/>
              </a:rPr>
              <a:t>е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b="1" spc="145" dirty="0">
                <a:latin typeface="Times New Roman"/>
                <a:cs typeface="Times New Roman"/>
              </a:rPr>
              <a:t>x</a:t>
            </a:r>
            <a:r>
              <a:rPr sz="2000" i="1" baseline="-22222" dirty="0">
                <a:latin typeface="Times New Roman"/>
                <a:cs typeface="Times New Roman"/>
              </a:rPr>
              <a:t>i</a:t>
            </a:r>
            <a:r>
              <a:rPr sz="2000" i="1" spc="97" baseline="-22222" dirty="0">
                <a:latin typeface="Times New Roman"/>
                <a:cs typeface="Times New Roman"/>
              </a:rPr>
              <a:t> </a:t>
            </a:r>
            <a:r>
              <a:rPr sz="2000" i="1" spc="45" dirty="0">
                <a:latin typeface="Times New Roman"/>
                <a:cs typeface="Times New Roman"/>
              </a:rPr>
              <a:t>о</a:t>
            </a:r>
            <a:r>
              <a:rPr sz="2000" i="1" spc="-35" dirty="0">
                <a:latin typeface="Times New Roman"/>
                <a:cs typeface="Times New Roman"/>
              </a:rPr>
              <a:t>т</a:t>
            </a:r>
            <a:r>
              <a:rPr sz="2000" i="1" spc="45" dirty="0">
                <a:latin typeface="Times New Roman"/>
                <a:cs typeface="Times New Roman"/>
              </a:rPr>
              <a:t>рица</a:t>
            </a:r>
            <a:r>
              <a:rPr sz="2000" i="1" spc="-35" dirty="0">
                <a:latin typeface="Times New Roman"/>
                <a:cs typeface="Times New Roman"/>
              </a:rPr>
              <a:t>т</a:t>
            </a:r>
            <a:r>
              <a:rPr sz="2000" i="1" spc="40" dirty="0">
                <a:latin typeface="Times New Roman"/>
                <a:cs typeface="Times New Roman"/>
              </a:rPr>
              <a:t>е</a:t>
            </a:r>
            <a:r>
              <a:rPr sz="2000" i="1" spc="-50" dirty="0">
                <a:latin typeface="Times New Roman"/>
                <a:cs typeface="Times New Roman"/>
              </a:rPr>
              <a:t>л</a:t>
            </a:r>
            <a:r>
              <a:rPr sz="2000" i="1" spc="125" dirty="0">
                <a:latin typeface="Times New Roman"/>
                <a:cs typeface="Times New Roman"/>
              </a:rPr>
              <a:t>ь</a:t>
            </a:r>
            <a:r>
              <a:rPr sz="2000" i="1" spc="-45" dirty="0">
                <a:latin typeface="Times New Roman"/>
                <a:cs typeface="Times New Roman"/>
              </a:rPr>
              <a:t>н</a:t>
            </a:r>
            <a:r>
              <a:rPr sz="2000" i="1" spc="35" dirty="0">
                <a:latin typeface="Times New Roman"/>
                <a:cs typeface="Times New Roman"/>
              </a:rPr>
              <a:t>ы</a:t>
            </a:r>
            <a:r>
              <a:rPr sz="2000" i="1" spc="15" dirty="0">
                <a:latin typeface="Times New Roman"/>
                <a:cs typeface="Times New Roman"/>
              </a:rPr>
              <a:t>е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2900" y="43183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12900" y="4318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98700" y="43945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98700" y="4394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98700" y="50803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98700" y="5080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36700" y="46231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36700" y="46228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60700" y="44707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60700" y="44704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70300" y="53089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0300" y="53086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98900" y="34039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98900" y="34036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0900" y="37087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0900" y="37084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89500" y="43945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89500" y="4394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03700" y="43945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03700" y="4394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41700" y="30991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41700" y="30988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99100" y="51565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99100" y="5156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27700" y="40135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27700" y="4013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060700" y="60709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60700" y="60706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89500" y="28705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89500" y="2870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84900" y="49279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84900" y="49276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133600" y="308610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38100" y="0"/>
                </a:moveTo>
                <a:lnTo>
                  <a:pt x="0" y="38100"/>
                </a:lnTo>
                <a:lnTo>
                  <a:pt x="3581400" y="3619500"/>
                </a:lnTo>
                <a:lnTo>
                  <a:pt x="3619500" y="35814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46500" y="24895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746500" y="2489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898900" y="6528166"/>
            <a:ext cx="151765" cy="152400"/>
          </a:xfrm>
          <a:custGeom>
            <a:avLst/>
            <a:gdLst/>
            <a:ahLst/>
            <a:cxnLst/>
            <a:rect l="l" t="t" r="r" b="b"/>
            <a:pathLst>
              <a:path w="151764" h="152400">
                <a:moveTo>
                  <a:pt x="69670" y="0"/>
                </a:moveTo>
                <a:lnTo>
                  <a:pt x="31892" y="16276"/>
                </a:lnTo>
                <a:lnTo>
                  <a:pt x="5851" y="49391"/>
                </a:lnTo>
                <a:lnTo>
                  <a:pt x="0" y="75833"/>
                </a:lnTo>
                <a:lnTo>
                  <a:pt x="622" y="86785"/>
                </a:lnTo>
                <a:lnTo>
                  <a:pt x="17677" y="126543"/>
                </a:lnTo>
                <a:lnTo>
                  <a:pt x="51512" y="147943"/>
                </a:lnTo>
                <a:lnTo>
                  <a:pt x="79023" y="152006"/>
                </a:lnTo>
                <a:lnTo>
                  <a:pt x="94422" y="150766"/>
                </a:lnTo>
                <a:lnTo>
                  <a:pt x="129682" y="135211"/>
                </a:lnTo>
                <a:lnTo>
                  <a:pt x="148418" y="100068"/>
                </a:lnTo>
                <a:lnTo>
                  <a:pt x="151651" y="64590"/>
                </a:lnTo>
                <a:lnTo>
                  <a:pt x="148934" y="52039"/>
                </a:lnTo>
                <a:lnTo>
                  <a:pt x="128322" y="19420"/>
                </a:lnTo>
                <a:lnTo>
                  <a:pt x="87840" y="1285"/>
                </a:lnTo>
                <a:lnTo>
                  <a:pt x="6967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898900" y="65278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50800" y="139700"/>
                </a:moveTo>
                <a:lnTo>
                  <a:pt x="50800" y="152400"/>
                </a:lnTo>
                <a:lnTo>
                  <a:pt x="76200" y="165100"/>
                </a:lnTo>
                <a:lnTo>
                  <a:pt x="88900" y="165100"/>
                </a:lnTo>
                <a:lnTo>
                  <a:pt x="114300" y="152400"/>
                </a:lnTo>
                <a:lnTo>
                  <a:pt x="76200" y="152400"/>
                </a:lnTo>
                <a:lnTo>
                  <a:pt x="82550" y="150283"/>
                </a:lnTo>
                <a:lnTo>
                  <a:pt x="50800" y="139700"/>
                </a:lnTo>
                <a:close/>
              </a:path>
              <a:path w="165100" h="165100">
                <a:moveTo>
                  <a:pt x="12700" y="114300"/>
                </a:moveTo>
                <a:lnTo>
                  <a:pt x="25400" y="139700"/>
                </a:lnTo>
                <a:lnTo>
                  <a:pt x="50800" y="152400"/>
                </a:lnTo>
                <a:lnTo>
                  <a:pt x="25400" y="127000"/>
                </a:lnTo>
                <a:lnTo>
                  <a:pt x="38100" y="127000"/>
                </a:lnTo>
                <a:lnTo>
                  <a:pt x="12700" y="114300"/>
                </a:lnTo>
                <a:close/>
              </a:path>
              <a:path w="165100" h="165100">
                <a:moveTo>
                  <a:pt x="82550" y="150283"/>
                </a:moveTo>
                <a:lnTo>
                  <a:pt x="76200" y="152400"/>
                </a:lnTo>
                <a:lnTo>
                  <a:pt x="88900" y="152400"/>
                </a:lnTo>
                <a:lnTo>
                  <a:pt x="82550" y="150283"/>
                </a:lnTo>
                <a:close/>
              </a:path>
              <a:path w="165100" h="165100">
                <a:moveTo>
                  <a:pt x="114300" y="139700"/>
                </a:moveTo>
                <a:lnTo>
                  <a:pt x="82550" y="150283"/>
                </a:lnTo>
                <a:lnTo>
                  <a:pt x="88900" y="152400"/>
                </a:lnTo>
                <a:lnTo>
                  <a:pt x="114300" y="152400"/>
                </a:lnTo>
                <a:lnTo>
                  <a:pt x="114300" y="139700"/>
                </a:lnTo>
                <a:close/>
              </a:path>
              <a:path w="165100" h="165100">
                <a:moveTo>
                  <a:pt x="152400" y="114300"/>
                </a:moveTo>
                <a:lnTo>
                  <a:pt x="127000" y="127000"/>
                </a:lnTo>
                <a:lnTo>
                  <a:pt x="114300" y="152400"/>
                </a:lnTo>
                <a:lnTo>
                  <a:pt x="139700" y="139700"/>
                </a:lnTo>
                <a:lnTo>
                  <a:pt x="152400" y="114300"/>
                </a:lnTo>
                <a:close/>
              </a:path>
              <a:path w="165100" h="165100">
                <a:moveTo>
                  <a:pt x="12700" y="50800"/>
                </a:moveTo>
                <a:lnTo>
                  <a:pt x="0" y="50800"/>
                </a:lnTo>
                <a:lnTo>
                  <a:pt x="0" y="114300"/>
                </a:lnTo>
                <a:lnTo>
                  <a:pt x="12700" y="114300"/>
                </a:lnTo>
                <a:lnTo>
                  <a:pt x="12700" y="50800"/>
                </a:lnTo>
                <a:close/>
              </a:path>
              <a:path w="165100" h="165100">
                <a:moveTo>
                  <a:pt x="150283" y="82550"/>
                </a:moveTo>
                <a:lnTo>
                  <a:pt x="139700" y="114300"/>
                </a:lnTo>
                <a:lnTo>
                  <a:pt x="152400" y="114300"/>
                </a:lnTo>
                <a:lnTo>
                  <a:pt x="165100" y="88900"/>
                </a:lnTo>
                <a:lnTo>
                  <a:pt x="152400" y="88900"/>
                </a:lnTo>
                <a:lnTo>
                  <a:pt x="150283" y="82550"/>
                </a:lnTo>
                <a:close/>
              </a:path>
              <a:path w="165100" h="165100">
                <a:moveTo>
                  <a:pt x="152400" y="76200"/>
                </a:moveTo>
                <a:lnTo>
                  <a:pt x="150283" y="82550"/>
                </a:lnTo>
                <a:lnTo>
                  <a:pt x="152400" y="88900"/>
                </a:lnTo>
                <a:lnTo>
                  <a:pt x="152400" y="76200"/>
                </a:lnTo>
                <a:close/>
              </a:path>
              <a:path w="165100" h="165100">
                <a:moveTo>
                  <a:pt x="165100" y="76200"/>
                </a:moveTo>
                <a:lnTo>
                  <a:pt x="152400" y="762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76200"/>
                </a:lnTo>
                <a:close/>
              </a:path>
              <a:path w="165100" h="165100">
                <a:moveTo>
                  <a:pt x="152400" y="50800"/>
                </a:moveTo>
                <a:lnTo>
                  <a:pt x="139700" y="50800"/>
                </a:lnTo>
                <a:lnTo>
                  <a:pt x="150283" y="8255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52400" y="50800"/>
                </a:lnTo>
                <a:close/>
              </a:path>
              <a:path w="165100" h="165100">
                <a:moveTo>
                  <a:pt x="50800" y="12700"/>
                </a:moveTo>
                <a:lnTo>
                  <a:pt x="25400" y="25400"/>
                </a:lnTo>
                <a:lnTo>
                  <a:pt x="12700" y="50800"/>
                </a:lnTo>
                <a:lnTo>
                  <a:pt x="50800" y="12700"/>
                </a:lnTo>
                <a:close/>
              </a:path>
              <a:path w="165100" h="165100">
                <a:moveTo>
                  <a:pt x="139700" y="25400"/>
                </a:moveTo>
                <a:lnTo>
                  <a:pt x="127000" y="25400"/>
                </a:lnTo>
                <a:lnTo>
                  <a:pt x="152400" y="50800"/>
                </a:lnTo>
                <a:lnTo>
                  <a:pt x="139700" y="25400"/>
                </a:lnTo>
                <a:close/>
              </a:path>
              <a:path w="165100" h="165100">
                <a:moveTo>
                  <a:pt x="114300" y="12700"/>
                </a:moveTo>
                <a:lnTo>
                  <a:pt x="127000" y="38100"/>
                </a:lnTo>
                <a:lnTo>
                  <a:pt x="127000" y="25400"/>
                </a:lnTo>
                <a:lnTo>
                  <a:pt x="139700" y="25400"/>
                </a:lnTo>
                <a:lnTo>
                  <a:pt x="114300" y="12700"/>
                </a:lnTo>
                <a:close/>
              </a:path>
              <a:path w="165100" h="165100">
                <a:moveTo>
                  <a:pt x="1143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14600" y="2717800"/>
            <a:ext cx="2476500" cy="4051300"/>
          </a:xfrm>
          <a:custGeom>
            <a:avLst/>
            <a:gdLst/>
            <a:ahLst/>
            <a:cxnLst/>
            <a:rect l="l" t="t" r="r" b="b"/>
            <a:pathLst>
              <a:path w="2476500" h="4051300">
                <a:moveTo>
                  <a:pt x="38100" y="0"/>
                </a:moveTo>
                <a:lnTo>
                  <a:pt x="0" y="12700"/>
                </a:lnTo>
                <a:lnTo>
                  <a:pt x="2438400" y="4051300"/>
                </a:lnTo>
                <a:lnTo>
                  <a:pt x="2476500" y="40386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48000" y="2336800"/>
            <a:ext cx="1485900" cy="4660900"/>
          </a:xfrm>
          <a:custGeom>
            <a:avLst/>
            <a:gdLst/>
            <a:ahLst/>
            <a:cxnLst/>
            <a:rect l="l" t="t" r="r" b="b"/>
            <a:pathLst>
              <a:path w="1485900" h="4660900">
                <a:moveTo>
                  <a:pt x="38100" y="0"/>
                </a:moveTo>
                <a:lnTo>
                  <a:pt x="0" y="12700"/>
                </a:lnTo>
                <a:lnTo>
                  <a:pt x="1447800" y="4660900"/>
                </a:lnTo>
                <a:lnTo>
                  <a:pt x="1485900" y="4648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41500" y="3619500"/>
            <a:ext cx="4508500" cy="2400300"/>
          </a:xfrm>
          <a:custGeom>
            <a:avLst/>
            <a:gdLst/>
            <a:ahLst/>
            <a:cxnLst/>
            <a:rect l="l" t="t" r="r" b="b"/>
            <a:pathLst>
              <a:path w="4508500" h="2400300">
                <a:moveTo>
                  <a:pt x="12700" y="0"/>
                </a:moveTo>
                <a:lnTo>
                  <a:pt x="0" y="38100"/>
                </a:lnTo>
                <a:lnTo>
                  <a:pt x="4495800" y="2400300"/>
                </a:lnTo>
                <a:lnTo>
                  <a:pt x="4508500" y="236220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124700" y="3746500"/>
            <a:ext cx="3327400" cy="2054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6350" indent="2540" algn="ctr">
              <a:lnSpc>
                <a:spcPct val="100000"/>
              </a:lnSpc>
            </a:pPr>
            <a:r>
              <a:rPr sz="2000" spc="4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х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1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ск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</a:p>
          <a:p>
            <a:pPr>
              <a:lnSpc>
                <a:spcPts val="2900"/>
              </a:lnSpc>
              <a:spcBef>
                <a:spcPts val="79"/>
              </a:spcBef>
            </a:pPr>
            <a:endParaRPr sz="2900" dirty="0"/>
          </a:p>
          <a:p>
            <a:pPr marL="12700" marR="59690" indent="-6985" algn="ctr">
              <a:lnSpc>
                <a:spcPct val="100699"/>
              </a:lnSpc>
            </a:pP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1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я 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г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пл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сть 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лу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ч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ш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-5" dirty="0">
                <a:solidFill>
                  <a:srgbClr val="0000CC"/>
                </a:solidFill>
                <a:latin typeface="Arial"/>
                <a:cs typeface="Arial"/>
              </a:rPr>
              <a:t>я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93700"/>
            <a:ext cx="106934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д</a:t>
            </a:r>
            <a:r>
              <a:rPr b="1" spc="4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ор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ых</a:t>
            </a:r>
            <a:r>
              <a:rPr b="1" spc="21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оро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500" y="1308100"/>
            <a:ext cx="7442834" cy="988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1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dirty="0">
                <a:latin typeface="Arial"/>
                <a:cs typeface="Arial"/>
              </a:rPr>
              <a:t>ую 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i="1" spc="-15" dirty="0">
                <a:latin typeface="Arial"/>
                <a:cs typeface="Arial"/>
              </a:rPr>
              <a:t>о</a:t>
            </a:r>
            <a:r>
              <a:rPr sz="2000" i="1" spc="30" dirty="0">
                <a:latin typeface="Arial"/>
                <a:cs typeface="Arial"/>
              </a:rPr>
              <a:t>т</a:t>
            </a:r>
            <a:r>
              <a:rPr sz="2000" i="1" dirty="0">
                <a:latin typeface="Arial"/>
                <a:cs typeface="Arial"/>
              </a:rPr>
              <a:t>с</a:t>
            </a:r>
            <a:r>
              <a:rPr sz="2000" i="1" spc="30" dirty="0">
                <a:latin typeface="Arial"/>
                <a:cs typeface="Arial"/>
              </a:rPr>
              <a:t>т</a:t>
            </a:r>
            <a:r>
              <a:rPr sz="2000" i="1" dirty="0">
                <a:latin typeface="Arial"/>
                <a:cs typeface="Arial"/>
              </a:rPr>
              <a:t>уп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60" dirty="0">
                <a:latin typeface="Arial"/>
                <a:cs typeface="Arial"/>
              </a:rPr>
              <a:t>ы</a:t>
            </a:r>
            <a:r>
              <a:rPr sz="2000" spc="20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20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и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S</a:t>
            </a:r>
            <a:r>
              <a:rPr sz="2000" spc="-114" dirty="0">
                <a:latin typeface="Arial"/>
                <a:cs typeface="Arial"/>
              </a:rPr>
              <a:t>u</a:t>
            </a:r>
            <a:r>
              <a:rPr sz="2000" spc="-15" dirty="0">
                <a:latin typeface="Arial"/>
                <a:cs typeface="Arial"/>
              </a:rPr>
              <a:t>ppo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19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V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M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35" dirty="0">
                <a:latin typeface="Arial"/>
                <a:cs typeface="Arial"/>
              </a:rPr>
              <a:t>SV</a:t>
            </a:r>
            <a:r>
              <a:rPr sz="2000" spc="35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4700" y="2501900"/>
            <a:ext cx="1321435" cy="673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95" dirty="0">
                <a:latin typeface="Times New Roman"/>
                <a:cs typeface="Times New Roman"/>
              </a:rPr>
              <a:t>x</a:t>
            </a:r>
            <a:r>
              <a:rPr sz="1575" i="1" baseline="-21164" dirty="0">
                <a:latin typeface="Times New Roman"/>
                <a:cs typeface="Times New Roman"/>
              </a:rPr>
              <a:t>i </a:t>
            </a:r>
            <a:r>
              <a:rPr sz="1575" i="1" spc="-179" baseline="-2116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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800" b="1" spc="95" dirty="0">
                <a:latin typeface="Times New Roman"/>
                <a:cs typeface="Times New Roman"/>
              </a:rPr>
              <a:t>x</a:t>
            </a:r>
            <a:r>
              <a:rPr sz="1575" i="1" baseline="-26455" dirty="0">
                <a:latin typeface="Times New Roman"/>
                <a:cs typeface="Times New Roman"/>
              </a:rPr>
              <a:t>i </a:t>
            </a:r>
            <a:r>
              <a:rPr sz="1575" i="1" spc="-179" baseline="-26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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2100" y="2501900"/>
            <a:ext cx="2781935" cy="673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x</a:t>
            </a:r>
            <a:r>
              <a:rPr sz="1575" i="1" baseline="-21164" dirty="0">
                <a:latin typeface="Times New Roman"/>
                <a:cs typeface="Times New Roman"/>
              </a:rPr>
              <a:t>i </a:t>
            </a:r>
            <a:r>
              <a:rPr sz="1575" i="1" spc="-179" baseline="-2116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по</a:t>
            </a:r>
            <a:r>
              <a:rPr sz="1800" i="1" spc="10" dirty="0">
                <a:latin typeface="Times New Roman"/>
                <a:cs typeface="Times New Roman"/>
              </a:rPr>
              <a:t>л</a:t>
            </a:r>
            <a:r>
              <a:rPr sz="1800" i="1" dirty="0">
                <a:latin typeface="Times New Roman"/>
                <a:cs typeface="Times New Roman"/>
              </a:rPr>
              <a:t>о</a:t>
            </a:r>
            <a:r>
              <a:rPr sz="1800" i="1" spc="20" dirty="0">
                <a:latin typeface="Times New Roman"/>
                <a:cs typeface="Times New Roman"/>
              </a:rPr>
              <a:t>ж</a:t>
            </a:r>
            <a:r>
              <a:rPr sz="1800" i="1" dirty="0">
                <a:latin typeface="Times New Roman"/>
                <a:cs typeface="Times New Roman"/>
              </a:rPr>
              <a:t>ите</a:t>
            </a:r>
            <a:r>
              <a:rPr sz="1800" i="1" spc="10" dirty="0">
                <a:latin typeface="Times New Roman"/>
                <a:cs typeface="Times New Roman"/>
              </a:rPr>
              <a:t>л</a:t>
            </a:r>
            <a:r>
              <a:rPr sz="1800" i="1" spc="80" dirty="0">
                <a:latin typeface="Times New Roman"/>
                <a:cs typeface="Times New Roman"/>
              </a:rPr>
              <a:t>ь</a:t>
            </a:r>
            <a:r>
              <a:rPr sz="1800" i="1" spc="5" dirty="0">
                <a:latin typeface="Times New Roman"/>
                <a:cs typeface="Times New Roman"/>
              </a:rPr>
              <a:t>н</a:t>
            </a:r>
            <a:r>
              <a:rPr sz="1800" i="1" spc="-20" dirty="0">
                <a:latin typeface="Times New Roman"/>
                <a:cs typeface="Times New Roman"/>
              </a:rPr>
              <a:t>ы</a:t>
            </a:r>
            <a:r>
              <a:rPr sz="1800" i="1" dirty="0">
                <a:latin typeface="Times New Roman"/>
                <a:cs typeface="Times New Roman"/>
              </a:rPr>
              <a:t>е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575" i="1" baseline="-21164" dirty="0">
                <a:latin typeface="Times New Roman"/>
                <a:cs typeface="Times New Roman"/>
              </a:rPr>
              <a:t>i </a:t>
            </a:r>
            <a:r>
              <a:rPr sz="1575" i="1" spc="120" baseline="-2116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1)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00" b="1" spc="-5" dirty="0">
                <a:latin typeface="Times New Roman"/>
                <a:cs typeface="Times New Roman"/>
              </a:rPr>
              <a:t>x</a:t>
            </a:r>
            <a:r>
              <a:rPr sz="1575" i="1" baseline="-26455" dirty="0">
                <a:latin typeface="Times New Roman"/>
                <a:cs typeface="Times New Roman"/>
              </a:rPr>
              <a:t>i </a:t>
            </a:r>
            <a:r>
              <a:rPr sz="1575" i="1" spc="-179" baseline="-2645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отрицате</a:t>
            </a:r>
            <a:r>
              <a:rPr sz="1800" i="1" spc="10" dirty="0">
                <a:latin typeface="Times New Roman"/>
                <a:cs typeface="Times New Roman"/>
              </a:rPr>
              <a:t>л</a:t>
            </a:r>
            <a:r>
              <a:rPr sz="1800" i="1" spc="75" dirty="0">
                <a:latin typeface="Times New Roman"/>
                <a:cs typeface="Times New Roman"/>
              </a:rPr>
              <a:t>ь</a:t>
            </a:r>
            <a:r>
              <a:rPr sz="1800" i="1" spc="5" dirty="0">
                <a:latin typeface="Times New Roman"/>
                <a:cs typeface="Times New Roman"/>
              </a:rPr>
              <a:t>н</a:t>
            </a:r>
            <a:r>
              <a:rPr sz="1800" i="1" spc="-20" dirty="0">
                <a:latin typeface="Times New Roman"/>
                <a:cs typeface="Times New Roman"/>
              </a:rPr>
              <a:t>ы</a:t>
            </a:r>
            <a:r>
              <a:rPr sz="1800" i="1" dirty="0">
                <a:latin typeface="Times New Roman"/>
                <a:cs typeface="Times New Roman"/>
              </a:rPr>
              <a:t>е</a:t>
            </a:r>
            <a:r>
              <a:rPr sz="1800" i="1" spc="-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575" i="1" baseline="-26455" dirty="0">
                <a:latin typeface="Times New Roman"/>
                <a:cs typeface="Times New Roman"/>
              </a:rPr>
              <a:t>i </a:t>
            </a:r>
            <a:r>
              <a:rPr sz="1575" i="1" spc="120" baseline="-26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8500" y="5854700"/>
            <a:ext cx="848994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уп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35100" y="39751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730" y="0"/>
                </a:moveTo>
                <a:lnTo>
                  <a:pt x="16694" y="22826"/>
                </a:lnTo>
                <a:lnTo>
                  <a:pt x="0" y="63492"/>
                </a:lnTo>
                <a:lnTo>
                  <a:pt x="113" y="67072"/>
                </a:lnTo>
                <a:lnTo>
                  <a:pt x="18522" y="105808"/>
                </a:lnTo>
                <a:lnTo>
                  <a:pt x="54130" y="125538"/>
                </a:lnTo>
                <a:lnTo>
                  <a:pt x="66260" y="126947"/>
                </a:lnTo>
                <a:lnTo>
                  <a:pt x="81137" y="124997"/>
                </a:lnTo>
                <a:lnTo>
                  <a:pt x="114601" y="103335"/>
                </a:lnTo>
                <a:lnTo>
                  <a:pt x="126980" y="61663"/>
                </a:lnTo>
                <a:lnTo>
                  <a:pt x="125175" y="46571"/>
                </a:lnTo>
                <a:lnTo>
                  <a:pt x="103821" y="12590"/>
                </a:lnTo>
                <a:lnTo>
                  <a:pt x="6273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35100" y="3975100"/>
            <a:ext cx="139700" cy="127000"/>
          </a:xfrm>
          <a:custGeom>
            <a:avLst/>
            <a:gdLst/>
            <a:ahLst/>
            <a:cxnLst/>
            <a:rect l="l" t="t" r="r" b="b"/>
            <a:pathLst>
              <a:path w="139700" h="1270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88900" y="12700"/>
                </a:lnTo>
                <a:lnTo>
                  <a:pt x="114300" y="38100"/>
                </a:lnTo>
                <a:lnTo>
                  <a:pt x="127000" y="63500"/>
                </a:lnTo>
                <a:lnTo>
                  <a:pt x="114300" y="88900"/>
                </a:lnTo>
                <a:lnTo>
                  <a:pt x="101600" y="101600"/>
                </a:lnTo>
                <a:lnTo>
                  <a:pt x="114300" y="101600"/>
                </a:lnTo>
                <a:lnTo>
                  <a:pt x="88900" y="114300"/>
                </a:lnTo>
                <a:lnTo>
                  <a:pt x="25400" y="114300"/>
                </a:lnTo>
                <a:lnTo>
                  <a:pt x="38100" y="127000"/>
                </a:lnTo>
                <a:lnTo>
                  <a:pt x="88900" y="127000"/>
                </a:lnTo>
                <a:lnTo>
                  <a:pt x="114300" y="114300"/>
                </a:lnTo>
                <a:lnTo>
                  <a:pt x="139700" y="635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  <a:path w="139700" h="127000">
                <a:moveTo>
                  <a:pt x="50800" y="12700"/>
                </a:moveTo>
                <a:lnTo>
                  <a:pt x="12700" y="12700"/>
                </a:lnTo>
                <a:lnTo>
                  <a:pt x="0" y="38100"/>
                </a:lnTo>
                <a:lnTo>
                  <a:pt x="0" y="88900"/>
                </a:lnTo>
                <a:lnTo>
                  <a:pt x="12700" y="114300"/>
                </a:lnTo>
                <a:lnTo>
                  <a:pt x="50800" y="114300"/>
                </a:lnTo>
                <a:lnTo>
                  <a:pt x="25400" y="101600"/>
                </a:lnTo>
                <a:lnTo>
                  <a:pt x="12700" y="88900"/>
                </a:lnTo>
                <a:lnTo>
                  <a:pt x="12700" y="38100"/>
                </a:lnTo>
                <a:lnTo>
                  <a:pt x="25400" y="25400"/>
                </a:lnTo>
                <a:lnTo>
                  <a:pt x="508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06688" y="40386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66" y="0"/>
                </a:moveTo>
                <a:lnTo>
                  <a:pt x="21996" y="13325"/>
                </a:lnTo>
                <a:lnTo>
                  <a:pt x="1399" y="48125"/>
                </a:lnTo>
                <a:lnTo>
                  <a:pt x="0" y="66134"/>
                </a:lnTo>
                <a:lnTo>
                  <a:pt x="2119" y="77475"/>
                </a:lnTo>
                <a:lnTo>
                  <a:pt x="24140" y="110993"/>
                </a:lnTo>
                <a:lnTo>
                  <a:pt x="66461" y="126910"/>
                </a:lnTo>
                <a:lnTo>
                  <a:pt x="81270" y="124067"/>
                </a:lnTo>
                <a:lnTo>
                  <a:pt x="114574" y="97784"/>
                </a:lnTo>
                <a:lnTo>
                  <a:pt x="126884" y="61335"/>
                </a:lnTo>
                <a:lnTo>
                  <a:pt x="125028" y="46319"/>
                </a:lnTo>
                <a:lnTo>
                  <a:pt x="103565" y="12519"/>
                </a:lnTo>
                <a:lnTo>
                  <a:pt x="62266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06600" y="40259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63500" y="0"/>
                </a:moveTo>
                <a:lnTo>
                  <a:pt x="12700" y="25400"/>
                </a:lnTo>
                <a:lnTo>
                  <a:pt x="0" y="50800"/>
                </a:lnTo>
                <a:lnTo>
                  <a:pt x="0" y="101600"/>
                </a:lnTo>
                <a:lnTo>
                  <a:pt x="12700" y="127000"/>
                </a:lnTo>
                <a:lnTo>
                  <a:pt x="38100" y="139700"/>
                </a:lnTo>
                <a:lnTo>
                  <a:pt x="88900" y="139700"/>
                </a:lnTo>
                <a:lnTo>
                  <a:pt x="114300" y="127000"/>
                </a:lnTo>
                <a:lnTo>
                  <a:pt x="38100" y="127000"/>
                </a:lnTo>
                <a:lnTo>
                  <a:pt x="25400" y="114300"/>
                </a:lnTo>
                <a:lnTo>
                  <a:pt x="19050" y="101600"/>
                </a:lnTo>
                <a:lnTo>
                  <a:pt x="12700" y="101600"/>
                </a:lnTo>
                <a:lnTo>
                  <a:pt x="12700" y="508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39700" h="139700">
                <a:moveTo>
                  <a:pt x="114300" y="88900"/>
                </a:moveTo>
                <a:lnTo>
                  <a:pt x="101600" y="114300"/>
                </a:lnTo>
                <a:lnTo>
                  <a:pt x="88900" y="127000"/>
                </a:lnTo>
                <a:lnTo>
                  <a:pt x="114300" y="127000"/>
                </a:lnTo>
                <a:lnTo>
                  <a:pt x="127000" y="101600"/>
                </a:lnTo>
                <a:lnTo>
                  <a:pt x="114300" y="101600"/>
                </a:lnTo>
                <a:lnTo>
                  <a:pt x="114300" y="88900"/>
                </a:lnTo>
                <a:close/>
              </a:path>
              <a:path w="139700" h="139700">
                <a:moveTo>
                  <a:pt x="12700" y="88900"/>
                </a:moveTo>
                <a:lnTo>
                  <a:pt x="12700" y="101600"/>
                </a:lnTo>
                <a:lnTo>
                  <a:pt x="19050" y="101600"/>
                </a:lnTo>
                <a:lnTo>
                  <a:pt x="12700" y="88900"/>
                </a:lnTo>
                <a:close/>
              </a:path>
              <a:path w="139700" h="1397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114300" y="50800"/>
                </a:lnTo>
                <a:lnTo>
                  <a:pt x="127000" y="76200"/>
                </a:lnTo>
                <a:lnTo>
                  <a:pt x="114300" y="1016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06600" y="459740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1478" y="74075"/>
                </a:lnTo>
                <a:lnTo>
                  <a:pt x="37333" y="108459"/>
                </a:lnTo>
                <a:lnTo>
                  <a:pt x="72248" y="113832"/>
                </a:lnTo>
                <a:lnTo>
                  <a:pt x="87828" y="110474"/>
                </a:lnTo>
                <a:lnTo>
                  <a:pt x="120171" y="85441"/>
                </a:lnTo>
                <a:lnTo>
                  <a:pt x="126972" y="61335"/>
                </a:lnTo>
                <a:lnTo>
                  <a:pt x="125116" y="46319"/>
                </a:lnTo>
                <a:lnTo>
                  <a:pt x="10365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06600" y="45847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88900" y="114300"/>
                </a:moveTo>
                <a:lnTo>
                  <a:pt x="63500" y="127000"/>
                </a:lnTo>
                <a:lnTo>
                  <a:pt x="38100" y="127000"/>
                </a:lnTo>
                <a:lnTo>
                  <a:pt x="63500" y="139700"/>
                </a:lnTo>
                <a:lnTo>
                  <a:pt x="88900" y="127000"/>
                </a:lnTo>
                <a:lnTo>
                  <a:pt x="63500" y="127000"/>
                </a:lnTo>
                <a:lnTo>
                  <a:pt x="38100" y="114300"/>
                </a:lnTo>
                <a:lnTo>
                  <a:pt x="88900" y="114300"/>
                </a:lnTo>
                <a:close/>
              </a:path>
              <a:path w="139700" h="139700">
                <a:moveTo>
                  <a:pt x="63500" y="0"/>
                </a:move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38100" y="1270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39700" h="139700">
                <a:moveTo>
                  <a:pt x="123825" y="69850"/>
                </a:moveTo>
                <a:lnTo>
                  <a:pt x="101600" y="114300"/>
                </a:lnTo>
                <a:lnTo>
                  <a:pt x="88900" y="1270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27000" y="76200"/>
                </a:lnTo>
                <a:lnTo>
                  <a:pt x="123825" y="69850"/>
                </a:lnTo>
                <a:close/>
              </a:path>
              <a:path w="139700" h="139700">
                <a:moveTo>
                  <a:pt x="127000" y="63500"/>
                </a:moveTo>
                <a:lnTo>
                  <a:pt x="123825" y="69850"/>
                </a:lnTo>
                <a:lnTo>
                  <a:pt x="127000" y="76200"/>
                </a:lnTo>
                <a:lnTo>
                  <a:pt x="127000" y="63500"/>
                </a:lnTo>
                <a:close/>
              </a:path>
              <a:path w="139700" h="139700">
                <a:moveTo>
                  <a:pt x="139700" y="63500"/>
                </a:moveTo>
                <a:lnTo>
                  <a:pt x="127000" y="63500"/>
                </a:lnTo>
                <a:lnTo>
                  <a:pt x="127000" y="76200"/>
                </a:lnTo>
                <a:lnTo>
                  <a:pt x="139700" y="76200"/>
                </a:lnTo>
                <a:lnTo>
                  <a:pt x="139700" y="635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01600" y="25400"/>
                </a:lnTo>
                <a:lnTo>
                  <a:pt x="123825" y="69850"/>
                </a:lnTo>
                <a:lnTo>
                  <a:pt x="127000" y="63500"/>
                </a:lnTo>
                <a:lnTo>
                  <a:pt x="139700" y="635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38100" y="25400"/>
                </a:moveTo>
                <a:lnTo>
                  <a:pt x="25400" y="25400"/>
                </a:lnTo>
                <a:lnTo>
                  <a:pt x="25400" y="38100"/>
                </a:lnTo>
                <a:lnTo>
                  <a:pt x="38100" y="25400"/>
                </a:lnTo>
                <a:close/>
              </a:path>
              <a:path w="139700" h="1397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101600" y="38100"/>
                </a:lnTo>
                <a:lnTo>
                  <a:pt x="101600" y="254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71600" y="42164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730" y="0"/>
                </a:moveTo>
                <a:lnTo>
                  <a:pt x="27380" y="17387"/>
                </a:lnTo>
                <a:lnTo>
                  <a:pt x="2142" y="52093"/>
                </a:lnTo>
                <a:lnTo>
                  <a:pt x="0" y="63488"/>
                </a:lnTo>
                <a:lnTo>
                  <a:pt x="86" y="66618"/>
                </a:lnTo>
                <a:lnTo>
                  <a:pt x="18309" y="105639"/>
                </a:lnTo>
                <a:lnTo>
                  <a:pt x="53751" y="125533"/>
                </a:lnTo>
                <a:lnTo>
                  <a:pt x="65748" y="126958"/>
                </a:lnTo>
                <a:lnTo>
                  <a:pt x="80743" y="125088"/>
                </a:lnTo>
                <a:lnTo>
                  <a:pt x="114490" y="103597"/>
                </a:lnTo>
                <a:lnTo>
                  <a:pt x="126980" y="62250"/>
                </a:lnTo>
                <a:lnTo>
                  <a:pt x="125175" y="50810"/>
                </a:lnTo>
                <a:lnTo>
                  <a:pt x="103820" y="16504"/>
                </a:lnTo>
                <a:lnTo>
                  <a:pt x="6273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71600" y="42164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25400" y="101600"/>
                </a:moveTo>
                <a:lnTo>
                  <a:pt x="25400" y="114300"/>
                </a:lnTo>
                <a:lnTo>
                  <a:pt x="38100" y="127000"/>
                </a:lnTo>
                <a:lnTo>
                  <a:pt x="63500" y="139700"/>
                </a:lnTo>
                <a:lnTo>
                  <a:pt x="88900" y="127000"/>
                </a:lnTo>
                <a:lnTo>
                  <a:pt x="63500" y="127000"/>
                </a:lnTo>
                <a:lnTo>
                  <a:pt x="50800" y="114300"/>
                </a:lnTo>
                <a:lnTo>
                  <a:pt x="25400" y="101600"/>
                </a:lnTo>
                <a:close/>
              </a:path>
              <a:path w="139700" h="139700">
                <a:moveTo>
                  <a:pt x="114300" y="101600"/>
                </a:moveTo>
                <a:lnTo>
                  <a:pt x="63500" y="127000"/>
                </a:lnTo>
                <a:lnTo>
                  <a:pt x="101600" y="127000"/>
                </a:lnTo>
                <a:lnTo>
                  <a:pt x="114300" y="114300"/>
                </a:lnTo>
                <a:lnTo>
                  <a:pt x="101600" y="114300"/>
                </a:lnTo>
                <a:lnTo>
                  <a:pt x="114300" y="101600"/>
                </a:lnTo>
                <a:close/>
              </a:path>
              <a:path w="139700" h="139700">
                <a:moveTo>
                  <a:pt x="25400" y="25400"/>
                </a:move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27000" y="88900"/>
                </a:moveTo>
                <a:lnTo>
                  <a:pt x="101600" y="1143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27000" y="889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01600" y="25400"/>
                </a:lnTo>
                <a:lnTo>
                  <a:pt x="127000" y="50800"/>
                </a:lnTo>
                <a:lnTo>
                  <a:pt x="114300" y="50800"/>
                </a:lnTo>
                <a:lnTo>
                  <a:pt x="127000" y="63500"/>
                </a:lnTo>
                <a:lnTo>
                  <a:pt x="114300" y="88900"/>
                </a:lnTo>
                <a:lnTo>
                  <a:pt x="127000" y="88900"/>
                </a:lnTo>
                <a:lnTo>
                  <a:pt x="139700" y="63500"/>
                </a:lnTo>
                <a:lnTo>
                  <a:pt x="1270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50800" y="127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143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40100" y="323850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1075" y="72546"/>
                </a:lnTo>
                <a:lnTo>
                  <a:pt x="35744" y="108206"/>
                </a:lnTo>
                <a:lnTo>
                  <a:pt x="69714" y="113830"/>
                </a:lnTo>
                <a:lnTo>
                  <a:pt x="82620" y="110471"/>
                </a:lnTo>
                <a:lnTo>
                  <a:pt x="117679" y="85438"/>
                </a:lnTo>
                <a:lnTo>
                  <a:pt x="126959" y="61335"/>
                </a:lnTo>
                <a:lnTo>
                  <a:pt x="124305" y="46319"/>
                </a:lnTo>
                <a:lnTo>
                  <a:pt x="9827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27400" y="32258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114300"/>
                </a:moveTo>
                <a:lnTo>
                  <a:pt x="88900" y="127000"/>
                </a:lnTo>
                <a:lnTo>
                  <a:pt x="25400" y="127000"/>
                </a:lnTo>
                <a:lnTo>
                  <a:pt x="50800" y="139700"/>
                </a:lnTo>
                <a:lnTo>
                  <a:pt x="1016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14300" y="114300"/>
                </a:lnTo>
                <a:close/>
              </a:path>
              <a:path w="139700" h="139700">
                <a:moveTo>
                  <a:pt x="76200" y="0"/>
                </a:moveTo>
                <a:lnTo>
                  <a:pt x="25400" y="25400"/>
                </a:lnTo>
                <a:lnTo>
                  <a:pt x="12700" y="38100"/>
                </a:lnTo>
                <a:lnTo>
                  <a:pt x="12700" y="50800"/>
                </a:lnTo>
                <a:lnTo>
                  <a:pt x="0" y="63500"/>
                </a:lnTo>
                <a:lnTo>
                  <a:pt x="0" y="76200"/>
                </a:lnTo>
                <a:lnTo>
                  <a:pt x="12700" y="101600"/>
                </a:lnTo>
                <a:lnTo>
                  <a:pt x="25400" y="114300"/>
                </a:lnTo>
                <a:lnTo>
                  <a:pt x="38100" y="114300"/>
                </a:lnTo>
                <a:lnTo>
                  <a:pt x="19050" y="76200"/>
                </a:lnTo>
                <a:lnTo>
                  <a:pt x="12700" y="76200"/>
                </a:lnTo>
                <a:lnTo>
                  <a:pt x="12700" y="63500"/>
                </a:lnTo>
                <a:lnTo>
                  <a:pt x="19050" y="63500"/>
                </a:lnTo>
                <a:lnTo>
                  <a:pt x="31750" y="38100"/>
                </a:lnTo>
                <a:lnTo>
                  <a:pt x="25400" y="38100"/>
                </a:lnTo>
                <a:lnTo>
                  <a:pt x="38100" y="25400"/>
                </a:lnTo>
                <a:lnTo>
                  <a:pt x="50800" y="25400"/>
                </a:lnTo>
                <a:lnTo>
                  <a:pt x="762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127000" y="25400"/>
                </a:moveTo>
                <a:lnTo>
                  <a:pt x="114300" y="25400"/>
                </a:ln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270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27000" y="25400"/>
                </a:lnTo>
                <a:close/>
              </a:path>
              <a:path w="139700" h="139700">
                <a:moveTo>
                  <a:pt x="12700" y="63500"/>
                </a:moveTo>
                <a:lnTo>
                  <a:pt x="12700" y="76200"/>
                </a:lnTo>
                <a:lnTo>
                  <a:pt x="15875" y="69850"/>
                </a:lnTo>
                <a:lnTo>
                  <a:pt x="12700" y="63500"/>
                </a:lnTo>
                <a:close/>
              </a:path>
              <a:path w="139700" h="139700">
                <a:moveTo>
                  <a:pt x="15875" y="69850"/>
                </a:moveTo>
                <a:lnTo>
                  <a:pt x="12700" y="76200"/>
                </a:lnTo>
                <a:lnTo>
                  <a:pt x="19050" y="76200"/>
                </a:lnTo>
                <a:lnTo>
                  <a:pt x="15875" y="69850"/>
                </a:lnTo>
                <a:close/>
              </a:path>
              <a:path w="139700" h="139700">
                <a:moveTo>
                  <a:pt x="19050" y="63500"/>
                </a:moveTo>
                <a:lnTo>
                  <a:pt x="12700" y="63500"/>
                </a:lnTo>
                <a:lnTo>
                  <a:pt x="15875" y="69850"/>
                </a:lnTo>
                <a:lnTo>
                  <a:pt x="19050" y="63500"/>
                </a:lnTo>
                <a:close/>
              </a:path>
              <a:path w="139700" h="139700">
                <a:moveTo>
                  <a:pt x="38100" y="25400"/>
                </a:moveTo>
                <a:lnTo>
                  <a:pt x="25400" y="38100"/>
                </a:lnTo>
                <a:lnTo>
                  <a:pt x="33866" y="33866"/>
                </a:lnTo>
                <a:lnTo>
                  <a:pt x="38100" y="25400"/>
                </a:lnTo>
                <a:close/>
              </a:path>
              <a:path w="139700" h="139700">
                <a:moveTo>
                  <a:pt x="33866" y="33866"/>
                </a:moveTo>
                <a:lnTo>
                  <a:pt x="25400" y="38100"/>
                </a:lnTo>
                <a:lnTo>
                  <a:pt x="31750" y="38100"/>
                </a:lnTo>
                <a:lnTo>
                  <a:pt x="33866" y="33866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76200" y="12700"/>
                </a:lnTo>
                <a:lnTo>
                  <a:pt x="88900" y="25400"/>
                </a:lnTo>
                <a:lnTo>
                  <a:pt x="114300" y="381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  <a:path w="139700" h="139700">
                <a:moveTo>
                  <a:pt x="50800" y="25400"/>
                </a:moveTo>
                <a:lnTo>
                  <a:pt x="38100" y="25400"/>
                </a:lnTo>
                <a:lnTo>
                  <a:pt x="33866" y="33866"/>
                </a:lnTo>
                <a:lnTo>
                  <a:pt x="50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62400" y="34798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730" y="0"/>
                </a:moveTo>
                <a:lnTo>
                  <a:pt x="16694" y="22826"/>
                </a:lnTo>
                <a:lnTo>
                  <a:pt x="0" y="63492"/>
                </a:lnTo>
                <a:lnTo>
                  <a:pt x="113" y="67072"/>
                </a:lnTo>
                <a:lnTo>
                  <a:pt x="18522" y="105808"/>
                </a:lnTo>
                <a:lnTo>
                  <a:pt x="54130" y="125538"/>
                </a:lnTo>
                <a:lnTo>
                  <a:pt x="66260" y="126947"/>
                </a:lnTo>
                <a:lnTo>
                  <a:pt x="81137" y="124997"/>
                </a:lnTo>
                <a:lnTo>
                  <a:pt x="114601" y="103335"/>
                </a:lnTo>
                <a:lnTo>
                  <a:pt x="126980" y="61663"/>
                </a:lnTo>
                <a:lnTo>
                  <a:pt x="125175" y="46571"/>
                </a:lnTo>
                <a:lnTo>
                  <a:pt x="103821" y="12590"/>
                </a:lnTo>
                <a:lnTo>
                  <a:pt x="6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62400" y="3479800"/>
            <a:ext cx="139700" cy="127000"/>
          </a:xfrm>
          <a:custGeom>
            <a:avLst/>
            <a:gdLst/>
            <a:ahLst/>
            <a:cxnLst/>
            <a:rect l="l" t="t" r="r" b="b"/>
            <a:pathLst>
              <a:path w="139700" h="127000">
                <a:moveTo>
                  <a:pt x="101600" y="0"/>
                </a:moveTo>
                <a:lnTo>
                  <a:pt x="38100" y="0"/>
                </a:lnTo>
                <a:lnTo>
                  <a:pt x="0" y="38100"/>
                </a:lnTo>
                <a:lnTo>
                  <a:pt x="0" y="88900"/>
                </a:lnTo>
                <a:lnTo>
                  <a:pt x="38100" y="127000"/>
                </a:lnTo>
                <a:lnTo>
                  <a:pt x="101600" y="127000"/>
                </a:lnTo>
                <a:lnTo>
                  <a:pt x="114300" y="114300"/>
                </a:lnTo>
                <a:lnTo>
                  <a:pt x="50800" y="114300"/>
                </a:lnTo>
                <a:lnTo>
                  <a:pt x="25400" y="101600"/>
                </a:lnTo>
                <a:lnTo>
                  <a:pt x="12700" y="88900"/>
                </a:lnTo>
                <a:lnTo>
                  <a:pt x="12700" y="38100"/>
                </a:lnTo>
                <a:lnTo>
                  <a:pt x="19050" y="38100"/>
                </a:lnTo>
                <a:lnTo>
                  <a:pt x="25400" y="25400"/>
                </a:lnTo>
                <a:lnTo>
                  <a:pt x="50800" y="127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  <a:path w="139700" h="127000">
                <a:moveTo>
                  <a:pt x="139700" y="38100"/>
                </a:moveTo>
                <a:lnTo>
                  <a:pt x="127000" y="38100"/>
                </a:lnTo>
                <a:lnTo>
                  <a:pt x="127000" y="88900"/>
                </a:lnTo>
                <a:lnTo>
                  <a:pt x="114300" y="101600"/>
                </a:lnTo>
                <a:lnTo>
                  <a:pt x="88900" y="114300"/>
                </a:lnTo>
                <a:lnTo>
                  <a:pt x="114300" y="114300"/>
                </a:lnTo>
                <a:lnTo>
                  <a:pt x="139700" y="88900"/>
                </a:lnTo>
                <a:lnTo>
                  <a:pt x="139700" y="38100"/>
                </a:lnTo>
                <a:close/>
              </a:path>
              <a:path w="139700" h="127000">
                <a:moveTo>
                  <a:pt x="19050" y="38100"/>
                </a:moveTo>
                <a:lnTo>
                  <a:pt x="12700" y="38100"/>
                </a:lnTo>
                <a:lnTo>
                  <a:pt x="12700" y="50800"/>
                </a:lnTo>
                <a:lnTo>
                  <a:pt x="19050" y="38100"/>
                </a:lnTo>
                <a:close/>
              </a:path>
              <a:path w="139700" h="127000">
                <a:moveTo>
                  <a:pt x="1143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39700" y="381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52900" y="40386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730" y="0"/>
                </a:moveTo>
                <a:lnTo>
                  <a:pt x="16694" y="22826"/>
                </a:lnTo>
                <a:lnTo>
                  <a:pt x="0" y="63492"/>
                </a:lnTo>
                <a:lnTo>
                  <a:pt x="114" y="65953"/>
                </a:lnTo>
                <a:lnTo>
                  <a:pt x="18529" y="100603"/>
                </a:lnTo>
                <a:lnTo>
                  <a:pt x="54132" y="124897"/>
                </a:lnTo>
                <a:lnTo>
                  <a:pt x="66260" y="126925"/>
                </a:lnTo>
                <a:lnTo>
                  <a:pt x="81137" y="124143"/>
                </a:lnTo>
                <a:lnTo>
                  <a:pt x="114601" y="97941"/>
                </a:lnTo>
                <a:lnTo>
                  <a:pt x="126980" y="61663"/>
                </a:lnTo>
                <a:lnTo>
                  <a:pt x="125175" y="46571"/>
                </a:lnTo>
                <a:lnTo>
                  <a:pt x="103821" y="12590"/>
                </a:lnTo>
                <a:lnTo>
                  <a:pt x="6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52900" y="40259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3350" y="88900"/>
                </a:moveTo>
                <a:lnTo>
                  <a:pt x="127000" y="88900"/>
                </a:lnTo>
                <a:lnTo>
                  <a:pt x="101600" y="114300"/>
                </a:lnTo>
                <a:lnTo>
                  <a:pt x="114300" y="114300"/>
                </a:lnTo>
                <a:lnTo>
                  <a:pt x="88900" y="127000"/>
                </a:lnTo>
                <a:lnTo>
                  <a:pt x="25400" y="127000"/>
                </a:lnTo>
                <a:lnTo>
                  <a:pt x="38100" y="139700"/>
                </a:lnTo>
                <a:lnTo>
                  <a:pt x="101600" y="139700"/>
                </a:lnTo>
                <a:lnTo>
                  <a:pt x="114300" y="127000"/>
                </a:lnTo>
                <a:lnTo>
                  <a:pt x="133350" y="88900"/>
                </a:lnTo>
                <a:close/>
              </a:path>
              <a:path w="139700" h="139700">
                <a:moveTo>
                  <a:pt x="76200" y="0"/>
                </a:moveTo>
                <a:lnTo>
                  <a:pt x="63500" y="0"/>
                </a:lnTo>
                <a:lnTo>
                  <a:pt x="38100" y="12700"/>
                </a:lnTo>
                <a:lnTo>
                  <a:pt x="25400" y="25400"/>
                </a:lnTo>
                <a:lnTo>
                  <a:pt x="12700" y="25400"/>
                </a:lnTo>
                <a:lnTo>
                  <a:pt x="0" y="50800"/>
                </a:lnTo>
                <a:lnTo>
                  <a:pt x="0" y="101600"/>
                </a:lnTo>
                <a:lnTo>
                  <a:pt x="127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9050" y="101600"/>
                </a:lnTo>
                <a:lnTo>
                  <a:pt x="12700" y="101600"/>
                </a:lnTo>
                <a:lnTo>
                  <a:pt x="12700" y="50800"/>
                </a:lnTo>
                <a:lnTo>
                  <a:pt x="25400" y="38100"/>
                </a:lnTo>
                <a:lnTo>
                  <a:pt x="69850" y="15875"/>
                </a:lnTo>
                <a:lnTo>
                  <a:pt x="635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12700" y="88900"/>
                </a:moveTo>
                <a:lnTo>
                  <a:pt x="12700" y="101600"/>
                </a:lnTo>
                <a:lnTo>
                  <a:pt x="19050" y="101600"/>
                </a:lnTo>
                <a:lnTo>
                  <a:pt x="12700" y="88900"/>
                </a:lnTo>
                <a:close/>
              </a:path>
              <a:path w="139700" h="139700">
                <a:moveTo>
                  <a:pt x="127000" y="50800"/>
                </a:moveTo>
                <a:lnTo>
                  <a:pt x="114300" y="50800"/>
                </a:lnTo>
                <a:lnTo>
                  <a:pt x="127000" y="76200"/>
                </a:lnTo>
                <a:lnTo>
                  <a:pt x="114300" y="101600"/>
                </a:lnTo>
                <a:lnTo>
                  <a:pt x="127000" y="88900"/>
                </a:lnTo>
                <a:lnTo>
                  <a:pt x="133350" y="88900"/>
                </a:lnTo>
                <a:lnTo>
                  <a:pt x="139700" y="76200"/>
                </a:lnTo>
                <a:lnTo>
                  <a:pt x="127000" y="50800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76200" y="12700"/>
                </a:lnTo>
                <a:lnTo>
                  <a:pt x="69850" y="15875"/>
                </a:lnTo>
                <a:lnTo>
                  <a:pt x="114300" y="38100"/>
                </a:lnTo>
                <a:lnTo>
                  <a:pt x="101600" y="38100"/>
                </a:lnTo>
                <a:lnTo>
                  <a:pt x="127000" y="508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  <a:path w="139700" h="139700">
                <a:moveTo>
                  <a:pt x="76200" y="12700"/>
                </a:moveTo>
                <a:lnTo>
                  <a:pt x="63500" y="12700"/>
                </a:lnTo>
                <a:lnTo>
                  <a:pt x="69850" y="15875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59164" y="29845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90" y="0"/>
                </a:moveTo>
                <a:lnTo>
                  <a:pt x="22020" y="17387"/>
                </a:lnTo>
                <a:lnTo>
                  <a:pt x="1423" y="52093"/>
                </a:lnTo>
                <a:lnTo>
                  <a:pt x="0" y="66795"/>
                </a:lnTo>
                <a:lnTo>
                  <a:pt x="2034" y="81545"/>
                </a:lnTo>
                <a:lnTo>
                  <a:pt x="23878" y="114706"/>
                </a:lnTo>
                <a:lnTo>
                  <a:pt x="65885" y="126953"/>
                </a:lnTo>
                <a:lnTo>
                  <a:pt x="80833" y="125051"/>
                </a:lnTo>
                <a:lnTo>
                  <a:pt x="114468" y="103494"/>
                </a:lnTo>
                <a:lnTo>
                  <a:pt x="126907" y="62025"/>
                </a:lnTo>
                <a:lnTo>
                  <a:pt x="125051" y="50600"/>
                </a:lnTo>
                <a:lnTo>
                  <a:pt x="103588" y="16418"/>
                </a:lnTo>
                <a:lnTo>
                  <a:pt x="6229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46400" y="29845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01600" y="0"/>
                </a:moveTo>
                <a:lnTo>
                  <a:pt x="50800" y="0"/>
                </a:lnTo>
                <a:lnTo>
                  <a:pt x="25400" y="12700"/>
                </a:lnTo>
                <a:lnTo>
                  <a:pt x="0" y="63500"/>
                </a:lnTo>
                <a:lnTo>
                  <a:pt x="25400" y="114300"/>
                </a:lnTo>
                <a:lnTo>
                  <a:pt x="76200" y="139700"/>
                </a:lnTo>
                <a:lnTo>
                  <a:pt x="101600" y="127000"/>
                </a:lnTo>
                <a:lnTo>
                  <a:pt x="76200" y="127000"/>
                </a:lnTo>
                <a:lnTo>
                  <a:pt x="50800" y="114300"/>
                </a:lnTo>
                <a:lnTo>
                  <a:pt x="25400" y="88900"/>
                </a:lnTo>
                <a:lnTo>
                  <a:pt x="12700" y="63500"/>
                </a:lnTo>
                <a:lnTo>
                  <a:pt x="25400" y="38100"/>
                </a:lnTo>
                <a:lnTo>
                  <a:pt x="31750" y="38100"/>
                </a:lnTo>
                <a:lnTo>
                  <a:pt x="38100" y="25400"/>
                </a:lnTo>
                <a:lnTo>
                  <a:pt x="50800" y="12700"/>
                </a:lnTo>
                <a:lnTo>
                  <a:pt x="1270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39700" y="38100"/>
                </a:moveTo>
                <a:lnTo>
                  <a:pt x="127000" y="38100"/>
                </a:lnTo>
                <a:lnTo>
                  <a:pt x="127000" y="88900"/>
                </a:lnTo>
                <a:lnTo>
                  <a:pt x="114300" y="101600"/>
                </a:lnTo>
                <a:lnTo>
                  <a:pt x="88900" y="114300"/>
                </a:lnTo>
                <a:lnTo>
                  <a:pt x="101600" y="114300"/>
                </a:lnTo>
                <a:lnTo>
                  <a:pt x="76200" y="127000"/>
                </a:lnTo>
                <a:lnTo>
                  <a:pt x="101600" y="127000"/>
                </a:lnTo>
                <a:lnTo>
                  <a:pt x="127000" y="114300"/>
                </a:lnTo>
                <a:lnTo>
                  <a:pt x="139700" y="88900"/>
                </a:lnTo>
                <a:lnTo>
                  <a:pt x="139700" y="38100"/>
                </a:lnTo>
                <a:close/>
              </a:path>
              <a:path w="139700" h="139700">
                <a:moveTo>
                  <a:pt x="31750" y="38100"/>
                </a:moveTo>
                <a:lnTo>
                  <a:pt x="25400" y="38100"/>
                </a:lnTo>
                <a:lnTo>
                  <a:pt x="25400" y="50800"/>
                </a:lnTo>
                <a:lnTo>
                  <a:pt x="31750" y="38100"/>
                </a:lnTo>
                <a:close/>
              </a:path>
              <a:path w="139700" h="139700">
                <a:moveTo>
                  <a:pt x="1270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39700" y="38100"/>
                </a:lnTo>
                <a:lnTo>
                  <a:pt x="1270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60964" y="46482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90" y="0"/>
                </a:moveTo>
                <a:lnTo>
                  <a:pt x="22020" y="17387"/>
                </a:lnTo>
                <a:lnTo>
                  <a:pt x="1423" y="52093"/>
                </a:lnTo>
                <a:lnTo>
                  <a:pt x="0" y="66795"/>
                </a:lnTo>
                <a:lnTo>
                  <a:pt x="2034" y="81545"/>
                </a:lnTo>
                <a:lnTo>
                  <a:pt x="23878" y="114706"/>
                </a:lnTo>
                <a:lnTo>
                  <a:pt x="65885" y="126953"/>
                </a:lnTo>
                <a:lnTo>
                  <a:pt x="80833" y="125051"/>
                </a:lnTo>
                <a:lnTo>
                  <a:pt x="114468" y="103494"/>
                </a:lnTo>
                <a:lnTo>
                  <a:pt x="126907" y="62025"/>
                </a:lnTo>
                <a:lnTo>
                  <a:pt x="125051" y="50600"/>
                </a:lnTo>
                <a:lnTo>
                  <a:pt x="103588" y="16418"/>
                </a:lnTo>
                <a:lnTo>
                  <a:pt x="6229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60900" y="46482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88900" y="0"/>
                </a:moveTo>
                <a:lnTo>
                  <a:pt x="38100" y="0"/>
                </a:lnTo>
                <a:lnTo>
                  <a:pt x="12700" y="12700"/>
                </a:ln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63500" y="139700"/>
                </a:lnTo>
                <a:lnTo>
                  <a:pt x="88900" y="127000"/>
                </a:lnTo>
                <a:lnTo>
                  <a:pt x="63500" y="127000"/>
                </a:lnTo>
                <a:lnTo>
                  <a:pt x="38100" y="1143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lnTo>
                  <a:pt x="50800" y="12700"/>
                </a:lnTo>
                <a:lnTo>
                  <a:pt x="114300" y="12700"/>
                </a:lnTo>
                <a:lnTo>
                  <a:pt x="88900" y="0"/>
                </a:lnTo>
                <a:close/>
              </a:path>
              <a:path w="139700" h="139700">
                <a:moveTo>
                  <a:pt x="105833" y="105833"/>
                </a:moveTo>
                <a:lnTo>
                  <a:pt x="63500" y="127000"/>
                </a:lnTo>
                <a:lnTo>
                  <a:pt x="88900" y="127000"/>
                </a:lnTo>
                <a:lnTo>
                  <a:pt x="114300" y="114300"/>
                </a:lnTo>
                <a:lnTo>
                  <a:pt x="101600" y="114300"/>
                </a:lnTo>
                <a:lnTo>
                  <a:pt x="105833" y="105833"/>
                </a:lnTo>
                <a:close/>
              </a:path>
              <a:path w="139700" h="139700">
                <a:moveTo>
                  <a:pt x="25400" y="101600"/>
                </a:moveTo>
                <a:lnTo>
                  <a:pt x="25400" y="114300"/>
                </a:lnTo>
                <a:lnTo>
                  <a:pt x="50800" y="114300"/>
                </a:lnTo>
                <a:lnTo>
                  <a:pt x="25400" y="101600"/>
                </a:lnTo>
                <a:close/>
              </a:path>
              <a:path w="139700" h="139700">
                <a:moveTo>
                  <a:pt x="114300" y="101600"/>
                </a:moveTo>
                <a:lnTo>
                  <a:pt x="105833" y="105833"/>
                </a:lnTo>
                <a:lnTo>
                  <a:pt x="101600" y="114300"/>
                </a:lnTo>
                <a:lnTo>
                  <a:pt x="114300" y="101600"/>
                </a:lnTo>
                <a:close/>
              </a:path>
              <a:path w="139700" h="139700">
                <a:moveTo>
                  <a:pt x="127000" y="101600"/>
                </a:moveTo>
                <a:lnTo>
                  <a:pt x="114300" y="101600"/>
                </a:lnTo>
                <a:lnTo>
                  <a:pt x="101600" y="114300"/>
                </a:lnTo>
                <a:lnTo>
                  <a:pt x="114300" y="114300"/>
                </a:lnTo>
                <a:lnTo>
                  <a:pt x="127000" y="1016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01600" y="25400"/>
                </a:lnTo>
                <a:lnTo>
                  <a:pt x="114300" y="50800"/>
                </a:lnTo>
                <a:lnTo>
                  <a:pt x="127000" y="63500"/>
                </a:lnTo>
                <a:lnTo>
                  <a:pt x="105833" y="105833"/>
                </a:lnTo>
                <a:lnTo>
                  <a:pt x="114300" y="101600"/>
                </a:lnTo>
                <a:lnTo>
                  <a:pt x="127000" y="101600"/>
                </a:lnTo>
                <a:lnTo>
                  <a:pt x="127000" y="88900"/>
                </a:lnTo>
                <a:lnTo>
                  <a:pt x="139700" y="63500"/>
                </a:lnTo>
                <a:lnTo>
                  <a:pt x="1270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1143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51400" y="3734095"/>
            <a:ext cx="126364" cy="113664"/>
          </a:xfrm>
          <a:custGeom>
            <a:avLst/>
            <a:gdLst/>
            <a:ahLst/>
            <a:cxnLst/>
            <a:rect l="l" t="t" r="r" b="b"/>
            <a:pathLst>
              <a:path w="126364" h="113664">
                <a:moveTo>
                  <a:pt x="56458" y="0"/>
                </a:moveTo>
                <a:lnTo>
                  <a:pt x="15420" y="17415"/>
                </a:lnTo>
                <a:lnTo>
                  <a:pt x="0" y="50504"/>
                </a:lnTo>
                <a:lnTo>
                  <a:pt x="574" y="60150"/>
                </a:lnTo>
                <a:lnTo>
                  <a:pt x="17113" y="95001"/>
                </a:lnTo>
                <a:lnTo>
                  <a:pt x="55712" y="112345"/>
                </a:lnTo>
                <a:lnTo>
                  <a:pt x="73300" y="113410"/>
                </a:lnTo>
                <a:lnTo>
                  <a:pt x="86526" y="110394"/>
                </a:lnTo>
                <a:lnTo>
                  <a:pt x="121577" y="73626"/>
                </a:lnTo>
                <a:lnTo>
                  <a:pt x="125817" y="41016"/>
                </a:lnTo>
                <a:lnTo>
                  <a:pt x="121517" y="30367"/>
                </a:lnTo>
                <a:lnTo>
                  <a:pt x="90772" y="5659"/>
                </a:lnTo>
                <a:lnTo>
                  <a:pt x="564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51400" y="37211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889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63500" y="139700"/>
                </a:lnTo>
                <a:lnTo>
                  <a:pt x="889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lnTo>
                  <a:pt x="50800" y="12700"/>
                </a:lnTo>
                <a:lnTo>
                  <a:pt x="88900" y="12700"/>
                </a:lnTo>
                <a:lnTo>
                  <a:pt x="88900" y="0"/>
                </a:lnTo>
                <a:close/>
              </a:path>
              <a:path w="139700" h="139700">
                <a:moveTo>
                  <a:pt x="38100" y="114300"/>
                </a:moveTo>
                <a:lnTo>
                  <a:pt x="50800" y="127000"/>
                </a:lnTo>
                <a:lnTo>
                  <a:pt x="63500" y="127000"/>
                </a:lnTo>
                <a:lnTo>
                  <a:pt x="38100" y="114300"/>
                </a:lnTo>
                <a:close/>
              </a:path>
              <a:path w="139700" h="139700">
                <a:moveTo>
                  <a:pt x="88900" y="114300"/>
                </a:moveTo>
                <a:lnTo>
                  <a:pt x="63500" y="127000"/>
                </a:lnTo>
                <a:lnTo>
                  <a:pt x="88900" y="127000"/>
                </a:lnTo>
                <a:lnTo>
                  <a:pt x="88900" y="114300"/>
                </a:lnTo>
                <a:close/>
              </a:path>
              <a:path w="139700" h="139700">
                <a:moveTo>
                  <a:pt x="123825" y="69850"/>
                </a:moveTo>
                <a:lnTo>
                  <a:pt x="101600" y="114300"/>
                </a:lnTo>
                <a:lnTo>
                  <a:pt x="88900" y="1270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27000" y="76200"/>
                </a:lnTo>
                <a:lnTo>
                  <a:pt x="123825" y="69850"/>
                </a:lnTo>
                <a:close/>
              </a:path>
              <a:path w="139700" h="139700">
                <a:moveTo>
                  <a:pt x="127000" y="63500"/>
                </a:moveTo>
                <a:lnTo>
                  <a:pt x="123825" y="69850"/>
                </a:lnTo>
                <a:lnTo>
                  <a:pt x="127000" y="76200"/>
                </a:lnTo>
                <a:lnTo>
                  <a:pt x="127000" y="63500"/>
                </a:lnTo>
                <a:close/>
              </a:path>
              <a:path w="139700" h="139700">
                <a:moveTo>
                  <a:pt x="139700" y="63500"/>
                </a:moveTo>
                <a:lnTo>
                  <a:pt x="127000" y="63500"/>
                </a:lnTo>
                <a:lnTo>
                  <a:pt x="127000" y="76200"/>
                </a:lnTo>
                <a:lnTo>
                  <a:pt x="139700" y="76200"/>
                </a:lnTo>
                <a:lnTo>
                  <a:pt x="139700" y="63500"/>
                </a:lnTo>
                <a:close/>
              </a:path>
              <a:path w="139700" h="139700">
                <a:moveTo>
                  <a:pt x="88900" y="12700"/>
                </a:moveTo>
                <a:lnTo>
                  <a:pt x="101600" y="25400"/>
                </a:lnTo>
                <a:lnTo>
                  <a:pt x="123825" y="69850"/>
                </a:lnTo>
                <a:lnTo>
                  <a:pt x="127000" y="63500"/>
                </a:lnTo>
                <a:lnTo>
                  <a:pt x="139700" y="63500"/>
                </a:lnTo>
                <a:lnTo>
                  <a:pt x="127000" y="381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41688" y="53975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66" y="0"/>
                </a:moveTo>
                <a:lnTo>
                  <a:pt x="21996" y="13325"/>
                </a:lnTo>
                <a:lnTo>
                  <a:pt x="1399" y="48125"/>
                </a:lnTo>
                <a:lnTo>
                  <a:pt x="0" y="66134"/>
                </a:lnTo>
                <a:lnTo>
                  <a:pt x="2119" y="77475"/>
                </a:lnTo>
                <a:lnTo>
                  <a:pt x="24140" y="110993"/>
                </a:lnTo>
                <a:lnTo>
                  <a:pt x="66461" y="126910"/>
                </a:lnTo>
                <a:lnTo>
                  <a:pt x="81270" y="124067"/>
                </a:lnTo>
                <a:lnTo>
                  <a:pt x="114574" y="97784"/>
                </a:lnTo>
                <a:lnTo>
                  <a:pt x="126884" y="61335"/>
                </a:lnTo>
                <a:lnTo>
                  <a:pt x="125028" y="46319"/>
                </a:lnTo>
                <a:lnTo>
                  <a:pt x="103565" y="12519"/>
                </a:lnTo>
                <a:lnTo>
                  <a:pt x="62266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28900" y="53848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76200" y="0"/>
                </a:moveTo>
                <a:lnTo>
                  <a:pt x="25400" y="25400"/>
                </a:lnTo>
                <a:lnTo>
                  <a:pt x="0" y="76200"/>
                </a:lnTo>
                <a:lnTo>
                  <a:pt x="25400" y="127000"/>
                </a:lnTo>
                <a:lnTo>
                  <a:pt x="50800" y="139700"/>
                </a:lnTo>
                <a:lnTo>
                  <a:pt x="101600" y="139700"/>
                </a:lnTo>
                <a:lnTo>
                  <a:pt x="127000" y="127000"/>
                </a:lnTo>
                <a:lnTo>
                  <a:pt x="50800" y="127000"/>
                </a:lnTo>
                <a:lnTo>
                  <a:pt x="38100" y="114300"/>
                </a:lnTo>
                <a:lnTo>
                  <a:pt x="31750" y="101600"/>
                </a:lnTo>
                <a:lnTo>
                  <a:pt x="25400" y="101600"/>
                </a:lnTo>
                <a:lnTo>
                  <a:pt x="12700" y="76200"/>
                </a:lnTo>
                <a:lnTo>
                  <a:pt x="25400" y="50800"/>
                </a:lnTo>
                <a:lnTo>
                  <a:pt x="50800" y="25400"/>
                </a:lnTo>
                <a:lnTo>
                  <a:pt x="762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127000" y="88900"/>
                </a:moveTo>
                <a:lnTo>
                  <a:pt x="114300" y="114300"/>
                </a:lnTo>
                <a:lnTo>
                  <a:pt x="101600" y="127000"/>
                </a:lnTo>
                <a:lnTo>
                  <a:pt x="127000" y="127000"/>
                </a:lnTo>
                <a:lnTo>
                  <a:pt x="139700" y="101600"/>
                </a:lnTo>
                <a:lnTo>
                  <a:pt x="127000" y="101600"/>
                </a:lnTo>
                <a:lnTo>
                  <a:pt x="127000" y="88900"/>
                </a:lnTo>
                <a:close/>
              </a:path>
              <a:path w="139700" h="139700">
                <a:moveTo>
                  <a:pt x="25400" y="88900"/>
                </a:moveTo>
                <a:lnTo>
                  <a:pt x="25400" y="101600"/>
                </a:lnTo>
                <a:lnTo>
                  <a:pt x="31750" y="101600"/>
                </a:lnTo>
                <a:lnTo>
                  <a:pt x="25400" y="88900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76200" y="12700"/>
                </a:lnTo>
                <a:lnTo>
                  <a:pt x="101600" y="25400"/>
                </a:lnTo>
                <a:lnTo>
                  <a:pt x="127000" y="50800"/>
                </a:lnTo>
                <a:lnTo>
                  <a:pt x="127000" y="101600"/>
                </a:lnTo>
                <a:lnTo>
                  <a:pt x="139700" y="101600"/>
                </a:lnTo>
                <a:lnTo>
                  <a:pt x="139700" y="50800"/>
                </a:lnTo>
                <a:lnTo>
                  <a:pt x="127000" y="254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52900" y="280670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62730" y="0"/>
                </a:moveTo>
                <a:lnTo>
                  <a:pt x="16694" y="22826"/>
                </a:lnTo>
                <a:lnTo>
                  <a:pt x="0" y="63492"/>
                </a:lnTo>
                <a:lnTo>
                  <a:pt x="2053" y="73909"/>
                </a:lnTo>
                <a:lnTo>
                  <a:pt x="29193" y="102080"/>
                </a:lnTo>
                <a:lnTo>
                  <a:pt x="71988" y="113859"/>
                </a:lnTo>
                <a:lnTo>
                  <a:pt x="87638" y="110541"/>
                </a:lnTo>
                <a:lnTo>
                  <a:pt x="120139" y="85607"/>
                </a:lnTo>
                <a:lnTo>
                  <a:pt x="126980" y="61663"/>
                </a:lnTo>
                <a:lnTo>
                  <a:pt x="125175" y="46571"/>
                </a:lnTo>
                <a:lnTo>
                  <a:pt x="103821" y="12590"/>
                </a:lnTo>
                <a:lnTo>
                  <a:pt x="6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52900" y="27940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114300"/>
                </a:moveTo>
                <a:lnTo>
                  <a:pt x="88900" y="127000"/>
                </a:lnTo>
                <a:lnTo>
                  <a:pt x="25400" y="127000"/>
                </a:lnTo>
                <a:lnTo>
                  <a:pt x="38100" y="139700"/>
                </a:lnTo>
                <a:lnTo>
                  <a:pt x="1016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14300" y="114300"/>
                </a:lnTo>
                <a:close/>
              </a:path>
              <a:path w="139700" h="139700">
                <a:moveTo>
                  <a:pt x="25400" y="25400"/>
                </a:move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23825" y="69850"/>
                </a:moveTo>
                <a:lnTo>
                  <a:pt x="114300" y="88900"/>
                </a:lnTo>
                <a:lnTo>
                  <a:pt x="127000" y="88900"/>
                </a:lnTo>
                <a:lnTo>
                  <a:pt x="101600" y="1143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27000" y="76200"/>
                </a:lnTo>
                <a:lnTo>
                  <a:pt x="123825" y="69850"/>
                </a:lnTo>
                <a:close/>
              </a:path>
              <a:path w="139700" h="139700">
                <a:moveTo>
                  <a:pt x="127000" y="63500"/>
                </a:moveTo>
                <a:lnTo>
                  <a:pt x="123825" y="69850"/>
                </a:lnTo>
                <a:lnTo>
                  <a:pt x="127000" y="76200"/>
                </a:lnTo>
                <a:lnTo>
                  <a:pt x="127000" y="63500"/>
                </a:lnTo>
                <a:close/>
              </a:path>
              <a:path w="139700" h="139700">
                <a:moveTo>
                  <a:pt x="139700" y="63500"/>
                </a:moveTo>
                <a:lnTo>
                  <a:pt x="127000" y="63500"/>
                </a:lnTo>
                <a:lnTo>
                  <a:pt x="127000" y="76200"/>
                </a:lnTo>
                <a:lnTo>
                  <a:pt x="139700" y="76200"/>
                </a:lnTo>
                <a:lnTo>
                  <a:pt x="139700" y="63500"/>
                </a:lnTo>
                <a:close/>
              </a:path>
              <a:path w="139700" h="139700">
                <a:moveTo>
                  <a:pt x="127000" y="50800"/>
                </a:moveTo>
                <a:lnTo>
                  <a:pt x="114300" y="50800"/>
                </a:lnTo>
                <a:lnTo>
                  <a:pt x="123825" y="69850"/>
                </a:lnTo>
                <a:lnTo>
                  <a:pt x="127000" y="63500"/>
                </a:lnTo>
                <a:lnTo>
                  <a:pt x="139700" y="63500"/>
                </a:lnTo>
                <a:lnTo>
                  <a:pt x="127000" y="508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01600" y="254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76200" y="0"/>
                </a:moveTo>
                <a:lnTo>
                  <a:pt x="63500" y="0"/>
                </a:lnTo>
                <a:lnTo>
                  <a:pt x="38100" y="12700"/>
                </a:lnTo>
                <a:lnTo>
                  <a:pt x="25400" y="25400"/>
                </a:lnTo>
                <a:lnTo>
                  <a:pt x="25400" y="38100"/>
                </a:lnTo>
                <a:lnTo>
                  <a:pt x="69850" y="15875"/>
                </a:lnTo>
                <a:lnTo>
                  <a:pt x="635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76200" y="12700"/>
                </a:lnTo>
                <a:lnTo>
                  <a:pt x="69850" y="15875"/>
                </a:lnTo>
                <a:lnTo>
                  <a:pt x="114300" y="38100"/>
                </a:lnTo>
                <a:lnTo>
                  <a:pt x="101600" y="254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  <a:path w="139700" h="139700">
                <a:moveTo>
                  <a:pt x="76200" y="12700"/>
                </a:moveTo>
                <a:lnTo>
                  <a:pt x="63500" y="12700"/>
                </a:lnTo>
                <a:lnTo>
                  <a:pt x="69850" y="15875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32487" y="44704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67" y="0"/>
                </a:moveTo>
                <a:lnTo>
                  <a:pt x="21997" y="13325"/>
                </a:lnTo>
                <a:lnTo>
                  <a:pt x="1400" y="48125"/>
                </a:lnTo>
                <a:lnTo>
                  <a:pt x="0" y="67325"/>
                </a:lnTo>
                <a:lnTo>
                  <a:pt x="2116" y="81953"/>
                </a:lnTo>
                <a:lnTo>
                  <a:pt x="24134" y="114820"/>
                </a:lnTo>
                <a:lnTo>
                  <a:pt x="66462" y="126937"/>
                </a:lnTo>
                <a:lnTo>
                  <a:pt x="81271" y="124942"/>
                </a:lnTo>
                <a:lnTo>
                  <a:pt x="114575" y="103184"/>
                </a:lnTo>
                <a:lnTo>
                  <a:pt x="126885" y="61335"/>
                </a:lnTo>
                <a:lnTo>
                  <a:pt x="125029" y="46319"/>
                </a:lnTo>
                <a:lnTo>
                  <a:pt x="103566" y="12519"/>
                </a:lnTo>
                <a:lnTo>
                  <a:pt x="6226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32400" y="44577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27000" h="139700">
                <a:moveTo>
                  <a:pt x="63500" y="0"/>
                </a:moveTo>
                <a:lnTo>
                  <a:pt x="12700" y="25400"/>
                </a:lnTo>
                <a:lnTo>
                  <a:pt x="0" y="50800"/>
                </a:lnTo>
                <a:lnTo>
                  <a:pt x="0" y="101600"/>
                </a:lnTo>
                <a:lnTo>
                  <a:pt x="12700" y="127000"/>
                </a:lnTo>
                <a:lnTo>
                  <a:pt x="38100" y="139700"/>
                </a:lnTo>
                <a:lnTo>
                  <a:pt x="88900" y="139700"/>
                </a:lnTo>
                <a:lnTo>
                  <a:pt x="114300" y="127000"/>
                </a:lnTo>
                <a:lnTo>
                  <a:pt x="38100" y="127000"/>
                </a:lnTo>
                <a:lnTo>
                  <a:pt x="25400" y="114300"/>
                </a:lnTo>
                <a:lnTo>
                  <a:pt x="19050" y="101600"/>
                </a:lnTo>
                <a:lnTo>
                  <a:pt x="12700" y="101600"/>
                </a:lnTo>
                <a:lnTo>
                  <a:pt x="12700" y="508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27000" h="139700">
                <a:moveTo>
                  <a:pt x="114300" y="88900"/>
                </a:moveTo>
                <a:lnTo>
                  <a:pt x="101600" y="114300"/>
                </a:lnTo>
                <a:lnTo>
                  <a:pt x="88900" y="127000"/>
                </a:lnTo>
                <a:lnTo>
                  <a:pt x="114300" y="127000"/>
                </a:lnTo>
                <a:lnTo>
                  <a:pt x="127000" y="101600"/>
                </a:lnTo>
                <a:lnTo>
                  <a:pt x="114300" y="101600"/>
                </a:lnTo>
                <a:lnTo>
                  <a:pt x="114300" y="88900"/>
                </a:lnTo>
                <a:close/>
              </a:path>
              <a:path w="127000" h="139700">
                <a:moveTo>
                  <a:pt x="12700" y="88900"/>
                </a:moveTo>
                <a:lnTo>
                  <a:pt x="12700" y="101600"/>
                </a:lnTo>
                <a:lnTo>
                  <a:pt x="19050" y="101600"/>
                </a:lnTo>
                <a:lnTo>
                  <a:pt x="12700" y="88900"/>
                </a:lnTo>
                <a:close/>
              </a:path>
              <a:path w="127000" h="1397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114300" y="50800"/>
                </a:lnTo>
                <a:lnTo>
                  <a:pt x="114300" y="101600"/>
                </a:lnTo>
                <a:lnTo>
                  <a:pt x="127000" y="101600"/>
                </a:lnTo>
                <a:lnTo>
                  <a:pt x="127000" y="508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184400" y="2794000"/>
            <a:ext cx="2311400" cy="2984500"/>
          </a:xfrm>
          <a:custGeom>
            <a:avLst/>
            <a:gdLst/>
            <a:ahLst/>
            <a:cxnLst/>
            <a:rect l="l" t="t" r="r" b="b"/>
            <a:pathLst>
              <a:path w="2311400" h="2984500">
                <a:moveTo>
                  <a:pt x="25400" y="0"/>
                </a:moveTo>
                <a:lnTo>
                  <a:pt x="0" y="25400"/>
                </a:lnTo>
                <a:lnTo>
                  <a:pt x="2273300" y="2984500"/>
                </a:lnTo>
                <a:lnTo>
                  <a:pt x="2311400" y="2959100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13100" y="24892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355" y="0"/>
                </a:moveTo>
                <a:lnTo>
                  <a:pt x="22085" y="17387"/>
                </a:lnTo>
                <a:lnTo>
                  <a:pt x="1488" y="52093"/>
                </a:lnTo>
                <a:lnTo>
                  <a:pt x="0" y="63488"/>
                </a:lnTo>
                <a:lnTo>
                  <a:pt x="41" y="66125"/>
                </a:lnTo>
                <a:lnTo>
                  <a:pt x="13925" y="105455"/>
                </a:lnTo>
                <a:lnTo>
                  <a:pt x="49391" y="125516"/>
                </a:lnTo>
                <a:lnTo>
                  <a:pt x="65170" y="126952"/>
                </a:lnTo>
                <a:lnTo>
                  <a:pt x="76581" y="125049"/>
                </a:lnTo>
                <a:lnTo>
                  <a:pt x="110643" y="103491"/>
                </a:lnTo>
                <a:lnTo>
                  <a:pt x="126958" y="62025"/>
                </a:lnTo>
                <a:lnTo>
                  <a:pt x="124304" y="50600"/>
                </a:lnTo>
                <a:lnTo>
                  <a:pt x="98272" y="16418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00400" y="24892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2700" y="88900"/>
                </a:moveTo>
                <a:lnTo>
                  <a:pt x="12700" y="101600"/>
                </a:lnTo>
                <a:lnTo>
                  <a:pt x="25400" y="114300"/>
                </a:lnTo>
                <a:lnTo>
                  <a:pt x="76200" y="139700"/>
                </a:lnTo>
                <a:lnTo>
                  <a:pt x="101600" y="127000"/>
                </a:lnTo>
                <a:lnTo>
                  <a:pt x="76200" y="127000"/>
                </a:lnTo>
                <a:lnTo>
                  <a:pt x="50800" y="114300"/>
                </a:lnTo>
                <a:lnTo>
                  <a:pt x="38100" y="114300"/>
                </a:lnTo>
                <a:lnTo>
                  <a:pt x="12700" y="88900"/>
                </a:lnTo>
                <a:close/>
              </a:path>
              <a:path w="139700" h="139700">
                <a:moveTo>
                  <a:pt x="1270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01600" y="114300"/>
                </a:lnTo>
                <a:lnTo>
                  <a:pt x="76200" y="127000"/>
                </a:lnTo>
                <a:lnTo>
                  <a:pt x="101600" y="127000"/>
                </a:lnTo>
                <a:lnTo>
                  <a:pt x="1270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27000" y="25400"/>
                </a:lnTo>
                <a:lnTo>
                  <a:pt x="127000" y="12700"/>
                </a:lnTo>
                <a:close/>
              </a:path>
              <a:path w="139700" h="139700">
                <a:moveTo>
                  <a:pt x="25400" y="101600"/>
                </a:moveTo>
                <a:lnTo>
                  <a:pt x="38100" y="114300"/>
                </a:lnTo>
                <a:lnTo>
                  <a:pt x="50800" y="114300"/>
                </a:lnTo>
                <a:lnTo>
                  <a:pt x="25400" y="101600"/>
                </a:lnTo>
                <a:close/>
              </a:path>
              <a:path w="139700" h="139700">
                <a:moveTo>
                  <a:pt x="114300" y="101600"/>
                </a:moveTo>
                <a:lnTo>
                  <a:pt x="88900" y="114300"/>
                </a:lnTo>
                <a:lnTo>
                  <a:pt x="114300" y="114300"/>
                </a:lnTo>
                <a:lnTo>
                  <a:pt x="114300" y="101600"/>
                </a:lnTo>
                <a:close/>
              </a:path>
              <a:path w="139700" h="1397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12700" y="38100"/>
                </a:lnTo>
                <a:lnTo>
                  <a:pt x="0" y="63500"/>
                </a:lnTo>
                <a:lnTo>
                  <a:pt x="12700" y="88900"/>
                </a:lnTo>
                <a:lnTo>
                  <a:pt x="25400" y="88900"/>
                </a:lnTo>
                <a:lnTo>
                  <a:pt x="12700" y="63500"/>
                </a:lnTo>
                <a:lnTo>
                  <a:pt x="25400" y="50800"/>
                </a:lnTo>
                <a:lnTo>
                  <a:pt x="12700" y="50800"/>
                </a:lnTo>
                <a:lnTo>
                  <a:pt x="50800" y="12700"/>
                </a:lnTo>
                <a:lnTo>
                  <a:pt x="127000" y="12700"/>
                </a:lnTo>
                <a:lnTo>
                  <a:pt x="101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40100" y="57658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53" y="66503"/>
                </a:lnTo>
                <a:lnTo>
                  <a:pt x="14078" y="105596"/>
                </a:lnTo>
                <a:lnTo>
                  <a:pt x="49707" y="125517"/>
                </a:lnTo>
                <a:lnTo>
                  <a:pt x="65585" y="126936"/>
                </a:lnTo>
                <a:lnTo>
                  <a:pt x="76968" y="124940"/>
                </a:lnTo>
                <a:lnTo>
                  <a:pt x="110800" y="103181"/>
                </a:lnTo>
                <a:lnTo>
                  <a:pt x="126959" y="61335"/>
                </a:lnTo>
                <a:lnTo>
                  <a:pt x="124305" y="46319"/>
                </a:lnTo>
                <a:lnTo>
                  <a:pt x="9827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27400" y="57531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76200" y="0"/>
                </a:moveTo>
                <a:lnTo>
                  <a:pt x="25400" y="25400"/>
                </a:lnTo>
                <a:lnTo>
                  <a:pt x="0" y="76200"/>
                </a:lnTo>
                <a:lnTo>
                  <a:pt x="25400" y="127000"/>
                </a:lnTo>
                <a:lnTo>
                  <a:pt x="50800" y="139700"/>
                </a:lnTo>
                <a:lnTo>
                  <a:pt x="1016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38100" y="114300"/>
                </a:lnTo>
                <a:lnTo>
                  <a:pt x="31750" y="101600"/>
                </a:lnTo>
                <a:lnTo>
                  <a:pt x="25400" y="101600"/>
                </a:lnTo>
                <a:lnTo>
                  <a:pt x="12700" y="76200"/>
                </a:lnTo>
                <a:lnTo>
                  <a:pt x="25400" y="50800"/>
                </a:lnTo>
                <a:lnTo>
                  <a:pt x="38100" y="38100"/>
                </a:lnTo>
                <a:lnTo>
                  <a:pt x="25400" y="38100"/>
                </a:lnTo>
                <a:lnTo>
                  <a:pt x="762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127000" y="88900"/>
                </a:moveTo>
                <a:lnTo>
                  <a:pt x="114300" y="114300"/>
                </a:lnTo>
                <a:lnTo>
                  <a:pt x="88900" y="127000"/>
                </a:lnTo>
                <a:lnTo>
                  <a:pt x="127000" y="127000"/>
                </a:lnTo>
                <a:lnTo>
                  <a:pt x="139700" y="101600"/>
                </a:lnTo>
                <a:lnTo>
                  <a:pt x="127000" y="101600"/>
                </a:lnTo>
                <a:lnTo>
                  <a:pt x="127000" y="88900"/>
                </a:lnTo>
                <a:close/>
              </a:path>
              <a:path w="139700" h="139700">
                <a:moveTo>
                  <a:pt x="25400" y="88900"/>
                </a:moveTo>
                <a:lnTo>
                  <a:pt x="25400" y="101600"/>
                </a:lnTo>
                <a:lnTo>
                  <a:pt x="31750" y="101600"/>
                </a:lnTo>
                <a:lnTo>
                  <a:pt x="25400" y="88900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76200" y="12700"/>
                </a:lnTo>
                <a:lnTo>
                  <a:pt x="88900" y="25400"/>
                </a:lnTo>
                <a:lnTo>
                  <a:pt x="114300" y="38100"/>
                </a:lnTo>
                <a:lnTo>
                  <a:pt x="127000" y="50800"/>
                </a:lnTo>
                <a:lnTo>
                  <a:pt x="127000" y="101600"/>
                </a:lnTo>
                <a:lnTo>
                  <a:pt x="139700" y="101600"/>
                </a:lnTo>
                <a:lnTo>
                  <a:pt x="139700" y="50800"/>
                </a:lnTo>
                <a:lnTo>
                  <a:pt x="127000" y="254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66900" y="3035300"/>
            <a:ext cx="2311400" cy="2984500"/>
          </a:xfrm>
          <a:custGeom>
            <a:avLst/>
            <a:gdLst/>
            <a:ahLst/>
            <a:cxnLst/>
            <a:rect l="l" t="t" r="r" b="b"/>
            <a:pathLst>
              <a:path w="2311400" h="2984500">
                <a:moveTo>
                  <a:pt x="25400" y="0"/>
                </a:moveTo>
                <a:lnTo>
                  <a:pt x="0" y="25400"/>
                </a:lnTo>
                <a:lnTo>
                  <a:pt x="88900" y="152400"/>
                </a:lnTo>
                <a:lnTo>
                  <a:pt x="127000" y="127000"/>
                </a:lnTo>
                <a:lnTo>
                  <a:pt x="25400" y="0"/>
                </a:lnTo>
                <a:close/>
              </a:path>
              <a:path w="2311400" h="2984500">
                <a:moveTo>
                  <a:pt x="190500" y="215900"/>
                </a:moveTo>
                <a:lnTo>
                  <a:pt x="165100" y="241300"/>
                </a:lnTo>
                <a:lnTo>
                  <a:pt x="254000" y="355600"/>
                </a:lnTo>
                <a:lnTo>
                  <a:pt x="292100" y="330200"/>
                </a:lnTo>
                <a:lnTo>
                  <a:pt x="190500" y="215900"/>
                </a:lnTo>
                <a:close/>
              </a:path>
              <a:path w="2311400" h="2984500">
                <a:moveTo>
                  <a:pt x="355600" y="431800"/>
                </a:moveTo>
                <a:lnTo>
                  <a:pt x="330200" y="444500"/>
                </a:lnTo>
                <a:lnTo>
                  <a:pt x="419100" y="571500"/>
                </a:lnTo>
                <a:lnTo>
                  <a:pt x="444500" y="546100"/>
                </a:lnTo>
                <a:lnTo>
                  <a:pt x="355600" y="431800"/>
                </a:lnTo>
                <a:close/>
              </a:path>
              <a:path w="2311400" h="2984500">
                <a:moveTo>
                  <a:pt x="520700" y="635000"/>
                </a:moveTo>
                <a:lnTo>
                  <a:pt x="482600" y="660400"/>
                </a:lnTo>
                <a:lnTo>
                  <a:pt x="584200" y="787400"/>
                </a:lnTo>
                <a:lnTo>
                  <a:pt x="609600" y="762000"/>
                </a:lnTo>
                <a:lnTo>
                  <a:pt x="520700" y="635000"/>
                </a:lnTo>
                <a:close/>
              </a:path>
              <a:path w="2311400" h="2984500">
                <a:moveTo>
                  <a:pt x="685800" y="850900"/>
                </a:moveTo>
                <a:lnTo>
                  <a:pt x="647700" y="876300"/>
                </a:lnTo>
                <a:lnTo>
                  <a:pt x="749300" y="990600"/>
                </a:lnTo>
                <a:lnTo>
                  <a:pt x="774700" y="965200"/>
                </a:lnTo>
                <a:lnTo>
                  <a:pt x="685800" y="850900"/>
                </a:lnTo>
                <a:close/>
              </a:path>
              <a:path w="2311400" h="2984500">
                <a:moveTo>
                  <a:pt x="838200" y="1066800"/>
                </a:moveTo>
                <a:lnTo>
                  <a:pt x="812800" y="1079500"/>
                </a:lnTo>
                <a:lnTo>
                  <a:pt x="901700" y="1206500"/>
                </a:lnTo>
                <a:lnTo>
                  <a:pt x="939800" y="1181100"/>
                </a:lnTo>
                <a:lnTo>
                  <a:pt x="838200" y="1066800"/>
                </a:lnTo>
                <a:close/>
              </a:path>
              <a:path w="2311400" h="2984500">
                <a:moveTo>
                  <a:pt x="1003300" y="1270000"/>
                </a:moveTo>
                <a:lnTo>
                  <a:pt x="977900" y="1295400"/>
                </a:lnTo>
                <a:lnTo>
                  <a:pt x="1066800" y="1422400"/>
                </a:lnTo>
                <a:lnTo>
                  <a:pt x="1092200" y="1397000"/>
                </a:lnTo>
                <a:lnTo>
                  <a:pt x="1003300" y="1270000"/>
                </a:lnTo>
                <a:close/>
              </a:path>
              <a:path w="2311400" h="2984500">
                <a:moveTo>
                  <a:pt x="1168400" y="1485900"/>
                </a:moveTo>
                <a:lnTo>
                  <a:pt x="1143000" y="1511300"/>
                </a:lnTo>
                <a:lnTo>
                  <a:pt x="1231900" y="1625600"/>
                </a:lnTo>
                <a:lnTo>
                  <a:pt x="1257300" y="1600200"/>
                </a:lnTo>
                <a:lnTo>
                  <a:pt x="1168400" y="1485900"/>
                </a:lnTo>
                <a:close/>
              </a:path>
              <a:path w="2311400" h="2984500">
                <a:moveTo>
                  <a:pt x="1333500" y="1701800"/>
                </a:moveTo>
                <a:lnTo>
                  <a:pt x="1295400" y="1714500"/>
                </a:lnTo>
                <a:lnTo>
                  <a:pt x="1397000" y="1841500"/>
                </a:lnTo>
                <a:lnTo>
                  <a:pt x="1422400" y="1816100"/>
                </a:lnTo>
                <a:lnTo>
                  <a:pt x="1333500" y="1701800"/>
                </a:lnTo>
                <a:close/>
              </a:path>
              <a:path w="2311400" h="2984500">
                <a:moveTo>
                  <a:pt x="1498600" y="1905000"/>
                </a:moveTo>
                <a:lnTo>
                  <a:pt x="1460500" y="1930400"/>
                </a:lnTo>
                <a:lnTo>
                  <a:pt x="1562100" y="2057400"/>
                </a:lnTo>
                <a:lnTo>
                  <a:pt x="1587500" y="2032000"/>
                </a:lnTo>
                <a:lnTo>
                  <a:pt x="1498600" y="1905000"/>
                </a:lnTo>
                <a:close/>
              </a:path>
              <a:path w="2311400" h="2984500">
                <a:moveTo>
                  <a:pt x="1651000" y="2120900"/>
                </a:moveTo>
                <a:lnTo>
                  <a:pt x="1625600" y="2146300"/>
                </a:lnTo>
                <a:lnTo>
                  <a:pt x="1714500" y="2260600"/>
                </a:lnTo>
                <a:lnTo>
                  <a:pt x="1752600" y="2235200"/>
                </a:lnTo>
                <a:lnTo>
                  <a:pt x="1651000" y="2120900"/>
                </a:lnTo>
                <a:close/>
              </a:path>
              <a:path w="2311400" h="2984500">
                <a:moveTo>
                  <a:pt x="1816100" y="2324100"/>
                </a:moveTo>
                <a:lnTo>
                  <a:pt x="1790700" y="2349500"/>
                </a:lnTo>
                <a:lnTo>
                  <a:pt x="1879600" y="2476500"/>
                </a:lnTo>
                <a:lnTo>
                  <a:pt x="1905000" y="2451100"/>
                </a:lnTo>
                <a:lnTo>
                  <a:pt x="1816100" y="2324100"/>
                </a:lnTo>
                <a:close/>
              </a:path>
              <a:path w="2311400" h="2984500">
                <a:moveTo>
                  <a:pt x="1981200" y="2540000"/>
                </a:moveTo>
                <a:lnTo>
                  <a:pt x="1955800" y="2565400"/>
                </a:lnTo>
                <a:lnTo>
                  <a:pt x="2044700" y="2679700"/>
                </a:lnTo>
                <a:lnTo>
                  <a:pt x="2070100" y="2667000"/>
                </a:lnTo>
                <a:lnTo>
                  <a:pt x="1981200" y="2540000"/>
                </a:lnTo>
                <a:close/>
              </a:path>
              <a:path w="2311400" h="2984500">
                <a:moveTo>
                  <a:pt x="2146300" y="2755900"/>
                </a:moveTo>
                <a:lnTo>
                  <a:pt x="2108200" y="2781300"/>
                </a:lnTo>
                <a:lnTo>
                  <a:pt x="2209800" y="2895600"/>
                </a:lnTo>
                <a:lnTo>
                  <a:pt x="2235200" y="2870200"/>
                </a:lnTo>
                <a:lnTo>
                  <a:pt x="2146300" y="2755900"/>
                </a:lnTo>
                <a:close/>
              </a:path>
              <a:path w="2311400" h="2984500">
                <a:moveTo>
                  <a:pt x="2311400" y="2959100"/>
                </a:moveTo>
                <a:lnTo>
                  <a:pt x="2273300" y="2984500"/>
                </a:lnTo>
                <a:lnTo>
                  <a:pt x="2311400" y="2971800"/>
                </a:lnTo>
                <a:lnTo>
                  <a:pt x="2311400" y="2959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501900" y="2603500"/>
            <a:ext cx="2235200" cy="2870200"/>
          </a:xfrm>
          <a:custGeom>
            <a:avLst/>
            <a:gdLst/>
            <a:ahLst/>
            <a:cxnLst/>
            <a:rect l="l" t="t" r="r" b="b"/>
            <a:pathLst>
              <a:path w="2235200" h="2870200">
                <a:moveTo>
                  <a:pt x="25400" y="0"/>
                </a:moveTo>
                <a:lnTo>
                  <a:pt x="0" y="25400"/>
                </a:lnTo>
                <a:lnTo>
                  <a:pt x="88900" y="152400"/>
                </a:lnTo>
                <a:lnTo>
                  <a:pt x="127000" y="127000"/>
                </a:lnTo>
                <a:lnTo>
                  <a:pt x="25400" y="0"/>
                </a:lnTo>
                <a:close/>
              </a:path>
              <a:path w="2235200" h="2870200">
                <a:moveTo>
                  <a:pt x="190500" y="215900"/>
                </a:moveTo>
                <a:lnTo>
                  <a:pt x="165100" y="241300"/>
                </a:lnTo>
                <a:lnTo>
                  <a:pt x="254000" y="355600"/>
                </a:lnTo>
                <a:lnTo>
                  <a:pt x="279400" y="330200"/>
                </a:lnTo>
                <a:lnTo>
                  <a:pt x="190500" y="215900"/>
                </a:lnTo>
                <a:close/>
              </a:path>
              <a:path w="2235200" h="2870200">
                <a:moveTo>
                  <a:pt x="355600" y="419100"/>
                </a:moveTo>
                <a:lnTo>
                  <a:pt x="330200" y="444500"/>
                </a:lnTo>
                <a:lnTo>
                  <a:pt x="419100" y="571500"/>
                </a:lnTo>
                <a:lnTo>
                  <a:pt x="444500" y="546100"/>
                </a:lnTo>
                <a:lnTo>
                  <a:pt x="355600" y="419100"/>
                </a:lnTo>
                <a:close/>
              </a:path>
              <a:path w="2235200" h="2870200">
                <a:moveTo>
                  <a:pt x="520700" y="635000"/>
                </a:moveTo>
                <a:lnTo>
                  <a:pt x="495300" y="660400"/>
                </a:lnTo>
                <a:lnTo>
                  <a:pt x="584200" y="774700"/>
                </a:lnTo>
                <a:lnTo>
                  <a:pt x="609600" y="749300"/>
                </a:lnTo>
                <a:lnTo>
                  <a:pt x="520700" y="635000"/>
                </a:lnTo>
                <a:close/>
              </a:path>
              <a:path w="2235200" h="2870200">
                <a:moveTo>
                  <a:pt x="685800" y="850900"/>
                </a:moveTo>
                <a:lnTo>
                  <a:pt x="647700" y="863600"/>
                </a:lnTo>
                <a:lnTo>
                  <a:pt x="749300" y="990600"/>
                </a:lnTo>
                <a:lnTo>
                  <a:pt x="774700" y="965200"/>
                </a:lnTo>
                <a:lnTo>
                  <a:pt x="685800" y="850900"/>
                </a:lnTo>
                <a:close/>
              </a:path>
              <a:path w="2235200" h="2870200">
                <a:moveTo>
                  <a:pt x="850900" y="1054100"/>
                </a:moveTo>
                <a:lnTo>
                  <a:pt x="812800" y="1079500"/>
                </a:lnTo>
                <a:lnTo>
                  <a:pt x="914400" y="1193800"/>
                </a:lnTo>
                <a:lnTo>
                  <a:pt x="939800" y="1181100"/>
                </a:lnTo>
                <a:lnTo>
                  <a:pt x="850900" y="1054100"/>
                </a:lnTo>
                <a:close/>
              </a:path>
              <a:path w="2235200" h="2870200">
                <a:moveTo>
                  <a:pt x="1016000" y="1270000"/>
                </a:moveTo>
                <a:lnTo>
                  <a:pt x="977900" y="1295400"/>
                </a:lnTo>
                <a:lnTo>
                  <a:pt x="1079500" y="1409700"/>
                </a:lnTo>
                <a:lnTo>
                  <a:pt x="1104900" y="1384300"/>
                </a:lnTo>
                <a:lnTo>
                  <a:pt x="1016000" y="1270000"/>
                </a:lnTo>
                <a:close/>
              </a:path>
              <a:path w="2235200" h="2870200">
                <a:moveTo>
                  <a:pt x="1181100" y="1473200"/>
                </a:moveTo>
                <a:lnTo>
                  <a:pt x="1143000" y="1498600"/>
                </a:lnTo>
                <a:lnTo>
                  <a:pt x="1244600" y="1625600"/>
                </a:lnTo>
                <a:lnTo>
                  <a:pt x="1270000" y="1600200"/>
                </a:lnTo>
                <a:lnTo>
                  <a:pt x="1181100" y="1473200"/>
                </a:lnTo>
                <a:close/>
              </a:path>
              <a:path w="2235200" h="2870200">
                <a:moveTo>
                  <a:pt x="1333500" y="1689100"/>
                </a:moveTo>
                <a:lnTo>
                  <a:pt x="1308100" y="1714500"/>
                </a:lnTo>
                <a:lnTo>
                  <a:pt x="1397000" y="1828800"/>
                </a:lnTo>
                <a:lnTo>
                  <a:pt x="1435100" y="1803400"/>
                </a:lnTo>
                <a:lnTo>
                  <a:pt x="1333500" y="1689100"/>
                </a:lnTo>
                <a:close/>
              </a:path>
              <a:path w="2235200" h="2870200">
                <a:moveTo>
                  <a:pt x="1498600" y="1892300"/>
                </a:moveTo>
                <a:lnTo>
                  <a:pt x="1473200" y="1917700"/>
                </a:lnTo>
                <a:lnTo>
                  <a:pt x="1562100" y="2044700"/>
                </a:lnTo>
                <a:lnTo>
                  <a:pt x="1600200" y="2019300"/>
                </a:lnTo>
                <a:lnTo>
                  <a:pt x="1498600" y="1892300"/>
                </a:lnTo>
                <a:close/>
              </a:path>
              <a:path w="2235200" h="2870200">
                <a:moveTo>
                  <a:pt x="1663700" y="2108200"/>
                </a:moveTo>
                <a:lnTo>
                  <a:pt x="1638300" y="2133600"/>
                </a:lnTo>
                <a:lnTo>
                  <a:pt x="1727200" y="2247900"/>
                </a:lnTo>
                <a:lnTo>
                  <a:pt x="1765300" y="2222500"/>
                </a:lnTo>
                <a:lnTo>
                  <a:pt x="1663700" y="2108200"/>
                </a:lnTo>
                <a:close/>
              </a:path>
              <a:path w="2235200" h="2870200">
                <a:moveTo>
                  <a:pt x="1828800" y="2311400"/>
                </a:moveTo>
                <a:lnTo>
                  <a:pt x="1803400" y="2336800"/>
                </a:lnTo>
                <a:lnTo>
                  <a:pt x="1892300" y="2463800"/>
                </a:lnTo>
                <a:lnTo>
                  <a:pt x="1930400" y="2438400"/>
                </a:lnTo>
                <a:lnTo>
                  <a:pt x="1828800" y="2311400"/>
                </a:lnTo>
                <a:close/>
              </a:path>
              <a:path w="2235200" h="2870200">
                <a:moveTo>
                  <a:pt x="1993900" y="2527300"/>
                </a:moveTo>
                <a:lnTo>
                  <a:pt x="1968500" y="2552700"/>
                </a:lnTo>
                <a:lnTo>
                  <a:pt x="2057400" y="2667000"/>
                </a:lnTo>
                <a:lnTo>
                  <a:pt x="2082800" y="2641600"/>
                </a:lnTo>
                <a:lnTo>
                  <a:pt x="1993900" y="2527300"/>
                </a:lnTo>
                <a:close/>
              </a:path>
              <a:path w="2235200" h="2870200">
                <a:moveTo>
                  <a:pt x="2159000" y="2743200"/>
                </a:moveTo>
                <a:lnTo>
                  <a:pt x="2133600" y="2755900"/>
                </a:lnTo>
                <a:lnTo>
                  <a:pt x="2209800" y="2870200"/>
                </a:lnTo>
                <a:lnTo>
                  <a:pt x="2235200" y="2844800"/>
                </a:lnTo>
                <a:lnTo>
                  <a:pt x="2159000" y="274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641600" y="410210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1478" y="74075"/>
                </a:lnTo>
                <a:lnTo>
                  <a:pt x="37333" y="108459"/>
                </a:lnTo>
                <a:lnTo>
                  <a:pt x="72248" y="113832"/>
                </a:lnTo>
                <a:lnTo>
                  <a:pt x="87828" y="110474"/>
                </a:lnTo>
                <a:lnTo>
                  <a:pt x="120171" y="85441"/>
                </a:lnTo>
                <a:lnTo>
                  <a:pt x="126972" y="61335"/>
                </a:lnTo>
                <a:lnTo>
                  <a:pt x="125116" y="46319"/>
                </a:lnTo>
                <a:lnTo>
                  <a:pt x="10365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628900" y="40894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76200" y="0"/>
                </a:moveTo>
                <a:lnTo>
                  <a:pt x="25400" y="25400"/>
                </a:lnTo>
                <a:lnTo>
                  <a:pt x="12700" y="38100"/>
                </a:lnTo>
                <a:lnTo>
                  <a:pt x="12700" y="50800"/>
                </a:lnTo>
                <a:lnTo>
                  <a:pt x="0" y="76200"/>
                </a:lnTo>
                <a:lnTo>
                  <a:pt x="12700" y="101600"/>
                </a:lnTo>
                <a:lnTo>
                  <a:pt x="25400" y="114300"/>
                </a:lnTo>
                <a:lnTo>
                  <a:pt x="25400" y="127000"/>
                </a:lnTo>
                <a:lnTo>
                  <a:pt x="50800" y="139700"/>
                </a:lnTo>
                <a:lnTo>
                  <a:pt x="101600" y="139700"/>
                </a:lnTo>
                <a:lnTo>
                  <a:pt x="127000" y="127000"/>
                </a:lnTo>
                <a:lnTo>
                  <a:pt x="50800" y="127000"/>
                </a:lnTo>
                <a:lnTo>
                  <a:pt x="38100" y="114300"/>
                </a:lnTo>
                <a:lnTo>
                  <a:pt x="25400" y="88900"/>
                </a:lnTo>
                <a:lnTo>
                  <a:pt x="12700" y="76200"/>
                </a:lnTo>
                <a:lnTo>
                  <a:pt x="25400" y="50800"/>
                </a:lnTo>
                <a:lnTo>
                  <a:pt x="50800" y="25400"/>
                </a:lnTo>
                <a:lnTo>
                  <a:pt x="762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76200" y="12700"/>
                </a:lnTo>
                <a:lnTo>
                  <a:pt x="101600" y="25400"/>
                </a:ln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01600" y="127000"/>
                </a:lnTo>
                <a:lnTo>
                  <a:pt x="127000" y="127000"/>
                </a:lnTo>
                <a:lnTo>
                  <a:pt x="1270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27000" y="254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49600" y="47752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53" y="66503"/>
                </a:lnTo>
                <a:lnTo>
                  <a:pt x="14078" y="105596"/>
                </a:lnTo>
                <a:lnTo>
                  <a:pt x="49707" y="125517"/>
                </a:lnTo>
                <a:lnTo>
                  <a:pt x="65585" y="126936"/>
                </a:lnTo>
                <a:lnTo>
                  <a:pt x="76968" y="124940"/>
                </a:lnTo>
                <a:lnTo>
                  <a:pt x="110800" y="103181"/>
                </a:lnTo>
                <a:lnTo>
                  <a:pt x="126959" y="61335"/>
                </a:lnTo>
                <a:lnTo>
                  <a:pt x="124305" y="46319"/>
                </a:lnTo>
                <a:lnTo>
                  <a:pt x="9827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36900" y="4775200"/>
            <a:ext cx="139700" cy="127000"/>
          </a:xfrm>
          <a:custGeom>
            <a:avLst/>
            <a:gdLst/>
            <a:ahLst/>
            <a:cxnLst/>
            <a:rect l="l" t="t" r="r" b="b"/>
            <a:pathLst>
              <a:path w="139700" h="127000">
                <a:moveTo>
                  <a:pt x="12700" y="88900"/>
                </a:moveTo>
                <a:lnTo>
                  <a:pt x="25400" y="114300"/>
                </a:lnTo>
                <a:lnTo>
                  <a:pt x="50800" y="127000"/>
                </a:lnTo>
                <a:lnTo>
                  <a:pt x="101600" y="127000"/>
                </a:lnTo>
                <a:lnTo>
                  <a:pt x="127000" y="114300"/>
                </a:lnTo>
                <a:lnTo>
                  <a:pt x="50800" y="114300"/>
                </a:lnTo>
                <a:lnTo>
                  <a:pt x="25400" y="101600"/>
                </a:lnTo>
                <a:lnTo>
                  <a:pt x="38100" y="101600"/>
                </a:lnTo>
                <a:lnTo>
                  <a:pt x="12700" y="88900"/>
                </a:lnTo>
                <a:close/>
              </a:path>
              <a:path w="139700" h="127000">
                <a:moveTo>
                  <a:pt x="139700" y="38100"/>
                </a:moveTo>
                <a:lnTo>
                  <a:pt x="127000" y="38100"/>
                </a:lnTo>
                <a:lnTo>
                  <a:pt x="127000" y="88900"/>
                </a:lnTo>
                <a:lnTo>
                  <a:pt x="114300" y="101600"/>
                </a:lnTo>
                <a:lnTo>
                  <a:pt x="88900" y="114300"/>
                </a:lnTo>
                <a:lnTo>
                  <a:pt x="127000" y="114300"/>
                </a:lnTo>
                <a:lnTo>
                  <a:pt x="139700" y="88900"/>
                </a:lnTo>
                <a:lnTo>
                  <a:pt x="139700" y="38100"/>
                </a:lnTo>
                <a:close/>
              </a:path>
              <a:path w="139700" h="1270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0" y="63500"/>
                </a:lnTo>
                <a:lnTo>
                  <a:pt x="12700" y="88900"/>
                </a:lnTo>
                <a:lnTo>
                  <a:pt x="25400" y="88900"/>
                </a:lnTo>
                <a:lnTo>
                  <a:pt x="12700" y="63500"/>
                </a:lnTo>
                <a:lnTo>
                  <a:pt x="19050" y="50800"/>
                </a:lnTo>
                <a:lnTo>
                  <a:pt x="12700" y="50800"/>
                </a:lnTo>
                <a:lnTo>
                  <a:pt x="50800" y="12700"/>
                </a:lnTo>
                <a:lnTo>
                  <a:pt x="127000" y="12700"/>
                </a:lnTo>
                <a:lnTo>
                  <a:pt x="101600" y="0"/>
                </a:lnTo>
                <a:close/>
              </a:path>
              <a:path w="139700" h="127000">
                <a:moveTo>
                  <a:pt x="25400" y="38100"/>
                </a:moveTo>
                <a:lnTo>
                  <a:pt x="12700" y="50800"/>
                </a:lnTo>
                <a:lnTo>
                  <a:pt x="19050" y="50800"/>
                </a:lnTo>
                <a:lnTo>
                  <a:pt x="25400" y="38100"/>
                </a:lnTo>
                <a:close/>
              </a:path>
              <a:path w="139700" h="127000">
                <a:moveTo>
                  <a:pt x="1270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39700" y="38100"/>
                </a:lnTo>
                <a:lnTo>
                  <a:pt x="1270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94100" y="40386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54" y="65559"/>
                </a:lnTo>
                <a:lnTo>
                  <a:pt x="23789" y="110777"/>
                </a:lnTo>
                <a:lnTo>
                  <a:pt x="65585" y="126909"/>
                </a:lnTo>
                <a:lnTo>
                  <a:pt x="76968" y="124064"/>
                </a:lnTo>
                <a:lnTo>
                  <a:pt x="110800" y="97781"/>
                </a:lnTo>
                <a:lnTo>
                  <a:pt x="126959" y="61335"/>
                </a:lnTo>
                <a:lnTo>
                  <a:pt x="124305" y="46319"/>
                </a:lnTo>
                <a:lnTo>
                  <a:pt x="9827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81400" y="40259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2700" y="88900"/>
                </a:moveTo>
                <a:lnTo>
                  <a:pt x="12700" y="101600"/>
                </a:lnTo>
                <a:lnTo>
                  <a:pt x="25400" y="127000"/>
                </a:lnTo>
                <a:lnTo>
                  <a:pt x="38100" y="139700"/>
                </a:lnTo>
                <a:lnTo>
                  <a:pt x="1016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2700" y="88900"/>
                </a:lnTo>
                <a:close/>
              </a:path>
              <a:path w="139700" h="139700">
                <a:moveTo>
                  <a:pt x="127000" y="88900"/>
                </a:moveTo>
                <a:lnTo>
                  <a:pt x="114300" y="114300"/>
                </a:lnTo>
                <a:lnTo>
                  <a:pt x="88900" y="127000"/>
                </a:lnTo>
                <a:lnTo>
                  <a:pt x="127000" y="127000"/>
                </a:lnTo>
                <a:lnTo>
                  <a:pt x="139700" y="101600"/>
                </a:lnTo>
                <a:lnTo>
                  <a:pt x="127000" y="101600"/>
                </a:lnTo>
                <a:lnTo>
                  <a:pt x="127000" y="88900"/>
                </a:lnTo>
                <a:close/>
              </a:path>
              <a:path w="139700" h="139700">
                <a:moveTo>
                  <a:pt x="12700" y="50800"/>
                </a:moveTo>
                <a:lnTo>
                  <a:pt x="0" y="50800"/>
                </a:lnTo>
                <a:lnTo>
                  <a:pt x="0" y="101600"/>
                </a:lnTo>
                <a:lnTo>
                  <a:pt x="12700" y="101600"/>
                </a:lnTo>
                <a:lnTo>
                  <a:pt x="12700" y="50800"/>
                </a:lnTo>
                <a:close/>
              </a:path>
              <a:path w="139700" h="139700">
                <a:moveTo>
                  <a:pt x="76200" y="0"/>
                </a:moveTo>
                <a:lnTo>
                  <a:pt x="63500" y="0"/>
                </a:lnTo>
                <a:lnTo>
                  <a:pt x="50800" y="12700"/>
                </a:lnTo>
                <a:lnTo>
                  <a:pt x="76200" y="12700"/>
                </a:lnTo>
                <a:lnTo>
                  <a:pt x="69850" y="15875"/>
                </a:lnTo>
                <a:lnTo>
                  <a:pt x="114300" y="38100"/>
                </a:lnTo>
                <a:lnTo>
                  <a:pt x="127000" y="50800"/>
                </a:lnTo>
                <a:lnTo>
                  <a:pt x="127000" y="101600"/>
                </a:lnTo>
                <a:lnTo>
                  <a:pt x="139700" y="101600"/>
                </a:lnTo>
                <a:lnTo>
                  <a:pt x="139700" y="50800"/>
                </a:lnTo>
                <a:lnTo>
                  <a:pt x="127000" y="25400"/>
                </a:lnTo>
                <a:lnTo>
                  <a:pt x="114300" y="254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63500" y="12700"/>
                </a:moveTo>
                <a:lnTo>
                  <a:pt x="38100" y="12700"/>
                </a:lnTo>
                <a:lnTo>
                  <a:pt x="25400" y="25400"/>
                </a:lnTo>
                <a:lnTo>
                  <a:pt x="12700" y="50800"/>
                </a:lnTo>
                <a:lnTo>
                  <a:pt x="25400" y="38100"/>
                </a:lnTo>
                <a:lnTo>
                  <a:pt x="69850" y="15875"/>
                </a:lnTo>
                <a:lnTo>
                  <a:pt x="63500" y="12700"/>
                </a:lnTo>
                <a:close/>
              </a:path>
              <a:path w="139700" h="139700">
                <a:moveTo>
                  <a:pt x="76200" y="12700"/>
                </a:moveTo>
                <a:lnTo>
                  <a:pt x="63500" y="12700"/>
                </a:lnTo>
                <a:lnTo>
                  <a:pt x="69850" y="15875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152900" y="5524500"/>
            <a:ext cx="635000" cy="482600"/>
          </a:xfrm>
          <a:custGeom>
            <a:avLst/>
            <a:gdLst/>
            <a:ahLst/>
            <a:cxnLst/>
            <a:rect l="l" t="t" r="r" b="b"/>
            <a:pathLst>
              <a:path w="635000" h="482600">
                <a:moveTo>
                  <a:pt x="38100" y="406400"/>
                </a:moveTo>
                <a:lnTo>
                  <a:pt x="0" y="482600"/>
                </a:lnTo>
                <a:lnTo>
                  <a:pt x="88900" y="469900"/>
                </a:lnTo>
                <a:lnTo>
                  <a:pt x="50800" y="469900"/>
                </a:lnTo>
                <a:lnTo>
                  <a:pt x="38100" y="444500"/>
                </a:lnTo>
                <a:lnTo>
                  <a:pt x="46082" y="438331"/>
                </a:lnTo>
                <a:lnTo>
                  <a:pt x="38100" y="406400"/>
                </a:lnTo>
                <a:close/>
              </a:path>
              <a:path w="635000" h="482600">
                <a:moveTo>
                  <a:pt x="46082" y="438331"/>
                </a:moveTo>
                <a:lnTo>
                  <a:pt x="38100" y="444500"/>
                </a:lnTo>
                <a:lnTo>
                  <a:pt x="50800" y="469900"/>
                </a:lnTo>
                <a:lnTo>
                  <a:pt x="62282" y="461027"/>
                </a:lnTo>
                <a:lnTo>
                  <a:pt x="50800" y="457200"/>
                </a:lnTo>
                <a:lnTo>
                  <a:pt x="46082" y="438331"/>
                </a:lnTo>
                <a:close/>
              </a:path>
              <a:path w="635000" h="482600">
                <a:moveTo>
                  <a:pt x="62282" y="461027"/>
                </a:moveTo>
                <a:lnTo>
                  <a:pt x="50800" y="469900"/>
                </a:lnTo>
                <a:lnTo>
                  <a:pt x="88900" y="469900"/>
                </a:lnTo>
                <a:lnTo>
                  <a:pt x="62282" y="461027"/>
                </a:lnTo>
                <a:close/>
              </a:path>
              <a:path w="635000" h="482600">
                <a:moveTo>
                  <a:pt x="585417" y="21572"/>
                </a:moveTo>
                <a:lnTo>
                  <a:pt x="46082" y="438331"/>
                </a:lnTo>
                <a:lnTo>
                  <a:pt x="50800" y="457200"/>
                </a:lnTo>
                <a:lnTo>
                  <a:pt x="62282" y="461027"/>
                </a:lnTo>
                <a:lnTo>
                  <a:pt x="596900" y="47913"/>
                </a:lnTo>
                <a:lnTo>
                  <a:pt x="596900" y="25400"/>
                </a:lnTo>
                <a:lnTo>
                  <a:pt x="585417" y="21572"/>
                </a:lnTo>
                <a:close/>
              </a:path>
              <a:path w="635000" h="482600">
                <a:moveTo>
                  <a:pt x="628650" y="12700"/>
                </a:moveTo>
                <a:lnTo>
                  <a:pt x="596900" y="12700"/>
                </a:lnTo>
                <a:lnTo>
                  <a:pt x="609600" y="38100"/>
                </a:lnTo>
                <a:lnTo>
                  <a:pt x="596900" y="47913"/>
                </a:lnTo>
                <a:lnTo>
                  <a:pt x="596900" y="76200"/>
                </a:lnTo>
                <a:lnTo>
                  <a:pt x="628650" y="12700"/>
                </a:lnTo>
                <a:close/>
              </a:path>
              <a:path w="635000" h="482600">
                <a:moveTo>
                  <a:pt x="596900" y="12700"/>
                </a:moveTo>
                <a:lnTo>
                  <a:pt x="585417" y="21572"/>
                </a:lnTo>
                <a:lnTo>
                  <a:pt x="596900" y="25400"/>
                </a:lnTo>
                <a:lnTo>
                  <a:pt x="596900" y="47913"/>
                </a:lnTo>
                <a:lnTo>
                  <a:pt x="609600" y="38100"/>
                </a:lnTo>
                <a:lnTo>
                  <a:pt x="596900" y="12700"/>
                </a:lnTo>
                <a:close/>
              </a:path>
              <a:path w="635000" h="482600">
                <a:moveTo>
                  <a:pt x="635000" y="0"/>
                </a:moveTo>
                <a:lnTo>
                  <a:pt x="558800" y="12700"/>
                </a:lnTo>
                <a:lnTo>
                  <a:pt x="585417" y="21572"/>
                </a:lnTo>
                <a:lnTo>
                  <a:pt x="596900" y="12700"/>
                </a:lnTo>
                <a:lnTo>
                  <a:pt x="628650" y="12700"/>
                </a:lnTo>
                <a:lnTo>
                  <a:pt x="635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87500" y="4343400"/>
            <a:ext cx="1054100" cy="1422400"/>
          </a:xfrm>
          <a:custGeom>
            <a:avLst/>
            <a:gdLst/>
            <a:ahLst/>
            <a:cxnLst/>
            <a:rect l="l" t="t" r="r" b="b"/>
            <a:pathLst>
              <a:path w="1054100" h="1422400">
                <a:moveTo>
                  <a:pt x="1016000" y="76200"/>
                </a:moveTo>
                <a:lnTo>
                  <a:pt x="1009573" y="77271"/>
                </a:lnTo>
                <a:lnTo>
                  <a:pt x="927100" y="254000"/>
                </a:lnTo>
                <a:lnTo>
                  <a:pt x="800100" y="508000"/>
                </a:lnTo>
                <a:lnTo>
                  <a:pt x="736600" y="622300"/>
                </a:lnTo>
                <a:lnTo>
                  <a:pt x="609600" y="825500"/>
                </a:lnTo>
                <a:lnTo>
                  <a:pt x="533400" y="927100"/>
                </a:lnTo>
                <a:lnTo>
                  <a:pt x="469900" y="1003300"/>
                </a:lnTo>
                <a:lnTo>
                  <a:pt x="393700" y="1079500"/>
                </a:lnTo>
                <a:lnTo>
                  <a:pt x="330200" y="1155700"/>
                </a:lnTo>
                <a:lnTo>
                  <a:pt x="254000" y="1206500"/>
                </a:lnTo>
                <a:lnTo>
                  <a:pt x="177800" y="1270000"/>
                </a:lnTo>
                <a:lnTo>
                  <a:pt x="114300" y="1320800"/>
                </a:lnTo>
                <a:lnTo>
                  <a:pt x="50800" y="1358900"/>
                </a:lnTo>
                <a:lnTo>
                  <a:pt x="0" y="1397000"/>
                </a:lnTo>
                <a:lnTo>
                  <a:pt x="12700" y="1422400"/>
                </a:lnTo>
                <a:lnTo>
                  <a:pt x="63500" y="1371600"/>
                </a:lnTo>
                <a:lnTo>
                  <a:pt x="127000" y="1333500"/>
                </a:lnTo>
                <a:lnTo>
                  <a:pt x="190500" y="1282700"/>
                </a:lnTo>
                <a:lnTo>
                  <a:pt x="266700" y="1231900"/>
                </a:lnTo>
                <a:lnTo>
                  <a:pt x="342900" y="1168400"/>
                </a:lnTo>
                <a:lnTo>
                  <a:pt x="419100" y="1092200"/>
                </a:lnTo>
                <a:lnTo>
                  <a:pt x="482600" y="1016000"/>
                </a:lnTo>
                <a:lnTo>
                  <a:pt x="558800" y="939800"/>
                </a:lnTo>
                <a:lnTo>
                  <a:pt x="749300" y="635000"/>
                </a:lnTo>
                <a:lnTo>
                  <a:pt x="812800" y="508000"/>
                </a:lnTo>
                <a:lnTo>
                  <a:pt x="876300" y="393700"/>
                </a:lnTo>
                <a:lnTo>
                  <a:pt x="939800" y="266700"/>
                </a:lnTo>
                <a:lnTo>
                  <a:pt x="1023143" y="88106"/>
                </a:lnTo>
                <a:lnTo>
                  <a:pt x="1016000" y="76200"/>
                </a:lnTo>
                <a:close/>
              </a:path>
              <a:path w="1054100" h="1422400">
                <a:moveTo>
                  <a:pt x="1054100" y="63500"/>
                </a:moveTo>
                <a:lnTo>
                  <a:pt x="1016000" y="63500"/>
                </a:lnTo>
                <a:lnTo>
                  <a:pt x="1028700" y="76200"/>
                </a:lnTo>
                <a:lnTo>
                  <a:pt x="1023143" y="88106"/>
                </a:lnTo>
                <a:lnTo>
                  <a:pt x="1054100" y="139700"/>
                </a:lnTo>
                <a:lnTo>
                  <a:pt x="1054100" y="63500"/>
                </a:lnTo>
                <a:close/>
              </a:path>
              <a:path w="1054100" h="1422400">
                <a:moveTo>
                  <a:pt x="1054100" y="0"/>
                </a:moveTo>
                <a:lnTo>
                  <a:pt x="939800" y="88900"/>
                </a:lnTo>
                <a:lnTo>
                  <a:pt x="1009573" y="77271"/>
                </a:lnTo>
                <a:lnTo>
                  <a:pt x="1016000" y="63500"/>
                </a:lnTo>
                <a:lnTo>
                  <a:pt x="1054100" y="63500"/>
                </a:lnTo>
                <a:lnTo>
                  <a:pt x="1054100" y="0"/>
                </a:lnTo>
                <a:close/>
              </a:path>
              <a:path w="1054100" h="1422400">
                <a:moveTo>
                  <a:pt x="1028700" y="76200"/>
                </a:moveTo>
                <a:lnTo>
                  <a:pt x="1016000" y="76200"/>
                </a:lnTo>
                <a:lnTo>
                  <a:pt x="1023143" y="88106"/>
                </a:lnTo>
                <a:lnTo>
                  <a:pt x="1028700" y="76200"/>
                </a:lnTo>
                <a:close/>
              </a:path>
              <a:path w="1054100" h="1422400">
                <a:moveTo>
                  <a:pt x="1016000" y="63500"/>
                </a:moveTo>
                <a:lnTo>
                  <a:pt x="1009573" y="77271"/>
                </a:lnTo>
                <a:lnTo>
                  <a:pt x="1016000" y="76200"/>
                </a:lnTo>
                <a:lnTo>
                  <a:pt x="1028700" y="76200"/>
                </a:lnTo>
                <a:lnTo>
                  <a:pt x="101600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562100" y="5029200"/>
            <a:ext cx="1524000" cy="749300"/>
          </a:xfrm>
          <a:custGeom>
            <a:avLst/>
            <a:gdLst/>
            <a:ahLst/>
            <a:cxnLst/>
            <a:rect l="l" t="t" r="r" b="b"/>
            <a:pathLst>
              <a:path w="1524000" h="749300">
                <a:moveTo>
                  <a:pt x="1436254" y="31172"/>
                </a:moveTo>
                <a:lnTo>
                  <a:pt x="1371600" y="63500"/>
                </a:lnTo>
                <a:lnTo>
                  <a:pt x="1282700" y="127000"/>
                </a:lnTo>
                <a:lnTo>
                  <a:pt x="1168400" y="177800"/>
                </a:lnTo>
                <a:lnTo>
                  <a:pt x="939800" y="304800"/>
                </a:lnTo>
                <a:lnTo>
                  <a:pt x="533400" y="508000"/>
                </a:lnTo>
                <a:lnTo>
                  <a:pt x="330200" y="596900"/>
                </a:lnTo>
                <a:lnTo>
                  <a:pt x="228600" y="635000"/>
                </a:lnTo>
                <a:lnTo>
                  <a:pt x="139700" y="673100"/>
                </a:lnTo>
                <a:lnTo>
                  <a:pt x="63500" y="698500"/>
                </a:lnTo>
                <a:lnTo>
                  <a:pt x="0" y="723900"/>
                </a:lnTo>
                <a:lnTo>
                  <a:pt x="12700" y="749300"/>
                </a:lnTo>
                <a:lnTo>
                  <a:pt x="76200" y="723900"/>
                </a:lnTo>
                <a:lnTo>
                  <a:pt x="152400" y="685800"/>
                </a:lnTo>
                <a:lnTo>
                  <a:pt x="241300" y="647700"/>
                </a:lnTo>
                <a:lnTo>
                  <a:pt x="342900" y="609600"/>
                </a:lnTo>
                <a:lnTo>
                  <a:pt x="546100" y="520700"/>
                </a:lnTo>
                <a:lnTo>
                  <a:pt x="647700" y="469900"/>
                </a:lnTo>
                <a:lnTo>
                  <a:pt x="749300" y="431800"/>
                </a:lnTo>
                <a:lnTo>
                  <a:pt x="850900" y="381000"/>
                </a:lnTo>
                <a:lnTo>
                  <a:pt x="952500" y="317500"/>
                </a:lnTo>
                <a:lnTo>
                  <a:pt x="1181100" y="190500"/>
                </a:lnTo>
                <a:lnTo>
                  <a:pt x="1384300" y="88900"/>
                </a:lnTo>
                <a:lnTo>
                  <a:pt x="1446212" y="47625"/>
                </a:lnTo>
                <a:lnTo>
                  <a:pt x="1447800" y="38100"/>
                </a:lnTo>
                <a:lnTo>
                  <a:pt x="1436254" y="31172"/>
                </a:lnTo>
                <a:close/>
              </a:path>
              <a:path w="1524000" h="749300">
                <a:moveTo>
                  <a:pt x="1504244" y="25400"/>
                </a:moveTo>
                <a:lnTo>
                  <a:pt x="1447800" y="25400"/>
                </a:lnTo>
                <a:lnTo>
                  <a:pt x="1460500" y="38100"/>
                </a:lnTo>
                <a:lnTo>
                  <a:pt x="1446212" y="47625"/>
                </a:lnTo>
                <a:lnTo>
                  <a:pt x="1435100" y="114300"/>
                </a:lnTo>
                <a:lnTo>
                  <a:pt x="1504244" y="25400"/>
                </a:lnTo>
                <a:close/>
              </a:path>
              <a:path w="1524000" h="749300">
                <a:moveTo>
                  <a:pt x="1447800" y="25400"/>
                </a:moveTo>
                <a:lnTo>
                  <a:pt x="1436254" y="31172"/>
                </a:lnTo>
                <a:lnTo>
                  <a:pt x="1447800" y="38100"/>
                </a:lnTo>
                <a:lnTo>
                  <a:pt x="1446212" y="47625"/>
                </a:lnTo>
                <a:lnTo>
                  <a:pt x="1460500" y="38100"/>
                </a:lnTo>
                <a:lnTo>
                  <a:pt x="1447800" y="25400"/>
                </a:lnTo>
                <a:close/>
              </a:path>
              <a:path w="1524000" h="749300">
                <a:moveTo>
                  <a:pt x="1524000" y="0"/>
                </a:moveTo>
                <a:lnTo>
                  <a:pt x="1384300" y="0"/>
                </a:lnTo>
                <a:lnTo>
                  <a:pt x="1436254" y="31172"/>
                </a:lnTo>
                <a:lnTo>
                  <a:pt x="1447800" y="25400"/>
                </a:lnTo>
                <a:lnTo>
                  <a:pt x="1504244" y="25400"/>
                </a:lnTo>
                <a:lnTo>
                  <a:pt x="1524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587500" y="4279900"/>
            <a:ext cx="1879600" cy="1485900"/>
          </a:xfrm>
          <a:custGeom>
            <a:avLst/>
            <a:gdLst/>
            <a:ahLst/>
            <a:cxnLst/>
            <a:rect l="l" t="t" r="r" b="b"/>
            <a:pathLst>
              <a:path w="1879600" h="1485900">
                <a:moveTo>
                  <a:pt x="1816100" y="50800"/>
                </a:moveTo>
                <a:lnTo>
                  <a:pt x="1790700" y="63500"/>
                </a:lnTo>
                <a:lnTo>
                  <a:pt x="1752600" y="114300"/>
                </a:lnTo>
                <a:lnTo>
                  <a:pt x="1701800" y="152400"/>
                </a:lnTo>
                <a:lnTo>
                  <a:pt x="1587500" y="266700"/>
                </a:lnTo>
                <a:lnTo>
                  <a:pt x="1447800" y="393700"/>
                </a:lnTo>
                <a:lnTo>
                  <a:pt x="1320800" y="520700"/>
                </a:lnTo>
                <a:lnTo>
                  <a:pt x="1181100" y="635000"/>
                </a:lnTo>
                <a:lnTo>
                  <a:pt x="1041400" y="762000"/>
                </a:lnTo>
                <a:lnTo>
                  <a:pt x="990600" y="812800"/>
                </a:lnTo>
                <a:lnTo>
                  <a:pt x="927100" y="863600"/>
                </a:lnTo>
                <a:lnTo>
                  <a:pt x="673100" y="1041400"/>
                </a:lnTo>
                <a:lnTo>
                  <a:pt x="546100" y="1117600"/>
                </a:lnTo>
                <a:lnTo>
                  <a:pt x="419100" y="1206500"/>
                </a:lnTo>
                <a:lnTo>
                  <a:pt x="304800" y="1282700"/>
                </a:lnTo>
                <a:lnTo>
                  <a:pt x="190500" y="1346200"/>
                </a:lnTo>
                <a:lnTo>
                  <a:pt x="88900" y="1409700"/>
                </a:lnTo>
                <a:lnTo>
                  <a:pt x="38100" y="1435100"/>
                </a:lnTo>
                <a:lnTo>
                  <a:pt x="0" y="1460500"/>
                </a:lnTo>
                <a:lnTo>
                  <a:pt x="12700" y="1485900"/>
                </a:lnTo>
                <a:lnTo>
                  <a:pt x="50800" y="1460500"/>
                </a:lnTo>
                <a:lnTo>
                  <a:pt x="101600" y="1422400"/>
                </a:lnTo>
                <a:lnTo>
                  <a:pt x="190500" y="1371600"/>
                </a:lnTo>
                <a:lnTo>
                  <a:pt x="304800" y="1295400"/>
                </a:lnTo>
                <a:lnTo>
                  <a:pt x="558800" y="1143000"/>
                </a:lnTo>
                <a:lnTo>
                  <a:pt x="939800" y="876300"/>
                </a:lnTo>
                <a:lnTo>
                  <a:pt x="1003300" y="825500"/>
                </a:lnTo>
                <a:lnTo>
                  <a:pt x="1054100" y="774700"/>
                </a:lnTo>
                <a:lnTo>
                  <a:pt x="1193800" y="660400"/>
                </a:lnTo>
                <a:lnTo>
                  <a:pt x="1333500" y="533400"/>
                </a:lnTo>
                <a:lnTo>
                  <a:pt x="1460500" y="406400"/>
                </a:lnTo>
                <a:lnTo>
                  <a:pt x="1600200" y="279400"/>
                </a:lnTo>
                <a:lnTo>
                  <a:pt x="1714500" y="177800"/>
                </a:lnTo>
                <a:lnTo>
                  <a:pt x="1765300" y="127000"/>
                </a:lnTo>
                <a:lnTo>
                  <a:pt x="1803400" y="76200"/>
                </a:lnTo>
                <a:lnTo>
                  <a:pt x="1818639" y="68580"/>
                </a:lnTo>
                <a:lnTo>
                  <a:pt x="1816100" y="50800"/>
                </a:lnTo>
                <a:close/>
              </a:path>
              <a:path w="1879600" h="1485900">
                <a:moveTo>
                  <a:pt x="1879600" y="0"/>
                </a:moveTo>
                <a:lnTo>
                  <a:pt x="1739900" y="38100"/>
                </a:lnTo>
                <a:lnTo>
                  <a:pt x="1816100" y="50800"/>
                </a:lnTo>
                <a:lnTo>
                  <a:pt x="1828800" y="63500"/>
                </a:lnTo>
                <a:lnTo>
                  <a:pt x="1818639" y="68580"/>
                </a:lnTo>
                <a:lnTo>
                  <a:pt x="1828800" y="139700"/>
                </a:lnTo>
                <a:lnTo>
                  <a:pt x="1879600" y="0"/>
                </a:lnTo>
                <a:close/>
              </a:path>
              <a:path w="1879600" h="1485900">
                <a:moveTo>
                  <a:pt x="1816100" y="50800"/>
                </a:moveTo>
                <a:lnTo>
                  <a:pt x="1818639" y="68580"/>
                </a:lnTo>
                <a:lnTo>
                  <a:pt x="1828800" y="63500"/>
                </a:lnTo>
                <a:lnTo>
                  <a:pt x="1816100" y="50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27100" y="5753100"/>
            <a:ext cx="21101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501900" y="3975100"/>
            <a:ext cx="393700" cy="381000"/>
          </a:xfrm>
          <a:custGeom>
            <a:avLst/>
            <a:gdLst/>
            <a:ahLst/>
            <a:cxnLst/>
            <a:rect l="l" t="t" r="r" b="b"/>
            <a:pathLst>
              <a:path w="393700" h="381000">
                <a:moveTo>
                  <a:pt x="241300" y="368300"/>
                </a:moveTo>
                <a:lnTo>
                  <a:pt x="165100" y="368300"/>
                </a:lnTo>
                <a:lnTo>
                  <a:pt x="203200" y="381000"/>
                </a:lnTo>
                <a:lnTo>
                  <a:pt x="241300" y="368300"/>
                </a:lnTo>
                <a:close/>
              </a:path>
              <a:path w="393700" h="381000">
                <a:moveTo>
                  <a:pt x="241300" y="0"/>
                </a:moveTo>
                <a:lnTo>
                  <a:pt x="165100" y="0"/>
                </a:lnTo>
                <a:lnTo>
                  <a:pt x="88900" y="25400"/>
                </a:lnTo>
                <a:lnTo>
                  <a:pt x="38100" y="76200"/>
                </a:lnTo>
                <a:lnTo>
                  <a:pt x="0" y="190500"/>
                </a:lnTo>
                <a:lnTo>
                  <a:pt x="12700" y="228600"/>
                </a:lnTo>
                <a:lnTo>
                  <a:pt x="25400" y="254000"/>
                </a:lnTo>
                <a:lnTo>
                  <a:pt x="25400" y="266700"/>
                </a:lnTo>
                <a:lnTo>
                  <a:pt x="38100" y="292100"/>
                </a:lnTo>
                <a:lnTo>
                  <a:pt x="88900" y="342900"/>
                </a:lnTo>
                <a:lnTo>
                  <a:pt x="127000" y="368300"/>
                </a:lnTo>
                <a:lnTo>
                  <a:pt x="203200" y="368300"/>
                </a:lnTo>
                <a:lnTo>
                  <a:pt x="165100" y="355600"/>
                </a:lnTo>
                <a:lnTo>
                  <a:pt x="127000" y="355600"/>
                </a:lnTo>
                <a:lnTo>
                  <a:pt x="101600" y="330200"/>
                </a:lnTo>
                <a:lnTo>
                  <a:pt x="76200" y="317500"/>
                </a:lnTo>
                <a:lnTo>
                  <a:pt x="59266" y="292100"/>
                </a:lnTo>
                <a:lnTo>
                  <a:pt x="50800" y="292100"/>
                </a:lnTo>
                <a:lnTo>
                  <a:pt x="29633" y="228600"/>
                </a:lnTo>
                <a:lnTo>
                  <a:pt x="25400" y="228600"/>
                </a:lnTo>
                <a:lnTo>
                  <a:pt x="12700" y="190500"/>
                </a:lnTo>
                <a:lnTo>
                  <a:pt x="38100" y="114300"/>
                </a:lnTo>
                <a:lnTo>
                  <a:pt x="101600" y="38100"/>
                </a:lnTo>
                <a:lnTo>
                  <a:pt x="165100" y="12700"/>
                </a:lnTo>
                <a:lnTo>
                  <a:pt x="279400" y="12700"/>
                </a:lnTo>
                <a:lnTo>
                  <a:pt x="241300" y="0"/>
                </a:lnTo>
                <a:close/>
              </a:path>
              <a:path w="393700" h="381000">
                <a:moveTo>
                  <a:pt x="355600" y="279400"/>
                </a:moveTo>
                <a:lnTo>
                  <a:pt x="330200" y="317500"/>
                </a:lnTo>
                <a:lnTo>
                  <a:pt x="304800" y="330200"/>
                </a:lnTo>
                <a:lnTo>
                  <a:pt x="266700" y="355600"/>
                </a:lnTo>
                <a:lnTo>
                  <a:pt x="241300" y="355600"/>
                </a:lnTo>
                <a:lnTo>
                  <a:pt x="203200" y="368300"/>
                </a:lnTo>
                <a:lnTo>
                  <a:pt x="279400" y="368300"/>
                </a:lnTo>
                <a:lnTo>
                  <a:pt x="317500" y="342900"/>
                </a:lnTo>
                <a:lnTo>
                  <a:pt x="368300" y="292100"/>
                </a:lnTo>
                <a:lnTo>
                  <a:pt x="355600" y="292100"/>
                </a:lnTo>
                <a:lnTo>
                  <a:pt x="355600" y="279400"/>
                </a:lnTo>
                <a:close/>
              </a:path>
              <a:path w="393700" h="381000">
                <a:moveTo>
                  <a:pt x="50800" y="279400"/>
                </a:moveTo>
                <a:lnTo>
                  <a:pt x="50800" y="292100"/>
                </a:lnTo>
                <a:lnTo>
                  <a:pt x="59266" y="292100"/>
                </a:lnTo>
                <a:lnTo>
                  <a:pt x="50800" y="279400"/>
                </a:lnTo>
                <a:close/>
              </a:path>
              <a:path w="393700" h="381000">
                <a:moveTo>
                  <a:pt x="381000" y="215900"/>
                </a:moveTo>
                <a:lnTo>
                  <a:pt x="355600" y="292100"/>
                </a:lnTo>
                <a:lnTo>
                  <a:pt x="368300" y="292100"/>
                </a:lnTo>
                <a:lnTo>
                  <a:pt x="381000" y="266700"/>
                </a:lnTo>
                <a:lnTo>
                  <a:pt x="381000" y="254000"/>
                </a:lnTo>
                <a:lnTo>
                  <a:pt x="393700" y="228600"/>
                </a:lnTo>
                <a:lnTo>
                  <a:pt x="381000" y="228600"/>
                </a:lnTo>
                <a:lnTo>
                  <a:pt x="381000" y="215900"/>
                </a:lnTo>
                <a:close/>
              </a:path>
              <a:path w="393700" h="381000">
                <a:moveTo>
                  <a:pt x="25400" y="215900"/>
                </a:moveTo>
                <a:lnTo>
                  <a:pt x="25400" y="228600"/>
                </a:lnTo>
                <a:lnTo>
                  <a:pt x="29633" y="228600"/>
                </a:lnTo>
                <a:lnTo>
                  <a:pt x="25400" y="215900"/>
                </a:lnTo>
                <a:close/>
              </a:path>
              <a:path w="393700" h="381000">
                <a:moveTo>
                  <a:pt x="279400" y="12700"/>
                </a:moveTo>
                <a:lnTo>
                  <a:pt x="241300" y="12700"/>
                </a:lnTo>
                <a:lnTo>
                  <a:pt x="279400" y="25400"/>
                </a:lnTo>
                <a:lnTo>
                  <a:pt x="266700" y="25400"/>
                </a:lnTo>
                <a:lnTo>
                  <a:pt x="304800" y="38100"/>
                </a:lnTo>
                <a:lnTo>
                  <a:pt x="355600" y="88900"/>
                </a:lnTo>
                <a:lnTo>
                  <a:pt x="368300" y="114300"/>
                </a:lnTo>
                <a:lnTo>
                  <a:pt x="381000" y="152400"/>
                </a:lnTo>
                <a:lnTo>
                  <a:pt x="381000" y="228600"/>
                </a:lnTo>
                <a:lnTo>
                  <a:pt x="393700" y="228600"/>
                </a:lnTo>
                <a:lnTo>
                  <a:pt x="393700" y="152400"/>
                </a:lnTo>
                <a:lnTo>
                  <a:pt x="368300" y="76200"/>
                </a:lnTo>
                <a:lnTo>
                  <a:pt x="317500" y="25400"/>
                </a:lnTo>
                <a:lnTo>
                  <a:pt x="2794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54400" y="3911600"/>
            <a:ext cx="393700" cy="381000"/>
          </a:xfrm>
          <a:custGeom>
            <a:avLst/>
            <a:gdLst/>
            <a:ahLst/>
            <a:cxnLst/>
            <a:rect l="l" t="t" r="r" b="b"/>
            <a:pathLst>
              <a:path w="393700" h="381000">
                <a:moveTo>
                  <a:pt x="266700" y="368300"/>
                </a:moveTo>
                <a:lnTo>
                  <a:pt x="127000" y="368300"/>
                </a:lnTo>
                <a:lnTo>
                  <a:pt x="152400" y="381000"/>
                </a:lnTo>
                <a:lnTo>
                  <a:pt x="241300" y="381000"/>
                </a:lnTo>
                <a:lnTo>
                  <a:pt x="266700" y="368300"/>
                </a:lnTo>
                <a:close/>
              </a:path>
              <a:path w="393700" h="381000">
                <a:moveTo>
                  <a:pt x="63500" y="317500"/>
                </a:moveTo>
                <a:lnTo>
                  <a:pt x="114300" y="368300"/>
                </a:lnTo>
                <a:lnTo>
                  <a:pt x="165100" y="368300"/>
                </a:lnTo>
                <a:lnTo>
                  <a:pt x="127000" y="355600"/>
                </a:lnTo>
                <a:lnTo>
                  <a:pt x="88900" y="330200"/>
                </a:lnTo>
                <a:lnTo>
                  <a:pt x="63500" y="317500"/>
                </a:lnTo>
                <a:close/>
              </a:path>
              <a:path w="393700" h="381000">
                <a:moveTo>
                  <a:pt x="330200" y="317500"/>
                </a:moveTo>
                <a:lnTo>
                  <a:pt x="304800" y="330200"/>
                </a:lnTo>
                <a:lnTo>
                  <a:pt x="266700" y="355600"/>
                </a:lnTo>
                <a:lnTo>
                  <a:pt x="228600" y="368300"/>
                </a:lnTo>
                <a:lnTo>
                  <a:pt x="279400" y="368300"/>
                </a:lnTo>
                <a:lnTo>
                  <a:pt x="330200" y="317500"/>
                </a:lnTo>
                <a:close/>
              </a:path>
              <a:path w="393700" h="381000">
                <a:moveTo>
                  <a:pt x="165100" y="12700"/>
                </a:moveTo>
                <a:lnTo>
                  <a:pt x="114300" y="12700"/>
                </a:lnTo>
                <a:lnTo>
                  <a:pt x="88900" y="25400"/>
                </a:lnTo>
                <a:lnTo>
                  <a:pt x="38100" y="76200"/>
                </a:lnTo>
                <a:lnTo>
                  <a:pt x="12700" y="114300"/>
                </a:lnTo>
                <a:lnTo>
                  <a:pt x="0" y="152400"/>
                </a:lnTo>
                <a:lnTo>
                  <a:pt x="0" y="228600"/>
                </a:lnTo>
                <a:lnTo>
                  <a:pt x="12700" y="266700"/>
                </a:lnTo>
                <a:lnTo>
                  <a:pt x="63500" y="317500"/>
                </a:lnTo>
                <a:lnTo>
                  <a:pt x="50800" y="292100"/>
                </a:lnTo>
                <a:lnTo>
                  <a:pt x="25400" y="254000"/>
                </a:lnTo>
                <a:lnTo>
                  <a:pt x="12700" y="228600"/>
                </a:lnTo>
                <a:lnTo>
                  <a:pt x="12700" y="152400"/>
                </a:lnTo>
                <a:lnTo>
                  <a:pt x="25400" y="114300"/>
                </a:lnTo>
                <a:lnTo>
                  <a:pt x="50800" y="88900"/>
                </a:lnTo>
                <a:lnTo>
                  <a:pt x="63500" y="63500"/>
                </a:lnTo>
                <a:lnTo>
                  <a:pt x="88900" y="38100"/>
                </a:lnTo>
                <a:lnTo>
                  <a:pt x="165100" y="12700"/>
                </a:lnTo>
                <a:close/>
              </a:path>
              <a:path w="393700" h="381000">
                <a:moveTo>
                  <a:pt x="279400" y="12700"/>
                </a:moveTo>
                <a:lnTo>
                  <a:pt x="228600" y="12700"/>
                </a:lnTo>
                <a:lnTo>
                  <a:pt x="304800" y="38100"/>
                </a:lnTo>
                <a:lnTo>
                  <a:pt x="355600" y="88900"/>
                </a:lnTo>
                <a:lnTo>
                  <a:pt x="342900" y="88900"/>
                </a:lnTo>
                <a:lnTo>
                  <a:pt x="368300" y="114300"/>
                </a:lnTo>
                <a:lnTo>
                  <a:pt x="381000" y="152400"/>
                </a:lnTo>
                <a:lnTo>
                  <a:pt x="381000" y="228600"/>
                </a:lnTo>
                <a:lnTo>
                  <a:pt x="368300" y="254000"/>
                </a:lnTo>
                <a:lnTo>
                  <a:pt x="342900" y="292100"/>
                </a:lnTo>
                <a:lnTo>
                  <a:pt x="355600" y="292100"/>
                </a:lnTo>
                <a:lnTo>
                  <a:pt x="381000" y="266700"/>
                </a:lnTo>
                <a:lnTo>
                  <a:pt x="393700" y="228600"/>
                </a:lnTo>
                <a:lnTo>
                  <a:pt x="393700" y="152400"/>
                </a:lnTo>
                <a:lnTo>
                  <a:pt x="381000" y="114300"/>
                </a:lnTo>
                <a:lnTo>
                  <a:pt x="355600" y="76200"/>
                </a:lnTo>
                <a:lnTo>
                  <a:pt x="304800" y="25400"/>
                </a:lnTo>
                <a:lnTo>
                  <a:pt x="279400" y="12700"/>
                </a:lnTo>
                <a:close/>
              </a:path>
              <a:path w="393700" h="381000">
                <a:moveTo>
                  <a:pt x="241300" y="0"/>
                </a:moveTo>
                <a:lnTo>
                  <a:pt x="152400" y="0"/>
                </a:lnTo>
                <a:lnTo>
                  <a:pt x="127000" y="12700"/>
                </a:lnTo>
                <a:lnTo>
                  <a:pt x="266700" y="12700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09900" y="4648200"/>
            <a:ext cx="393700" cy="381000"/>
          </a:xfrm>
          <a:custGeom>
            <a:avLst/>
            <a:gdLst/>
            <a:ahLst/>
            <a:cxnLst/>
            <a:rect l="l" t="t" r="r" b="b"/>
            <a:pathLst>
              <a:path w="393700" h="381000">
                <a:moveTo>
                  <a:pt x="25400" y="266700"/>
                </a:moveTo>
                <a:lnTo>
                  <a:pt x="38100" y="304800"/>
                </a:lnTo>
                <a:lnTo>
                  <a:pt x="88900" y="355600"/>
                </a:lnTo>
                <a:lnTo>
                  <a:pt x="165100" y="381000"/>
                </a:lnTo>
                <a:lnTo>
                  <a:pt x="241300" y="381000"/>
                </a:lnTo>
                <a:lnTo>
                  <a:pt x="279400" y="368300"/>
                </a:lnTo>
                <a:lnTo>
                  <a:pt x="165100" y="368300"/>
                </a:lnTo>
                <a:lnTo>
                  <a:pt x="127000" y="355600"/>
                </a:lnTo>
                <a:lnTo>
                  <a:pt x="101600" y="342900"/>
                </a:lnTo>
                <a:lnTo>
                  <a:pt x="25400" y="266700"/>
                </a:lnTo>
                <a:close/>
              </a:path>
              <a:path w="393700" h="381000">
                <a:moveTo>
                  <a:pt x="304800" y="38100"/>
                </a:moveTo>
                <a:lnTo>
                  <a:pt x="355600" y="88900"/>
                </a:lnTo>
                <a:lnTo>
                  <a:pt x="368300" y="127000"/>
                </a:lnTo>
                <a:lnTo>
                  <a:pt x="381000" y="152400"/>
                </a:lnTo>
                <a:lnTo>
                  <a:pt x="381000" y="228600"/>
                </a:lnTo>
                <a:lnTo>
                  <a:pt x="368300" y="266700"/>
                </a:lnTo>
                <a:lnTo>
                  <a:pt x="355600" y="292100"/>
                </a:lnTo>
                <a:lnTo>
                  <a:pt x="304800" y="342900"/>
                </a:lnTo>
                <a:lnTo>
                  <a:pt x="266700" y="355600"/>
                </a:lnTo>
                <a:lnTo>
                  <a:pt x="241300" y="368300"/>
                </a:lnTo>
                <a:lnTo>
                  <a:pt x="279400" y="368300"/>
                </a:lnTo>
                <a:lnTo>
                  <a:pt x="304800" y="355600"/>
                </a:lnTo>
                <a:lnTo>
                  <a:pt x="342900" y="330200"/>
                </a:lnTo>
                <a:lnTo>
                  <a:pt x="368300" y="304800"/>
                </a:lnTo>
                <a:lnTo>
                  <a:pt x="393700" y="228600"/>
                </a:lnTo>
                <a:lnTo>
                  <a:pt x="393700" y="152400"/>
                </a:lnTo>
                <a:lnTo>
                  <a:pt x="381000" y="114300"/>
                </a:lnTo>
                <a:lnTo>
                  <a:pt x="368300" y="88900"/>
                </a:lnTo>
                <a:lnTo>
                  <a:pt x="342900" y="50800"/>
                </a:lnTo>
                <a:lnTo>
                  <a:pt x="304800" y="38100"/>
                </a:lnTo>
                <a:close/>
              </a:path>
              <a:path w="393700" h="381000">
                <a:moveTo>
                  <a:pt x="241300" y="0"/>
                </a:moveTo>
                <a:lnTo>
                  <a:pt x="165100" y="0"/>
                </a:lnTo>
                <a:lnTo>
                  <a:pt x="127000" y="12700"/>
                </a:lnTo>
                <a:lnTo>
                  <a:pt x="88900" y="38100"/>
                </a:lnTo>
                <a:lnTo>
                  <a:pt x="63500" y="50800"/>
                </a:lnTo>
                <a:lnTo>
                  <a:pt x="38100" y="88900"/>
                </a:lnTo>
                <a:lnTo>
                  <a:pt x="25400" y="114300"/>
                </a:lnTo>
                <a:lnTo>
                  <a:pt x="0" y="190500"/>
                </a:lnTo>
                <a:lnTo>
                  <a:pt x="25400" y="266700"/>
                </a:lnTo>
                <a:lnTo>
                  <a:pt x="38100" y="266700"/>
                </a:lnTo>
                <a:lnTo>
                  <a:pt x="12700" y="190500"/>
                </a:lnTo>
                <a:lnTo>
                  <a:pt x="25400" y="152400"/>
                </a:lnTo>
                <a:lnTo>
                  <a:pt x="38100" y="127000"/>
                </a:lnTo>
                <a:lnTo>
                  <a:pt x="25400" y="127000"/>
                </a:lnTo>
                <a:lnTo>
                  <a:pt x="50800" y="88900"/>
                </a:lnTo>
                <a:lnTo>
                  <a:pt x="101600" y="38100"/>
                </a:lnTo>
                <a:lnTo>
                  <a:pt x="127000" y="25400"/>
                </a:lnTo>
                <a:lnTo>
                  <a:pt x="165100" y="12700"/>
                </a:lnTo>
                <a:lnTo>
                  <a:pt x="279400" y="12700"/>
                </a:lnTo>
                <a:lnTo>
                  <a:pt x="241300" y="0"/>
                </a:lnTo>
                <a:close/>
              </a:path>
              <a:path w="393700" h="381000">
                <a:moveTo>
                  <a:pt x="279400" y="12700"/>
                </a:moveTo>
                <a:lnTo>
                  <a:pt x="241300" y="12700"/>
                </a:lnTo>
                <a:lnTo>
                  <a:pt x="266700" y="25400"/>
                </a:lnTo>
                <a:lnTo>
                  <a:pt x="304800" y="38100"/>
                </a:lnTo>
                <a:lnTo>
                  <a:pt x="2794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575300" y="4307840"/>
            <a:ext cx="251587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2100"/>
              </a:lnSpc>
            </a:pPr>
            <a:r>
              <a:rPr sz="1800" spc="-100" dirty="0">
                <a:latin typeface="Arial"/>
                <a:cs typeface="Arial"/>
              </a:rPr>
              <a:t>Р</a:t>
            </a:r>
            <a:r>
              <a:rPr sz="1800" dirty="0">
                <a:latin typeface="Arial"/>
                <a:cs typeface="Arial"/>
              </a:rPr>
              <a:t>асс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20" dirty="0">
                <a:latin typeface="Arial"/>
                <a:cs typeface="Arial"/>
              </a:rPr>
              <a:t>я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е от</a:t>
            </a:r>
            <a:r>
              <a:rPr sz="1800" spc="-25" dirty="0">
                <a:latin typeface="Arial"/>
                <a:cs typeface="Arial"/>
              </a:rPr>
              <a:t> 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50" dirty="0">
                <a:latin typeface="Arial"/>
                <a:cs typeface="Arial"/>
              </a:rPr>
              <a:t>д</a:t>
            </a:r>
            <a:r>
              <a:rPr sz="1800" dirty="0">
                <a:latin typeface="Arial"/>
                <a:cs typeface="Arial"/>
              </a:rPr>
              <a:t>о </a:t>
            </a:r>
            <a:r>
              <a:rPr sz="1800" spc="40" dirty="0">
                <a:latin typeface="Arial"/>
                <a:cs typeface="Arial"/>
              </a:rPr>
              <a:t>г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ер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dirty="0">
                <a:latin typeface="Arial"/>
                <a:cs typeface="Arial"/>
              </a:rPr>
              <a:t>ос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ос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670137" y="4604537"/>
            <a:ext cx="1192530" cy="0"/>
          </a:xfrm>
          <a:custGeom>
            <a:avLst/>
            <a:gdLst/>
            <a:ahLst/>
            <a:cxnLst/>
            <a:rect l="l" t="t" r="r" b="b"/>
            <a:pathLst>
              <a:path w="1192529">
                <a:moveTo>
                  <a:pt x="0" y="0"/>
                </a:moveTo>
                <a:lnTo>
                  <a:pt x="119221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978900" y="4610100"/>
            <a:ext cx="565150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45" dirty="0">
                <a:latin typeface="Times New Roman"/>
                <a:cs typeface="Times New Roman"/>
              </a:rPr>
              <a:t>|</a:t>
            </a:r>
            <a:r>
              <a:rPr sz="2200" dirty="0">
                <a:latin typeface="Times New Roman"/>
                <a:cs typeface="Times New Roman"/>
              </a:rPr>
              <a:t>|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|</a:t>
            </a:r>
            <a:r>
              <a:rPr sz="2200" dirty="0">
                <a:latin typeface="Times New Roman"/>
                <a:cs typeface="Times New Roman"/>
              </a:rPr>
              <a:t>|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61400" y="4216400"/>
            <a:ext cx="1212215" cy="400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|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x</a:t>
            </a:r>
            <a:r>
              <a:rPr sz="1950" i="1" spc="-7" baseline="-25641" dirty="0">
                <a:latin typeface="Times New Roman"/>
                <a:cs typeface="Times New Roman"/>
              </a:rPr>
              <a:t>i</a:t>
            </a:r>
            <a:r>
              <a:rPr sz="1950" i="1" baseline="-25641" dirty="0">
                <a:latin typeface="Times New Roman"/>
                <a:cs typeface="Times New Roman"/>
              </a:rPr>
              <a:t> </a:t>
            </a:r>
            <a:r>
              <a:rPr sz="1950" i="1" spc="-165" baseline="-25641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</a:t>
            </a:r>
            <a:r>
              <a:rPr sz="2200" spc="-20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</a:t>
            </a:r>
            <a:r>
              <a:rPr sz="2200" b="1" spc="-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spc="-17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</a:t>
            </a:r>
            <a:r>
              <a:rPr sz="2200" i="1" spc="-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|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75300" y="3606800"/>
            <a:ext cx="25025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Arial"/>
                <a:cs typeface="Arial"/>
              </a:rPr>
              <a:t>Д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dirty="0">
                <a:latin typeface="Arial"/>
                <a:cs typeface="Arial"/>
              </a:rPr>
              <a:t>я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ор</a:t>
            </a:r>
            <a:r>
              <a:rPr sz="1800" spc="5" dirty="0">
                <a:latin typeface="Arial"/>
                <a:cs typeface="Arial"/>
              </a:rPr>
              <a:t>ны</a:t>
            </a:r>
            <a:r>
              <a:rPr sz="1800" dirty="0">
                <a:latin typeface="Arial"/>
                <a:cs typeface="Arial"/>
              </a:rPr>
              <a:t>х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оро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204200" y="3479800"/>
            <a:ext cx="170243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95" dirty="0">
                <a:latin typeface="Times New Roman"/>
                <a:cs typeface="Times New Roman"/>
              </a:rPr>
              <a:t>x</a:t>
            </a:r>
            <a:r>
              <a:rPr sz="2100" i="1" baseline="-23809" dirty="0">
                <a:latin typeface="Times New Roman"/>
                <a:cs typeface="Times New Roman"/>
              </a:rPr>
              <a:t>i</a:t>
            </a:r>
            <a:r>
              <a:rPr sz="2100" i="1" spc="240" baseline="-238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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Symbol"/>
                <a:cs typeface="Symbol"/>
              </a:rPr>
              <a:t>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651500" y="5397500"/>
            <a:ext cx="23755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20" dirty="0">
                <a:latin typeface="Arial"/>
                <a:cs typeface="Arial"/>
              </a:rPr>
              <a:t>э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40" dirty="0">
                <a:latin typeface="Arial"/>
                <a:cs typeface="Arial"/>
              </a:rPr>
              <a:t>м</a:t>
            </a:r>
            <a:r>
              <a:rPr sz="1800" dirty="0">
                <a:latin typeface="Arial"/>
                <a:cs typeface="Arial"/>
              </a:rPr>
              <a:t>у о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уп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ен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572500" y="5270500"/>
            <a:ext cx="97345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2 /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|</a:t>
            </a:r>
            <a:r>
              <a:rPr sz="2800" spc="-65" dirty="0">
                <a:latin typeface="Times New Roman"/>
                <a:cs typeface="Times New Roman"/>
              </a:rPr>
              <a:t>|</a:t>
            </a:r>
            <a:r>
              <a:rPr sz="2800" b="1" spc="-125" dirty="0">
                <a:latin typeface="Times New Roman"/>
                <a:cs typeface="Times New Roman"/>
              </a:rPr>
              <a:t>w</a:t>
            </a:r>
            <a:r>
              <a:rPr sz="2800" spc="-60" dirty="0">
                <a:latin typeface="Times New Roman"/>
                <a:cs typeface="Times New Roman"/>
              </a:rPr>
              <a:t>|</a:t>
            </a:r>
            <a:r>
              <a:rPr sz="2800" dirty="0"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424430" y="6613842"/>
            <a:ext cx="56667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htt</a:t>
            </a:r>
            <a:r>
              <a:rPr sz="1800" u="heavy" spc="-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://ww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w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achinelearning.ru/wiki/inde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x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.php?title</a:t>
            </a:r>
            <a:r>
              <a:rPr sz="1800" u="heavy" spc="4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=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S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V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object 4"/>
          <p:cNvSpPr txBox="1">
            <a:spLocks/>
          </p:cNvSpPr>
          <p:nvPr/>
        </p:nvSpPr>
        <p:spPr>
          <a:xfrm>
            <a:off x="927100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2300" algn="ctr">
              <a:lnSpc>
                <a:spcPct val="100000"/>
              </a:lnSpc>
            </a:pP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5" dirty="0" err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ск</a:t>
            </a:r>
            <a:r>
              <a:rPr lang="uk-UA" b="1" spc="5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г</a:t>
            </a:r>
            <a:r>
              <a:rPr lang="uk-UA" b="1" spc="5" dirty="0" err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-35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ер</a:t>
            </a:r>
            <a:r>
              <a:rPr lang="uk-UA" b="1" spc="-35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л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ск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т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и</a:t>
            </a:r>
            <a:endParaRPr lang="uk-UA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1460500" y="1219835"/>
          <a:ext cx="7772399" cy="822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756"/>
                <a:gridCol w="3559302"/>
                <a:gridCol w="3752341"/>
              </a:tblGrid>
              <a:tr h="448311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000" spc="-1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marL="0" marR="0" marT="0" marB="0">
                    <a:lnT w="3937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2000" spc="30" dirty="0">
                          <a:latin typeface="Arial"/>
                          <a:cs typeface="Arial"/>
                        </a:rPr>
                        <a:t>М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а</a:t>
                      </a:r>
                      <a:r>
                        <a:rPr sz="2000" spc="20" dirty="0">
                          <a:latin typeface="Arial"/>
                          <a:cs typeface="Arial"/>
                        </a:rPr>
                        <a:t>к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000" spc="-12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м</a:t>
                      </a:r>
                      <a:r>
                        <a:rPr sz="2000" spc="-12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з</a:t>
                      </a:r>
                      <a:r>
                        <a:rPr sz="2000" spc="-12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р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у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е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м </a:t>
                      </a:r>
                      <a:r>
                        <a:rPr sz="2000" spc="-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о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т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т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уп</a:t>
                      </a:r>
                      <a:r>
                        <a:rPr sz="20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2/</a:t>
                      </a:r>
                      <a:r>
                        <a:rPr sz="20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000" b="1" spc="-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|</a:t>
                      </a:r>
                    </a:p>
                  </a:txBody>
                  <a:tcPr marL="0" marR="0" marT="0" marB="0">
                    <a:lnT w="3937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937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3933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000" spc="-1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2000" spc="-140" dirty="0">
                          <a:latin typeface="Arial"/>
                          <a:cs typeface="Arial"/>
                        </a:rPr>
                        <a:t>П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ра</a:t>
                      </a:r>
                      <a:r>
                        <a:rPr sz="2000" spc="35" dirty="0">
                          <a:latin typeface="Arial"/>
                          <a:cs typeface="Arial"/>
                        </a:rPr>
                        <a:t>в</a:t>
                      </a:r>
                      <a:r>
                        <a:rPr sz="2000" spc="-12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2000" spc="-65" dirty="0">
                          <a:latin typeface="Arial"/>
                          <a:cs typeface="Arial"/>
                        </a:rPr>
                        <a:t>л</a:t>
                      </a:r>
                      <a:r>
                        <a:rPr sz="2000" spc="55" dirty="0">
                          <a:latin typeface="Arial"/>
                          <a:cs typeface="Arial"/>
                        </a:rPr>
                        <a:t>ь</a:t>
                      </a:r>
                      <a:r>
                        <a:rPr sz="2000" spc="-105" dirty="0">
                          <a:latin typeface="Arial"/>
                          <a:cs typeface="Arial"/>
                        </a:rPr>
                        <a:t>н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о </a:t>
                      </a:r>
                      <a:r>
                        <a:rPr sz="2000" spc="-2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20" dirty="0">
                          <a:latin typeface="Arial"/>
                          <a:cs typeface="Arial"/>
                        </a:rPr>
                        <a:t>к</a:t>
                      </a:r>
                      <a:r>
                        <a:rPr sz="2000" spc="-65" dirty="0">
                          <a:latin typeface="Arial"/>
                          <a:cs typeface="Arial"/>
                        </a:rPr>
                        <a:t>л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а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сс</a:t>
                      </a:r>
                      <a:r>
                        <a:rPr sz="2000" spc="-12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ф</a:t>
                      </a:r>
                      <a:r>
                        <a:rPr sz="2000" spc="-12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ц</a:t>
                      </a:r>
                      <a:r>
                        <a:rPr sz="2000" spc="-12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р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у</a:t>
                      </a:r>
                      <a:r>
                        <a:rPr sz="2000" spc="85" dirty="0">
                          <a:latin typeface="Arial"/>
                          <a:cs typeface="Arial"/>
                        </a:rPr>
                        <a:t>е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м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2000" spc="35" dirty="0">
                          <a:latin typeface="Arial"/>
                          <a:cs typeface="Arial"/>
                        </a:rPr>
                        <a:t>в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се</a:t>
                      </a:r>
                      <a:r>
                        <a:rPr sz="2000" spc="30" dirty="0">
                          <a:latin typeface="Arial"/>
                          <a:cs typeface="Arial"/>
                        </a:rPr>
                        <a:t> д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а</a:t>
                      </a:r>
                      <a:r>
                        <a:rPr sz="2000" spc="-105" dirty="0">
                          <a:latin typeface="Arial"/>
                          <a:cs typeface="Arial"/>
                        </a:rPr>
                        <a:t>нн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ы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е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: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6" name="Группа 5"/>
          <p:cNvGrpSpPr/>
          <p:nvPr/>
        </p:nvGrpSpPr>
        <p:grpSpPr>
          <a:xfrm>
            <a:off x="1917700" y="2254250"/>
            <a:ext cx="5928995" cy="866140"/>
            <a:chOff x="2095500" y="2178050"/>
            <a:chExt cx="5141595" cy="866140"/>
          </a:xfrm>
        </p:grpSpPr>
        <p:sp>
          <p:nvSpPr>
            <p:cNvPr id="7" name="object 13"/>
            <p:cNvSpPr txBox="1"/>
            <p:nvPr/>
          </p:nvSpPr>
          <p:spPr>
            <a:xfrm>
              <a:off x="5524500" y="2178050"/>
              <a:ext cx="1712595" cy="8661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44450" algn="ctr">
                <a:lnSpc>
                  <a:spcPct val="100000"/>
                </a:lnSpc>
              </a:pPr>
              <a:r>
                <a:rPr sz="2350" b="1" spc="15" dirty="0">
                  <a:latin typeface="Times New Roman"/>
                  <a:cs typeface="Times New Roman"/>
                </a:rPr>
                <a:t>x</a:t>
              </a:r>
              <a:r>
                <a:rPr sz="2025" i="1" spc="7" baseline="-20576" dirty="0">
                  <a:latin typeface="Times New Roman"/>
                  <a:cs typeface="Times New Roman"/>
                </a:rPr>
                <a:t>i</a:t>
              </a:r>
              <a:r>
                <a:rPr sz="2025" i="1" baseline="-20576" dirty="0">
                  <a:latin typeface="Times New Roman"/>
                  <a:cs typeface="Times New Roman"/>
                </a:rPr>
                <a:t> </a:t>
              </a:r>
              <a:r>
                <a:rPr sz="2025" i="1" spc="-89" baseline="-20576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</a:t>
              </a:r>
              <a:r>
                <a:rPr sz="2350" spc="-180" dirty="0">
                  <a:latin typeface="Times New Roman"/>
                  <a:cs typeface="Times New Roman"/>
                </a:rPr>
                <a:t> </a:t>
              </a:r>
              <a:r>
                <a:rPr sz="2350" b="1" dirty="0">
                  <a:latin typeface="Times New Roman"/>
                  <a:cs typeface="Times New Roman"/>
                </a:rPr>
                <a:t>w</a:t>
              </a:r>
              <a:r>
                <a:rPr sz="2350" b="1" spc="-100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</a:t>
              </a:r>
              <a:r>
                <a:rPr sz="2350" spc="-190" dirty="0">
                  <a:latin typeface="Times New Roman"/>
                  <a:cs typeface="Times New Roman"/>
                </a:rPr>
                <a:t> </a:t>
              </a:r>
              <a:r>
                <a:rPr sz="2350" i="1" dirty="0">
                  <a:latin typeface="Times New Roman"/>
                  <a:cs typeface="Times New Roman"/>
                </a:rPr>
                <a:t>b</a:t>
              </a:r>
              <a:r>
                <a:rPr sz="2350" i="1" spc="-75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</a:t>
              </a:r>
              <a:r>
                <a:rPr sz="2350" spc="-190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Times New Roman"/>
                  <a:cs typeface="Times New Roman"/>
                </a:rPr>
                <a:t>1</a:t>
              </a:r>
            </a:p>
            <a:p>
              <a:pPr algn="ctr">
                <a:lnSpc>
                  <a:spcPct val="100000"/>
                </a:lnSpc>
                <a:spcBef>
                  <a:spcPts val="780"/>
                </a:spcBef>
              </a:pPr>
              <a:r>
                <a:rPr sz="2350" b="1" spc="114" dirty="0">
                  <a:latin typeface="Times New Roman"/>
                  <a:cs typeface="Times New Roman"/>
                </a:rPr>
                <a:t>x</a:t>
              </a:r>
              <a:r>
                <a:rPr sz="2025" i="1" spc="7" baseline="-20576" dirty="0">
                  <a:latin typeface="Times New Roman"/>
                  <a:cs typeface="Times New Roman"/>
                </a:rPr>
                <a:t>i</a:t>
              </a:r>
              <a:r>
                <a:rPr sz="2025" i="1" baseline="-20576" dirty="0">
                  <a:latin typeface="Times New Roman"/>
                  <a:cs typeface="Times New Roman"/>
                </a:rPr>
                <a:t> </a:t>
              </a:r>
              <a:r>
                <a:rPr sz="2025" i="1" spc="-89" baseline="-20576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</a:t>
              </a:r>
              <a:r>
                <a:rPr sz="2350" spc="-280" dirty="0">
                  <a:latin typeface="Times New Roman"/>
                  <a:cs typeface="Times New Roman"/>
                </a:rPr>
                <a:t> </a:t>
              </a:r>
              <a:r>
                <a:rPr sz="2350" b="1" dirty="0">
                  <a:latin typeface="Times New Roman"/>
                  <a:cs typeface="Times New Roman"/>
                </a:rPr>
                <a:t>w </a:t>
              </a:r>
              <a:r>
                <a:rPr sz="2350" dirty="0">
                  <a:latin typeface="Symbol"/>
                  <a:cs typeface="Symbol"/>
                </a:rPr>
                <a:t></a:t>
              </a:r>
              <a:r>
                <a:rPr sz="2350" spc="-190" dirty="0">
                  <a:latin typeface="Times New Roman"/>
                  <a:cs typeface="Times New Roman"/>
                </a:rPr>
                <a:t> </a:t>
              </a:r>
              <a:r>
                <a:rPr sz="2350" i="1" dirty="0">
                  <a:latin typeface="Times New Roman"/>
                  <a:cs typeface="Times New Roman"/>
                </a:rPr>
                <a:t>b</a:t>
              </a:r>
              <a:r>
                <a:rPr sz="2350" i="1" spc="-75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</a:t>
              </a:r>
              <a:r>
                <a:rPr sz="2350" spc="10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</a:t>
              </a:r>
              <a:r>
                <a:rPr sz="2350" dirty="0"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8" name="object 14"/>
            <p:cNvSpPr txBox="1"/>
            <p:nvPr/>
          </p:nvSpPr>
          <p:spPr>
            <a:xfrm>
              <a:off x="2095500" y="2178050"/>
              <a:ext cx="3106420" cy="82586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350" b="1" spc="114" dirty="0">
                  <a:latin typeface="Times New Roman"/>
                  <a:cs typeface="Times New Roman"/>
                </a:rPr>
                <a:t>x</a:t>
              </a:r>
              <a:r>
                <a:rPr sz="2025" i="1" spc="7" baseline="-20576" dirty="0">
                  <a:latin typeface="Times New Roman"/>
                  <a:cs typeface="Times New Roman"/>
                </a:rPr>
                <a:t>i</a:t>
              </a:r>
              <a:r>
                <a:rPr sz="2025" i="1" baseline="-20576" dirty="0">
                  <a:latin typeface="Times New Roman"/>
                  <a:cs typeface="Times New Roman"/>
                </a:rPr>
                <a:t> </a:t>
              </a:r>
              <a:r>
                <a:rPr sz="2025" i="1" spc="-240" baseline="-20576" dirty="0">
                  <a:latin typeface="Times New Roman"/>
                  <a:cs typeface="Times New Roman"/>
                </a:rPr>
                <a:t> </a:t>
              </a:r>
              <a:r>
                <a:rPr sz="2350" i="1" spc="10" dirty="0" err="1" smtClean="0">
                  <a:latin typeface="Times New Roman"/>
                  <a:cs typeface="Times New Roman"/>
                </a:rPr>
                <a:t>по</a:t>
              </a:r>
              <a:r>
                <a:rPr lang="uk-UA" sz="2350" i="1" spc="-25" dirty="0" err="1" smtClean="0">
                  <a:latin typeface="Times New Roman"/>
                  <a:cs typeface="Times New Roman"/>
                </a:rPr>
                <a:t>ложительные</a:t>
              </a:r>
              <a:r>
                <a:rPr sz="2350" i="1" spc="-135" dirty="0" smtClean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Times New Roman"/>
                  <a:cs typeface="Times New Roman"/>
                </a:rPr>
                <a:t>(</a:t>
              </a:r>
              <a:r>
                <a:rPr sz="2350" spc="-280" dirty="0">
                  <a:latin typeface="Times New Roman"/>
                  <a:cs typeface="Times New Roman"/>
                </a:rPr>
                <a:t> </a:t>
              </a:r>
              <a:r>
                <a:rPr sz="2350" i="1" spc="45" dirty="0">
                  <a:latin typeface="Times New Roman"/>
                  <a:cs typeface="Times New Roman"/>
                </a:rPr>
                <a:t>y</a:t>
              </a:r>
              <a:r>
                <a:rPr sz="2025" i="1" spc="7" baseline="-20576" dirty="0">
                  <a:latin typeface="Times New Roman"/>
                  <a:cs typeface="Times New Roman"/>
                </a:rPr>
                <a:t>i</a:t>
              </a:r>
              <a:r>
                <a:rPr sz="2025" i="1" baseline="-20576" dirty="0">
                  <a:latin typeface="Times New Roman"/>
                  <a:cs typeface="Times New Roman"/>
                </a:rPr>
                <a:t> </a:t>
              </a:r>
              <a:r>
                <a:rPr sz="2025" i="1" spc="209" baseline="-20576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</a:t>
              </a:r>
              <a:r>
                <a:rPr sz="2350" spc="-290" dirty="0">
                  <a:latin typeface="Times New Roman"/>
                  <a:cs typeface="Times New Roman"/>
                </a:rPr>
                <a:t> </a:t>
              </a:r>
              <a:r>
                <a:rPr sz="2350" spc="10" dirty="0">
                  <a:latin typeface="Times New Roman"/>
                  <a:cs typeface="Times New Roman"/>
                </a:rPr>
                <a:t>1</a:t>
              </a:r>
              <a:r>
                <a:rPr sz="2350" dirty="0">
                  <a:latin typeface="Times New Roman"/>
                  <a:cs typeface="Times New Roman"/>
                </a:rPr>
                <a:t>)</a:t>
              </a:r>
              <a:r>
                <a:rPr sz="2350" spc="-175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Times New Roman"/>
                  <a:cs typeface="Times New Roman"/>
                </a:rPr>
                <a:t>:</a:t>
              </a:r>
            </a:p>
            <a:p>
              <a:pPr marL="12700">
                <a:lnSpc>
                  <a:spcPct val="100000"/>
                </a:lnSpc>
                <a:spcBef>
                  <a:spcPts val="780"/>
                </a:spcBef>
              </a:pPr>
              <a:r>
                <a:rPr sz="2350" b="1" spc="114" dirty="0">
                  <a:latin typeface="Times New Roman"/>
                  <a:cs typeface="Times New Roman"/>
                </a:rPr>
                <a:t>x</a:t>
              </a:r>
              <a:r>
                <a:rPr sz="2025" i="1" spc="7" baseline="-20576" dirty="0">
                  <a:latin typeface="Times New Roman"/>
                  <a:cs typeface="Times New Roman"/>
                </a:rPr>
                <a:t>i</a:t>
              </a:r>
              <a:r>
                <a:rPr sz="2025" i="1" baseline="-20576" dirty="0">
                  <a:latin typeface="Times New Roman"/>
                  <a:cs typeface="Times New Roman"/>
                </a:rPr>
                <a:t> </a:t>
              </a:r>
              <a:r>
                <a:rPr sz="2025" i="1" spc="-240" baseline="-20576" dirty="0">
                  <a:latin typeface="Times New Roman"/>
                  <a:cs typeface="Times New Roman"/>
                </a:rPr>
                <a:t> </a:t>
              </a:r>
              <a:r>
                <a:rPr lang="ru-RU" sz="2350" i="1" spc="20" dirty="0" err="1" smtClean="0">
                  <a:latin typeface="Times New Roman"/>
                  <a:cs typeface="Times New Roman"/>
                </a:rPr>
                <a:t>отицательные</a:t>
              </a:r>
              <a:r>
                <a:rPr sz="2350" i="1" spc="-335" dirty="0" smtClean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Times New Roman"/>
                  <a:cs typeface="Times New Roman"/>
                </a:rPr>
                <a:t>(</a:t>
              </a:r>
              <a:r>
                <a:rPr sz="2350" spc="-280" dirty="0">
                  <a:latin typeface="Times New Roman"/>
                  <a:cs typeface="Times New Roman"/>
                </a:rPr>
                <a:t> </a:t>
              </a:r>
              <a:r>
                <a:rPr sz="2350" i="1" spc="45" dirty="0">
                  <a:latin typeface="Times New Roman"/>
                  <a:cs typeface="Times New Roman"/>
                </a:rPr>
                <a:t>y</a:t>
              </a:r>
              <a:r>
                <a:rPr sz="2025" i="1" spc="7" baseline="-20576" dirty="0">
                  <a:latin typeface="Times New Roman"/>
                  <a:cs typeface="Times New Roman"/>
                </a:rPr>
                <a:t>i</a:t>
              </a:r>
              <a:r>
                <a:rPr sz="2025" i="1" baseline="-20576" dirty="0">
                  <a:latin typeface="Times New Roman"/>
                  <a:cs typeface="Times New Roman"/>
                </a:rPr>
                <a:t> </a:t>
              </a:r>
              <a:r>
                <a:rPr sz="2025" i="1" spc="209" baseline="-20576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</a:t>
              </a:r>
              <a:r>
                <a:rPr sz="2350" spc="10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</a:t>
              </a:r>
              <a:r>
                <a:rPr sz="2350" spc="10" dirty="0">
                  <a:latin typeface="Times New Roman"/>
                  <a:cs typeface="Times New Roman"/>
                </a:rPr>
                <a:t>1</a:t>
              </a:r>
              <a:r>
                <a:rPr sz="2350" dirty="0">
                  <a:latin typeface="Times New Roman"/>
                  <a:cs typeface="Times New Roman"/>
                </a:rPr>
                <a:t>)</a:t>
              </a:r>
              <a:r>
                <a:rPr sz="2350" spc="-175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Times New Roman"/>
                  <a:cs typeface="Times New Roman"/>
                </a:rPr>
                <a:t>:</a:t>
              </a:r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1536700" y="3263900"/>
            <a:ext cx="6936105" cy="2689860"/>
            <a:chOff x="1536700" y="3263900"/>
            <a:chExt cx="6936105" cy="2689860"/>
          </a:xfrm>
        </p:grpSpPr>
        <p:sp>
          <p:nvSpPr>
            <p:cNvPr id="13" name="object 5"/>
            <p:cNvSpPr txBox="1"/>
            <p:nvPr/>
          </p:nvSpPr>
          <p:spPr>
            <a:xfrm>
              <a:off x="1536700" y="3263900"/>
              <a:ext cx="5506720" cy="3149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546100" indent="-533400">
                <a:lnSpc>
                  <a:spcPct val="100000"/>
                </a:lnSpc>
                <a:buFont typeface="Arial"/>
                <a:buChar char="•"/>
                <a:tabLst>
                  <a:tab pos="546100" algn="l"/>
                </a:tabLst>
              </a:pPr>
              <a:r>
                <a:rPr sz="2000" i="1" spc="20" dirty="0">
                  <a:latin typeface="Arial"/>
                  <a:cs typeface="Arial"/>
                </a:rPr>
                <a:t>К</a:t>
              </a:r>
              <a:r>
                <a:rPr sz="2000" i="1" spc="-45" dirty="0">
                  <a:latin typeface="Arial"/>
                  <a:cs typeface="Arial"/>
                </a:rPr>
                <a:t>в</a:t>
              </a:r>
              <a:r>
                <a:rPr sz="2000" i="1" spc="-15" dirty="0">
                  <a:latin typeface="Arial"/>
                  <a:cs typeface="Arial"/>
                </a:rPr>
                <a:t>а</a:t>
              </a:r>
              <a:r>
                <a:rPr sz="2000" i="1" spc="-10" dirty="0">
                  <a:latin typeface="Arial"/>
                  <a:cs typeface="Arial"/>
                </a:rPr>
                <a:t>д</a:t>
              </a:r>
              <a:r>
                <a:rPr sz="2000" i="1" spc="-15" dirty="0">
                  <a:latin typeface="Arial"/>
                  <a:cs typeface="Arial"/>
                </a:rPr>
                <a:t>ра</a:t>
              </a:r>
              <a:r>
                <a:rPr sz="2000" i="1" spc="30" dirty="0">
                  <a:latin typeface="Arial"/>
                  <a:cs typeface="Arial"/>
                </a:rPr>
                <a:t>т</a:t>
              </a:r>
              <a:r>
                <a:rPr sz="2000" i="1" spc="-15" dirty="0">
                  <a:latin typeface="Arial"/>
                  <a:cs typeface="Arial"/>
                </a:rPr>
                <a:t>и</a:t>
              </a:r>
              <a:r>
                <a:rPr sz="2000" i="1" spc="-40" dirty="0">
                  <a:latin typeface="Arial"/>
                  <a:cs typeface="Arial"/>
                </a:rPr>
                <a:t>ч</a:t>
              </a:r>
              <a:r>
                <a:rPr sz="2000" i="1" dirty="0">
                  <a:latin typeface="Arial"/>
                  <a:cs typeface="Arial"/>
                </a:rPr>
                <a:t>н</a:t>
              </a:r>
              <a:r>
                <a:rPr sz="2000" i="1" spc="-15" dirty="0">
                  <a:latin typeface="Arial"/>
                  <a:cs typeface="Arial"/>
                </a:rPr>
                <a:t>а</a:t>
              </a:r>
              <a:r>
                <a:rPr sz="2000" i="1" dirty="0">
                  <a:latin typeface="Arial"/>
                  <a:cs typeface="Arial"/>
                </a:rPr>
                <a:t>я</a:t>
              </a:r>
              <a:r>
                <a:rPr sz="2000" i="1" spc="70" dirty="0">
                  <a:latin typeface="Arial"/>
                  <a:cs typeface="Arial"/>
                </a:rPr>
                <a:t> </a:t>
              </a:r>
              <a:r>
                <a:rPr sz="2000" i="1" spc="-15" dirty="0">
                  <a:latin typeface="Arial"/>
                  <a:cs typeface="Arial"/>
                </a:rPr>
                <a:t>о</a:t>
              </a:r>
              <a:r>
                <a:rPr sz="2000" i="1" dirty="0">
                  <a:latin typeface="Arial"/>
                  <a:cs typeface="Arial"/>
                </a:rPr>
                <a:t>п</a:t>
              </a:r>
              <a:r>
                <a:rPr sz="2000" i="1" spc="30" dirty="0">
                  <a:latin typeface="Arial"/>
                  <a:cs typeface="Arial"/>
                </a:rPr>
                <a:t>т</a:t>
              </a:r>
              <a:r>
                <a:rPr sz="2000" i="1" spc="-15" dirty="0">
                  <a:latin typeface="Arial"/>
                  <a:cs typeface="Arial"/>
                </a:rPr>
                <a:t>и</a:t>
              </a:r>
              <a:r>
                <a:rPr sz="2000" i="1" spc="25" dirty="0">
                  <a:latin typeface="Arial"/>
                  <a:cs typeface="Arial"/>
                </a:rPr>
                <a:t>м</a:t>
              </a:r>
              <a:r>
                <a:rPr sz="2000" i="1" spc="-15" dirty="0">
                  <a:latin typeface="Arial"/>
                  <a:cs typeface="Arial"/>
                </a:rPr>
                <a:t>и</a:t>
              </a:r>
              <a:r>
                <a:rPr sz="2000" i="1" spc="-30" dirty="0">
                  <a:latin typeface="Arial"/>
                  <a:cs typeface="Arial"/>
                </a:rPr>
                <a:t>з</a:t>
              </a:r>
              <a:r>
                <a:rPr sz="2000" i="1" spc="-15" dirty="0">
                  <a:latin typeface="Arial"/>
                  <a:cs typeface="Arial"/>
                </a:rPr>
                <a:t>а</a:t>
              </a:r>
              <a:r>
                <a:rPr sz="2000" i="1" spc="-45" dirty="0">
                  <a:latin typeface="Arial"/>
                  <a:cs typeface="Arial"/>
                </a:rPr>
                <a:t>ц</a:t>
              </a:r>
              <a:r>
                <a:rPr sz="2000" i="1" spc="-15" dirty="0">
                  <a:latin typeface="Arial"/>
                  <a:cs typeface="Arial"/>
                </a:rPr>
                <a:t>ио</a:t>
              </a:r>
              <a:r>
                <a:rPr sz="2000" i="1" dirty="0">
                  <a:latin typeface="Arial"/>
                  <a:cs typeface="Arial"/>
                </a:rPr>
                <a:t>нн</a:t>
              </a:r>
              <a:r>
                <a:rPr sz="2000" i="1" spc="-15" dirty="0">
                  <a:latin typeface="Arial"/>
                  <a:cs typeface="Arial"/>
                </a:rPr>
                <a:t>а</a:t>
              </a:r>
              <a:r>
                <a:rPr sz="2000" i="1" dirty="0">
                  <a:latin typeface="Arial"/>
                  <a:cs typeface="Arial"/>
                </a:rPr>
                <a:t>я</a:t>
              </a:r>
              <a:r>
                <a:rPr sz="2000" i="1" spc="70" dirty="0">
                  <a:latin typeface="Arial"/>
                  <a:cs typeface="Arial"/>
                </a:rPr>
                <a:t> </a:t>
              </a:r>
              <a:r>
                <a:rPr sz="2000" i="1" spc="-30" dirty="0">
                  <a:latin typeface="Arial"/>
                  <a:cs typeface="Arial"/>
                </a:rPr>
                <a:t>з</a:t>
              </a:r>
              <a:r>
                <a:rPr sz="2000" i="1" spc="-15" dirty="0">
                  <a:latin typeface="Arial"/>
                  <a:cs typeface="Arial"/>
                </a:rPr>
                <a:t>а</a:t>
              </a:r>
              <a:r>
                <a:rPr sz="2000" i="1" spc="-10" dirty="0">
                  <a:latin typeface="Arial"/>
                  <a:cs typeface="Arial"/>
                </a:rPr>
                <a:t>д</a:t>
              </a:r>
              <a:r>
                <a:rPr sz="2000" i="1" spc="-15" dirty="0">
                  <a:latin typeface="Arial"/>
                  <a:cs typeface="Arial"/>
                </a:rPr>
                <a:t>а</a:t>
              </a:r>
              <a:r>
                <a:rPr sz="2000" i="1" spc="-40" dirty="0">
                  <a:latin typeface="Arial"/>
                  <a:cs typeface="Arial"/>
                </a:rPr>
                <a:t>ч</a:t>
              </a:r>
              <a:r>
                <a:rPr sz="2000" i="1" spc="-10" dirty="0">
                  <a:latin typeface="Arial"/>
                  <a:cs typeface="Arial"/>
                </a:rPr>
                <a:t>а</a:t>
              </a:r>
              <a:r>
                <a:rPr sz="2000" dirty="0">
                  <a:latin typeface="Arial"/>
                  <a:cs typeface="Arial"/>
                </a:rPr>
                <a:t>:</a:t>
              </a:r>
            </a:p>
          </p:txBody>
        </p:sp>
        <p:sp>
          <p:nvSpPr>
            <p:cNvPr id="14" name="object 6"/>
            <p:cNvSpPr txBox="1"/>
            <p:nvPr/>
          </p:nvSpPr>
          <p:spPr>
            <a:xfrm>
              <a:off x="1536700" y="4305300"/>
              <a:ext cx="114300" cy="3149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dirty="0">
                  <a:latin typeface="Arial"/>
                  <a:cs typeface="Arial"/>
                </a:rPr>
                <a:t>•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15" name="object 7"/>
            <p:cNvSpPr txBox="1"/>
            <p:nvPr/>
          </p:nvSpPr>
          <p:spPr>
            <a:xfrm>
              <a:off x="2425700" y="4305300"/>
              <a:ext cx="1762125" cy="3149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spc="30" dirty="0">
                  <a:latin typeface="Arial"/>
                  <a:cs typeface="Arial"/>
                </a:rPr>
                <a:t>М</a:t>
              </a:r>
              <a:r>
                <a:rPr sz="2000" spc="-120" dirty="0">
                  <a:latin typeface="Arial"/>
                  <a:cs typeface="Arial"/>
                </a:rPr>
                <a:t>и</a:t>
              </a:r>
              <a:r>
                <a:rPr sz="2000" spc="-105" dirty="0">
                  <a:latin typeface="Arial"/>
                  <a:cs typeface="Arial"/>
                </a:rPr>
                <a:t>н</a:t>
              </a:r>
              <a:r>
                <a:rPr sz="2000" spc="-120" dirty="0">
                  <a:latin typeface="Arial"/>
                  <a:cs typeface="Arial"/>
                </a:rPr>
                <a:t>и</a:t>
              </a:r>
              <a:r>
                <a:rPr sz="2000" spc="-75" dirty="0">
                  <a:latin typeface="Arial"/>
                  <a:cs typeface="Arial"/>
                </a:rPr>
                <a:t>м</a:t>
              </a:r>
              <a:r>
                <a:rPr sz="2000" spc="-120" dirty="0">
                  <a:latin typeface="Arial"/>
                  <a:cs typeface="Arial"/>
                </a:rPr>
                <a:t>и</a:t>
              </a:r>
              <a:r>
                <a:rPr sz="2000" spc="80" dirty="0">
                  <a:latin typeface="Arial"/>
                  <a:cs typeface="Arial"/>
                </a:rPr>
                <a:t>з</a:t>
              </a:r>
              <a:r>
                <a:rPr sz="2000" spc="-120" dirty="0">
                  <a:latin typeface="Arial"/>
                  <a:cs typeface="Arial"/>
                </a:rPr>
                <a:t>и</a:t>
              </a:r>
              <a:r>
                <a:rPr sz="2000" spc="-15" dirty="0">
                  <a:latin typeface="Arial"/>
                  <a:cs typeface="Arial"/>
                </a:rPr>
                <a:t>р</a:t>
              </a:r>
              <a:r>
                <a:rPr sz="2000" dirty="0">
                  <a:latin typeface="Arial"/>
                  <a:cs typeface="Arial"/>
                </a:rPr>
                <a:t>у</a:t>
              </a:r>
              <a:r>
                <a:rPr sz="2000" spc="85" dirty="0">
                  <a:latin typeface="Arial"/>
                  <a:cs typeface="Arial"/>
                </a:rPr>
                <a:t>е</a:t>
              </a:r>
              <a:r>
                <a:rPr sz="2000" dirty="0">
                  <a:latin typeface="Arial"/>
                  <a:cs typeface="Arial"/>
                </a:rPr>
                <a:t>м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16" name="object 8"/>
            <p:cNvSpPr txBox="1"/>
            <p:nvPr/>
          </p:nvSpPr>
          <p:spPr>
            <a:xfrm>
              <a:off x="2451100" y="4914900"/>
              <a:ext cx="1501775" cy="3149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spc="-140" dirty="0">
                  <a:latin typeface="Arial"/>
                  <a:cs typeface="Arial"/>
                </a:rPr>
                <a:t>П</a:t>
              </a:r>
              <a:r>
                <a:rPr sz="2000" spc="-15" dirty="0">
                  <a:latin typeface="Arial"/>
                  <a:cs typeface="Arial"/>
                </a:rPr>
                <a:t>р</a:t>
              </a:r>
              <a:r>
                <a:rPr sz="2000" dirty="0">
                  <a:latin typeface="Arial"/>
                  <a:cs typeface="Arial"/>
                </a:rPr>
                <a:t>и</a:t>
              </a:r>
              <a:r>
                <a:rPr sz="2000" spc="125" dirty="0">
                  <a:latin typeface="Arial"/>
                  <a:cs typeface="Arial"/>
                </a:rPr>
                <a:t> </a:t>
              </a:r>
              <a:r>
                <a:rPr sz="2000" dirty="0">
                  <a:latin typeface="Arial"/>
                  <a:cs typeface="Arial"/>
                </a:rPr>
                <a:t>ус</a:t>
              </a:r>
              <a:r>
                <a:rPr sz="2000" spc="-65" dirty="0">
                  <a:latin typeface="Arial"/>
                  <a:cs typeface="Arial"/>
                </a:rPr>
                <a:t>л</a:t>
              </a:r>
              <a:r>
                <a:rPr sz="2000" spc="-15" dirty="0">
                  <a:latin typeface="Arial"/>
                  <a:cs typeface="Arial"/>
                </a:rPr>
                <a:t>о</a:t>
              </a:r>
              <a:r>
                <a:rPr sz="2000" spc="35" dirty="0">
                  <a:latin typeface="Arial"/>
                  <a:cs typeface="Arial"/>
                </a:rPr>
                <a:t>в</a:t>
              </a:r>
              <a:r>
                <a:rPr sz="2000" spc="-120" dirty="0">
                  <a:latin typeface="Arial"/>
                  <a:cs typeface="Arial"/>
                </a:rPr>
                <a:t>и</a:t>
              </a:r>
              <a:r>
                <a:rPr sz="2000" dirty="0">
                  <a:latin typeface="Arial"/>
                  <a:cs typeface="Arial"/>
                </a:rPr>
                <a:t>и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17" name="object 9"/>
            <p:cNvSpPr/>
            <p:nvPr/>
          </p:nvSpPr>
          <p:spPr>
            <a:xfrm>
              <a:off x="4557712" y="4413250"/>
              <a:ext cx="179705" cy="0"/>
            </a:xfrm>
            <a:custGeom>
              <a:avLst/>
              <a:gdLst/>
              <a:ahLst/>
              <a:cxnLst/>
              <a:rect l="l" t="t" r="r" b="b"/>
              <a:pathLst>
                <a:path w="179704">
                  <a:moveTo>
                    <a:pt x="0" y="0"/>
                  </a:moveTo>
                  <a:lnTo>
                    <a:pt x="1793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8" name="object 10"/>
            <p:cNvSpPr txBox="1"/>
            <p:nvPr/>
          </p:nvSpPr>
          <p:spPr>
            <a:xfrm>
              <a:off x="4432300" y="4184650"/>
              <a:ext cx="1460500" cy="10801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39700">
                <a:lnSpc>
                  <a:spcPts val="2360"/>
                </a:lnSpc>
              </a:pPr>
              <a:r>
                <a:rPr sz="3525" baseline="33096" dirty="0">
                  <a:latin typeface="Times New Roman"/>
                  <a:cs typeface="Times New Roman"/>
                </a:rPr>
                <a:t>1</a:t>
              </a:r>
              <a:r>
                <a:rPr sz="3525" spc="-104" baseline="33096" dirty="0">
                  <a:latin typeface="Times New Roman"/>
                  <a:cs typeface="Times New Roman"/>
                </a:rPr>
                <a:t> </a:t>
              </a:r>
              <a:r>
                <a:rPr sz="2350" b="1" spc="90" dirty="0">
                  <a:latin typeface="Times New Roman"/>
                  <a:cs typeface="Times New Roman"/>
                </a:rPr>
                <a:t>w</a:t>
              </a:r>
              <a:r>
                <a:rPr sz="2025" i="1" spc="22" baseline="41152" dirty="0">
                  <a:latin typeface="Times New Roman"/>
                  <a:cs typeface="Times New Roman"/>
                </a:rPr>
                <a:t>T</a:t>
              </a:r>
              <a:r>
                <a:rPr sz="2025" i="1" spc="-7" baseline="41152" dirty="0">
                  <a:latin typeface="Times New Roman"/>
                  <a:cs typeface="Times New Roman"/>
                </a:rPr>
                <a:t> </a:t>
              </a:r>
              <a:r>
                <a:rPr sz="2350" b="1" dirty="0">
                  <a:latin typeface="Times New Roman"/>
                  <a:cs typeface="Times New Roman"/>
                </a:rPr>
                <a:t>w</a:t>
              </a:r>
              <a:endParaRPr sz="2350">
                <a:latin typeface="Times New Roman"/>
                <a:cs typeface="Times New Roman"/>
              </a:endParaRPr>
            </a:p>
            <a:p>
              <a:pPr marL="152400">
                <a:lnSpc>
                  <a:spcPts val="2360"/>
                </a:lnSpc>
              </a:pPr>
              <a:r>
                <a:rPr sz="2350" dirty="0">
                  <a:latin typeface="Times New Roman"/>
                  <a:cs typeface="Times New Roman"/>
                </a:rPr>
                <a:t>2</a:t>
              </a:r>
              <a:endParaRPr sz="235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  <a:spcBef>
                  <a:spcPts val="1030"/>
                </a:spcBef>
              </a:pPr>
              <a:r>
                <a:rPr sz="2000" i="1" spc="10" dirty="0">
                  <a:latin typeface="Times New Roman"/>
                  <a:cs typeface="Times New Roman"/>
                </a:rPr>
                <a:t>y</a:t>
              </a:r>
              <a:r>
                <a:rPr sz="1950" i="1" spc="52" baseline="-17094" dirty="0">
                  <a:latin typeface="Times New Roman"/>
                  <a:cs typeface="Times New Roman"/>
                </a:rPr>
                <a:t>i</a:t>
              </a:r>
              <a:r>
                <a:rPr sz="2000" spc="30" dirty="0">
                  <a:latin typeface="Times New Roman"/>
                  <a:cs typeface="Times New Roman"/>
                </a:rPr>
                <a:t>(</a:t>
              </a:r>
              <a:r>
                <a:rPr sz="2000" b="1" spc="-45" dirty="0">
                  <a:latin typeface="Times New Roman"/>
                  <a:cs typeface="Times New Roman"/>
                </a:rPr>
                <a:t>w</a:t>
              </a:r>
              <a:r>
                <a:rPr sz="2000" spc="30" dirty="0">
                  <a:latin typeface="Times New Roman"/>
                  <a:cs typeface="Times New Roman"/>
                </a:rPr>
                <a:t>·</a:t>
              </a:r>
              <a:r>
                <a:rPr sz="2000" b="1" i="1" dirty="0">
                  <a:latin typeface="Times New Roman"/>
                  <a:cs typeface="Times New Roman"/>
                </a:rPr>
                <a:t>x</a:t>
              </a:r>
              <a:r>
                <a:rPr sz="1950" i="1" spc="52" baseline="-17094" dirty="0">
                  <a:latin typeface="Times New Roman"/>
                  <a:cs typeface="Times New Roman"/>
                </a:rPr>
                <a:t>i</a:t>
              </a:r>
              <a:r>
                <a:rPr sz="2000" spc="-30" dirty="0">
                  <a:latin typeface="Times New Roman"/>
                  <a:cs typeface="Times New Roman"/>
                </a:rPr>
                <a:t>+</a:t>
              </a:r>
              <a:r>
                <a:rPr sz="2000" i="1" dirty="0">
                  <a:latin typeface="Times New Roman"/>
                  <a:cs typeface="Times New Roman"/>
                </a:rPr>
                <a:t>b</a:t>
              </a:r>
              <a:r>
                <a:rPr sz="2000" dirty="0">
                  <a:latin typeface="Times New Roman"/>
                  <a:cs typeface="Times New Roman"/>
                </a:rPr>
                <a:t>)</a:t>
              </a:r>
              <a:r>
                <a:rPr sz="2000" spc="-70" dirty="0">
                  <a:latin typeface="Times New Roman"/>
                  <a:cs typeface="Times New Roman"/>
                </a:rPr>
                <a:t> </a:t>
              </a:r>
              <a:r>
                <a:rPr sz="2000" dirty="0">
                  <a:latin typeface="Times New Roman"/>
                  <a:cs typeface="Times New Roman"/>
                </a:rPr>
                <a:t>≥ 1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19" name="object 11"/>
            <p:cNvSpPr txBox="1"/>
            <p:nvPr/>
          </p:nvSpPr>
          <p:spPr>
            <a:xfrm>
              <a:off x="1536700" y="5638800"/>
              <a:ext cx="6936105" cy="3149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546100" indent="-533400">
                <a:lnSpc>
                  <a:spcPct val="100000"/>
                </a:lnSpc>
                <a:buFont typeface="Arial"/>
                <a:buChar char="•"/>
                <a:tabLst>
                  <a:tab pos="546100" algn="l"/>
                </a:tabLst>
              </a:pPr>
              <a:r>
                <a:rPr sz="2000" spc="-35" dirty="0">
                  <a:latin typeface="Arial"/>
                  <a:cs typeface="Arial"/>
                </a:rPr>
                <a:t>Р</a:t>
              </a:r>
              <a:r>
                <a:rPr sz="2000" spc="-15" dirty="0">
                  <a:latin typeface="Arial"/>
                  <a:cs typeface="Arial"/>
                </a:rPr>
                <a:t>е</a:t>
              </a:r>
              <a:r>
                <a:rPr sz="2000" spc="-5" dirty="0">
                  <a:latin typeface="Arial"/>
                  <a:cs typeface="Arial"/>
                </a:rPr>
                <a:t>ш</a:t>
              </a:r>
              <a:r>
                <a:rPr sz="2000" spc="-15" dirty="0">
                  <a:latin typeface="Arial"/>
                  <a:cs typeface="Arial"/>
                </a:rPr>
                <a:t>ае</a:t>
              </a:r>
              <a:r>
                <a:rPr sz="2000" spc="-20" dirty="0">
                  <a:latin typeface="Arial"/>
                  <a:cs typeface="Arial"/>
                </a:rPr>
                <a:t>т</a:t>
              </a:r>
              <a:r>
                <a:rPr sz="2000" dirty="0">
                  <a:latin typeface="Arial"/>
                  <a:cs typeface="Arial"/>
                </a:rPr>
                <a:t>ся</a:t>
              </a:r>
              <a:r>
                <a:rPr sz="2000" spc="55" dirty="0">
                  <a:latin typeface="Arial"/>
                  <a:cs typeface="Arial"/>
                </a:rPr>
                <a:t> </a:t>
              </a:r>
              <a:r>
                <a:rPr sz="2000" dirty="0">
                  <a:latin typeface="Arial"/>
                  <a:cs typeface="Arial"/>
                </a:rPr>
                <a:t>с</a:t>
              </a:r>
              <a:r>
                <a:rPr sz="2000" spc="40" dirty="0">
                  <a:latin typeface="Arial"/>
                  <a:cs typeface="Arial"/>
                </a:rPr>
                <a:t> </a:t>
              </a:r>
              <a:r>
                <a:rPr sz="2000" spc="-85" dirty="0">
                  <a:latin typeface="Arial"/>
                  <a:cs typeface="Arial"/>
                </a:rPr>
                <a:t>п</a:t>
              </a:r>
              <a:r>
                <a:rPr sz="2000" spc="-15" dirty="0">
                  <a:latin typeface="Arial"/>
                  <a:cs typeface="Arial"/>
                </a:rPr>
                <a:t>о</a:t>
              </a:r>
              <a:r>
                <a:rPr sz="2000" spc="-75" dirty="0">
                  <a:latin typeface="Arial"/>
                  <a:cs typeface="Arial"/>
                </a:rPr>
                <a:t>м</a:t>
              </a:r>
              <a:r>
                <a:rPr sz="2000" spc="-15" dirty="0">
                  <a:latin typeface="Arial"/>
                  <a:cs typeface="Arial"/>
                </a:rPr>
                <a:t>о</a:t>
              </a:r>
              <a:r>
                <a:rPr sz="2000" spc="-45" dirty="0">
                  <a:latin typeface="Arial"/>
                  <a:cs typeface="Arial"/>
                </a:rPr>
                <a:t>щ</a:t>
              </a:r>
              <a:r>
                <a:rPr sz="2000" spc="55" dirty="0">
                  <a:latin typeface="Arial"/>
                  <a:cs typeface="Arial"/>
                </a:rPr>
                <a:t>ь</a:t>
              </a:r>
              <a:r>
                <a:rPr sz="2000" dirty="0">
                  <a:latin typeface="Arial"/>
                  <a:cs typeface="Arial"/>
                </a:rPr>
                <a:t>ю</a:t>
              </a:r>
              <a:r>
                <a:rPr sz="2000" spc="140" dirty="0">
                  <a:latin typeface="Arial"/>
                  <a:cs typeface="Arial"/>
                </a:rPr>
                <a:t> </a:t>
              </a:r>
              <a:r>
                <a:rPr sz="2000" spc="-75" dirty="0">
                  <a:latin typeface="Arial"/>
                  <a:cs typeface="Arial"/>
                </a:rPr>
                <a:t>м</a:t>
              </a:r>
              <a:r>
                <a:rPr sz="2000" spc="-15" dirty="0">
                  <a:latin typeface="Arial"/>
                  <a:cs typeface="Arial"/>
                </a:rPr>
                <a:t>е</a:t>
              </a:r>
              <a:r>
                <a:rPr sz="2000" spc="-20" dirty="0">
                  <a:latin typeface="Arial"/>
                  <a:cs typeface="Arial"/>
                </a:rPr>
                <a:t>т</a:t>
              </a:r>
              <a:r>
                <a:rPr sz="2000" spc="-15" dirty="0">
                  <a:latin typeface="Arial"/>
                  <a:cs typeface="Arial"/>
                </a:rPr>
                <a:t>о</a:t>
              </a:r>
              <a:r>
                <a:rPr sz="2000" spc="30" dirty="0">
                  <a:latin typeface="Arial"/>
                  <a:cs typeface="Arial"/>
                </a:rPr>
                <a:t>д</a:t>
              </a:r>
              <a:r>
                <a:rPr sz="2000" spc="-15" dirty="0">
                  <a:latin typeface="Arial"/>
                  <a:cs typeface="Arial"/>
                </a:rPr>
                <a:t>о</a:t>
              </a:r>
              <a:r>
                <a:rPr sz="2000" dirty="0">
                  <a:latin typeface="Arial"/>
                  <a:cs typeface="Arial"/>
                </a:rPr>
                <a:t>м</a:t>
              </a:r>
              <a:r>
                <a:rPr sz="2000" spc="65" dirty="0">
                  <a:latin typeface="Arial"/>
                  <a:cs typeface="Arial"/>
                </a:rPr>
                <a:t> </a:t>
              </a:r>
              <a:r>
                <a:rPr sz="2000" spc="-75" dirty="0">
                  <a:latin typeface="Arial"/>
                  <a:cs typeface="Arial"/>
                </a:rPr>
                <a:t>м</a:t>
              </a:r>
              <a:r>
                <a:rPr sz="2000" spc="-105" dirty="0">
                  <a:latin typeface="Arial"/>
                  <a:cs typeface="Arial"/>
                </a:rPr>
                <a:t>н</a:t>
              </a:r>
              <a:r>
                <a:rPr sz="2000" spc="-15" dirty="0">
                  <a:latin typeface="Arial"/>
                  <a:cs typeface="Arial"/>
                </a:rPr>
                <a:t>о</a:t>
              </a:r>
              <a:r>
                <a:rPr sz="2000" spc="-40" dirty="0">
                  <a:latin typeface="Arial"/>
                  <a:cs typeface="Arial"/>
                </a:rPr>
                <a:t>ж</a:t>
              </a:r>
              <a:r>
                <a:rPr sz="2000" spc="-120" dirty="0">
                  <a:latin typeface="Arial"/>
                  <a:cs typeface="Arial"/>
                </a:rPr>
                <a:t>и</a:t>
              </a:r>
              <a:r>
                <a:rPr sz="2000" spc="-20" dirty="0">
                  <a:latin typeface="Arial"/>
                  <a:cs typeface="Arial"/>
                </a:rPr>
                <a:t>т</a:t>
              </a:r>
              <a:r>
                <a:rPr sz="2000" spc="-15" dirty="0">
                  <a:latin typeface="Arial"/>
                  <a:cs typeface="Arial"/>
                </a:rPr>
                <a:t>е</a:t>
              </a:r>
              <a:r>
                <a:rPr sz="2000" spc="-65" dirty="0">
                  <a:latin typeface="Arial"/>
                  <a:cs typeface="Arial"/>
                </a:rPr>
                <a:t>л</a:t>
              </a:r>
              <a:r>
                <a:rPr sz="2000" spc="85" dirty="0">
                  <a:latin typeface="Arial"/>
                  <a:cs typeface="Arial"/>
                </a:rPr>
                <a:t>е</a:t>
              </a:r>
              <a:r>
                <a:rPr sz="2000" dirty="0">
                  <a:latin typeface="Arial"/>
                  <a:cs typeface="Arial"/>
                </a:rPr>
                <a:t>й </a:t>
              </a:r>
              <a:r>
                <a:rPr sz="2000" spc="-235" dirty="0">
                  <a:latin typeface="Arial"/>
                  <a:cs typeface="Arial"/>
                </a:rPr>
                <a:t> </a:t>
              </a:r>
              <a:r>
                <a:rPr sz="2000" spc="-15" dirty="0">
                  <a:latin typeface="Arial"/>
                  <a:cs typeface="Arial"/>
                </a:rPr>
                <a:t>Ла</a:t>
              </a:r>
              <a:r>
                <a:rPr sz="2000" spc="-30" dirty="0">
                  <a:latin typeface="Arial"/>
                  <a:cs typeface="Arial"/>
                </a:rPr>
                <a:t>г</a:t>
              </a:r>
              <a:r>
                <a:rPr sz="2000" spc="-15" dirty="0">
                  <a:latin typeface="Arial"/>
                  <a:cs typeface="Arial"/>
                </a:rPr>
                <a:t>ра</a:t>
              </a:r>
              <a:r>
                <a:rPr sz="2000" spc="-105" dirty="0">
                  <a:latin typeface="Arial"/>
                  <a:cs typeface="Arial"/>
                </a:rPr>
                <a:t>н</a:t>
              </a:r>
              <a:r>
                <a:rPr sz="2000" spc="-40" dirty="0">
                  <a:latin typeface="Arial"/>
                  <a:cs typeface="Arial"/>
                </a:rPr>
                <a:t>ж</a:t>
              </a:r>
              <a:r>
                <a:rPr sz="2000" dirty="0">
                  <a:latin typeface="Arial"/>
                  <a:cs typeface="Arial"/>
                </a:rPr>
                <a:t>а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20" name="object 12"/>
            <p:cNvSpPr/>
            <p:nvPr/>
          </p:nvSpPr>
          <p:spPr>
            <a:xfrm>
              <a:off x="2133600" y="3924300"/>
              <a:ext cx="4381500" cy="1562100"/>
            </a:xfrm>
            <a:custGeom>
              <a:avLst/>
              <a:gdLst/>
              <a:ahLst/>
              <a:cxnLst/>
              <a:rect l="l" t="t" r="r" b="b"/>
              <a:pathLst>
                <a:path w="4381500" h="1562100">
                  <a:moveTo>
                    <a:pt x="4381500" y="0"/>
                  </a:moveTo>
                  <a:lnTo>
                    <a:pt x="0" y="0"/>
                  </a:lnTo>
                  <a:lnTo>
                    <a:pt x="0" y="1562100"/>
                  </a:lnTo>
                  <a:lnTo>
                    <a:pt x="4381500" y="1562100"/>
                  </a:lnTo>
                  <a:lnTo>
                    <a:pt x="4381500" y="1536700"/>
                  </a:lnTo>
                  <a:lnTo>
                    <a:pt x="38100" y="1536700"/>
                  </a:lnTo>
                  <a:lnTo>
                    <a:pt x="12700" y="1524000"/>
                  </a:lnTo>
                  <a:lnTo>
                    <a:pt x="38100" y="1524000"/>
                  </a:lnTo>
                  <a:lnTo>
                    <a:pt x="38100" y="38100"/>
                  </a:lnTo>
                  <a:lnTo>
                    <a:pt x="12700" y="38100"/>
                  </a:lnTo>
                  <a:lnTo>
                    <a:pt x="38100" y="12700"/>
                  </a:lnTo>
                  <a:lnTo>
                    <a:pt x="4381500" y="12700"/>
                  </a:lnTo>
                  <a:lnTo>
                    <a:pt x="4381500" y="0"/>
                  </a:lnTo>
                  <a:close/>
                </a:path>
                <a:path w="4381500" h="1562100">
                  <a:moveTo>
                    <a:pt x="38100" y="1524000"/>
                  </a:moveTo>
                  <a:lnTo>
                    <a:pt x="12700" y="1524000"/>
                  </a:lnTo>
                  <a:lnTo>
                    <a:pt x="38100" y="1536700"/>
                  </a:lnTo>
                  <a:lnTo>
                    <a:pt x="38100" y="1524000"/>
                  </a:lnTo>
                  <a:close/>
                </a:path>
                <a:path w="4381500" h="1562100">
                  <a:moveTo>
                    <a:pt x="4343400" y="1524000"/>
                  </a:moveTo>
                  <a:lnTo>
                    <a:pt x="38100" y="1524000"/>
                  </a:lnTo>
                  <a:lnTo>
                    <a:pt x="38100" y="1536700"/>
                  </a:lnTo>
                  <a:lnTo>
                    <a:pt x="4343400" y="1536700"/>
                  </a:lnTo>
                  <a:lnTo>
                    <a:pt x="4343400" y="1524000"/>
                  </a:lnTo>
                  <a:close/>
                </a:path>
                <a:path w="4381500" h="1562100">
                  <a:moveTo>
                    <a:pt x="4343400" y="12700"/>
                  </a:moveTo>
                  <a:lnTo>
                    <a:pt x="4343400" y="1536700"/>
                  </a:lnTo>
                  <a:lnTo>
                    <a:pt x="4356100" y="1524000"/>
                  </a:lnTo>
                  <a:lnTo>
                    <a:pt x="4381500" y="1524000"/>
                  </a:lnTo>
                  <a:lnTo>
                    <a:pt x="4381500" y="38100"/>
                  </a:lnTo>
                  <a:lnTo>
                    <a:pt x="4356100" y="38100"/>
                  </a:lnTo>
                  <a:lnTo>
                    <a:pt x="4343400" y="12700"/>
                  </a:lnTo>
                  <a:close/>
                </a:path>
                <a:path w="4381500" h="1562100">
                  <a:moveTo>
                    <a:pt x="4381500" y="1524000"/>
                  </a:moveTo>
                  <a:lnTo>
                    <a:pt x="4356100" y="1524000"/>
                  </a:lnTo>
                  <a:lnTo>
                    <a:pt x="4343400" y="1536700"/>
                  </a:lnTo>
                  <a:lnTo>
                    <a:pt x="4381500" y="1536700"/>
                  </a:lnTo>
                  <a:lnTo>
                    <a:pt x="4381500" y="1524000"/>
                  </a:lnTo>
                  <a:close/>
                </a:path>
                <a:path w="4381500" h="1562100">
                  <a:moveTo>
                    <a:pt x="38100" y="12700"/>
                  </a:moveTo>
                  <a:lnTo>
                    <a:pt x="12700" y="38100"/>
                  </a:lnTo>
                  <a:lnTo>
                    <a:pt x="38100" y="38100"/>
                  </a:lnTo>
                  <a:lnTo>
                    <a:pt x="38100" y="12700"/>
                  </a:lnTo>
                  <a:close/>
                </a:path>
                <a:path w="4381500" h="1562100">
                  <a:moveTo>
                    <a:pt x="4343400" y="12700"/>
                  </a:moveTo>
                  <a:lnTo>
                    <a:pt x="38100" y="12700"/>
                  </a:lnTo>
                  <a:lnTo>
                    <a:pt x="38100" y="38100"/>
                  </a:lnTo>
                  <a:lnTo>
                    <a:pt x="4343400" y="38100"/>
                  </a:lnTo>
                  <a:lnTo>
                    <a:pt x="4343400" y="12700"/>
                  </a:lnTo>
                  <a:close/>
                </a:path>
                <a:path w="4381500" h="1562100">
                  <a:moveTo>
                    <a:pt x="4381500" y="12700"/>
                  </a:moveTo>
                  <a:lnTo>
                    <a:pt x="4343400" y="12700"/>
                  </a:lnTo>
                  <a:lnTo>
                    <a:pt x="4356100" y="38100"/>
                  </a:lnTo>
                  <a:lnTo>
                    <a:pt x="4381500" y="38100"/>
                  </a:lnTo>
                  <a:lnTo>
                    <a:pt x="4381500" y="1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</p:grpSp>
      <p:sp>
        <p:nvSpPr>
          <p:cNvPr id="21" name="object 15"/>
          <p:cNvSpPr txBox="1"/>
          <p:nvPr/>
        </p:nvSpPr>
        <p:spPr>
          <a:xfrm>
            <a:off x="2329180" y="6537642"/>
            <a:ext cx="56667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htt</a:t>
            </a:r>
            <a:r>
              <a:rPr sz="1800" u="heavy" spc="-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://ww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w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achinelearning.ru/wiki/inde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x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.php?title</a:t>
            </a:r>
            <a:r>
              <a:rPr sz="1800" u="heavy" spc="4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=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S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V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9032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6700" y="1536700"/>
            <a:ext cx="1723389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40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6700" y="4178300"/>
            <a:ext cx="6807834" cy="162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Д</a:t>
            </a:r>
            <a:r>
              <a:rPr sz="2400" dirty="0">
                <a:latin typeface="Arial"/>
                <a:cs typeface="Arial"/>
              </a:rPr>
              <a:t>ля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  <a:p>
            <a:pPr marL="355600" marR="6350" indent="-342900">
              <a:lnSpc>
                <a:spcPct val="100699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Все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&gt;0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ются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и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ля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тся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ьк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u="heavy" spc="-35" dirty="0">
                <a:latin typeface="Arial"/>
                <a:cs typeface="Arial"/>
              </a:rPr>
              <a:t>о</a:t>
            </a:r>
            <a:r>
              <a:rPr sz="2400" u="heavy" dirty="0">
                <a:latin typeface="Arial"/>
                <a:cs typeface="Arial"/>
              </a:rPr>
              <a:t>п</a:t>
            </a:r>
            <a:r>
              <a:rPr sz="2400" u="heavy" spc="-35" dirty="0">
                <a:latin typeface="Arial"/>
                <a:cs typeface="Arial"/>
              </a:rPr>
              <a:t>о</a:t>
            </a:r>
            <a:r>
              <a:rPr sz="2400" u="heavy" spc="60" dirty="0">
                <a:latin typeface="Arial"/>
                <a:cs typeface="Arial"/>
              </a:rPr>
              <a:t>р</a:t>
            </a:r>
            <a:r>
              <a:rPr sz="2400" u="heavy" spc="-25" dirty="0">
                <a:latin typeface="Arial"/>
                <a:cs typeface="Arial"/>
              </a:rPr>
              <a:t>ны</a:t>
            </a:r>
            <a:r>
              <a:rPr sz="2400" u="heavy" spc="45" dirty="0">
                <a:latin typeface="Arial"/>
                <a:cs typeface="Arial"/>
              </a:rPr>
              <a:t>м</a:t>
            </a:r>
            <a:r>
              <a:rPr sz="2400" u="heavy" dirty="0">
                <a:latin typeface="Arial"/>
                <a:cs typeface="Arial"/>
              </a:rPr>
              <a:t>и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и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91100" y="1912620"/>
            <a:ext cx="476250" cy="1046480"/>
          </a:xfrm>
          <a:custGeom>
            <a:avLst/>
            <a:gdLst/>
            <a:ahLst/>
            <a:cxnLst/>
            <a:rect l="l" t="t" r="r" b="b"/>
            <a:pathLst>
              <a:path w="381000" h="838200">
                <a:moveTo>
                  <a:pt x="337638" y="62882"/>
                </a:moveTo>
                <a:lnTo>
                  <a:pt x="0" y="838200"/>
                </a:lnTo>
                <a:lnTo>
                  <a:pt x="351943" y="71466"/>
                </a:lnTo>
                <a:lnTo>
                  <a:pt x="337638" y="62882"/>
                </a:lnTo>
                <a:close/>
              </a:path>
              <a:path w="381000" h="838200">
                <a:moveTo>
                  <a:pt x="381000" y="50800"/>
                </a:moveTo>
                <a:lnTo>
                  <a:pt x="342900" y="50800"/>
                </a:lnTo>
                <a:lnTo>
                  <a:pt x="355600" y="63500"/>
                </a:lnTo>
                <a:lnTo>
                  <a:pt x="351943" y="71466"/>
                </a:lnTo>
                <a:lnTo>
                  <a:pt x="381000" y="88900"/>
                </a:lnTo>
                <a:lnTo>
                  <a:pt x="381000" y="50800"/>
                </a:lnTo>
                <a:close/>
              </a:path>
              <a:path w="381000" h="838200">
                <a:moveTo>
                  <a:pt x="342900" y="50800"/>
                </a:moveTo>
                <a:lnTo>
                  <a:pt x="337638" y="62882"/>
                </a:lnTo>
                <a:lnTo>
                  <a:pt x="351943" y="71466"/>
                </a:lnTo>
                <a:lnTo>
                  <a:pt x="355600" y="63500"/>
                </a:lnTo>
                <a:lnTo>
                  <a:pt x="342900" y="50800"/>
                </a:lnTo>
                <a:close/>
              </a:path>
              <a:path w="381000" h="838200">
                <a:moveTo>
                  <a:pt x="381000" y="0"/>
                </a:moveTo>
                <a:lnTo>
                  <a:pt x="317500" y="50800"/>
                </a:lnTo>
                <a:lnTo>
                  <a:pt x="337638" y="62882"/>
                </a:lnTo>
                <a:lnTo>
                  <a:pt x="342900" y="50800"/>
                </a:lnTo>
                <a:lnTo>
                  <a:pt x="381000" y="50800"/>
                </a:lnTo>
                <a:lnTo>
                  <a:pt x="381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51350" y="2959100"/>
            <a:ext cx="0" cy="711200"/>
          </a:xfrm>
          <a:custGeom>
            <a:avLst/>
            <a:gdLst/>
            <a:ahLst/>
            <a:cxnLst/>
            <a:rect l="l" t="t" r="r" b="b"/>
            <a:pathLst>
              <a:path h="711200">
                <a:moveTo>
                  <a:pt x="0" y="0"/>
                </a:moveTo>
                <a:lnTo>
                  <a:pt x="0" y="71120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5000" y="295275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57700" y="3663950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0" y="0"/>
                </a:moveTo>
                <a:lnTo>
                  <a:pt x="1270000" y="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34050" y="2959100"/>
            <a:ext cx="0" cy="711200"/>
          </a:xfrm>
          <a:custGeom>
            <a:avLst/>
            <a:gdLst/>
            <a:ahLst/>
            <a:cxnLst/>
            <a:rect l="l" t="t" r="r" b="b"/>
            <a:pathLst>
              <a:path h="711200">
                <a:moveTo>
                  <a:pt x="0" y="0"/>
                </a:moveTo>
                <a:lnTo>
                  <a:pt x="0" y="71120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33900" y="2984500"/>
            <a:ext cx="10814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 marR="6350" indent="-63500">
              <a:lnSpc>
                <a:spcPct val="100000"/>
              </a:lnSpc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2500" y="2946400"/>
            <a:ext cx="1625600" cy="723900"/>
          </a:xfrm>
          <a:custGeom>
            <a:avLst/>
            <a:gdLst/>
            <a:ahLst/>
            <a:cxnLst/>
            <a:rect l="l" t="t" r="r" b="b"/>
            <a:pathLst>
              <a:path w="1625600" h="723900">
                <a:moveTo>
                  <a:pt x="0" y="711200"/>
                </a:moveTo>
                <a:lnTo>
                  <a:pt x="0" y="723900"/>
                </a:lnTo>
                <a:lnTo>
                  <a:pt x="12700" y="723900"/>
                </a:lnTo>
                <a:lnTo>
                  <a:pt x="0" y="711200"/>
                </a:lnTo>
                <a:close/>
              </a:path>
              <a:path w="1625600" h="723900">
                <a:moveTo>
                  <a:pt x="1625600" y="0"/>
                </a:moveTo>
                <a:lnTo>
                  <a:pt x="0" y="0"/>
                </a:lnTo>
                <a:lnTo>
                  <a:pt x="0" y="711200"/>
                </a:lnTo>
                <a:lnTo>
                  <a:pt x="12700" y="723900"/>
                </a:lnTo>
                <a:lnTo>
                  <a:pt x="12700" y="12700"/>
                </a:lnTo>
                <a:lnTo>
                  <a:pt x="1625600" y="12700"/>
                </a:lnTo>
                <a:lnTo>
                  <a:pt x="1625600" y="0"/>
                </a:lnTo>
                <a:close/>
              </a:path>
              <a:path w="1625600" h="723900">
                <a:moveTo>
                  <a:pt x="1612900" y="711200"/>
                </a:moveTo>
                <a:lnTo>
                  <a:pt x="12700" y="711200"/>
                </a:lnTo>
                <a:lnTo>
                  <a:pt x="12700" y="723900"/>
                </a:lnTo>
                <a:lnTo>
                  <a:pt x="1612900" y="723900"/>
                </a:lnTo>
                <a:lnTo>
                  <a:pt x="1612900" y="711200"/>
                </a:lnTo>
                <a:close/>
              </a:path>
              <a:path w="1625600" h="723900">
                <a:moveTo>
                  <a:pt x="1625600" y="12700"/>
                </a:moveTo>
                <a:lnTo>
                  <a:pt x="1612900" y="12700"/>
                </a:lnTo>
                <a:lnTo>
                  <a:pt x="1612900" y="723900"/>
                </a:lnTo>
                <a:lnTo>
                  <a:pt x="1625600" y="723900"/>
                </a:lnTo>
                <a:lnTo>
                  <a:pt x="16256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98700" y="2984500"/>
            <a:ext cx="13354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0" marR="6350" indent="-431800">
              <a:lnSpc>
                <a:spcPct val="100000"/>
              </a:lnSpc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99360" y="6542382"/>
            <a:ext cx="56667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htt</a:t>
            </a:r>
            <a:r>
              <a:rPr sz="1800" u="heavy" spc="-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://ww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w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achinelearning.ru/wiki/inde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x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.php?title</a:t>
            </a:r>
            <a:r>
              <a:rPr sz="1800" u="heavy" spc="4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=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S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V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69100" y="2553233"/>
            <a:ext cx="101600" cy="88900"/>
          </a:xfrm>
          <a:custGeom>
            <a:avLst/>
            <a:gdLst/>
            <a:ahLst/>
            <a:cxnLst/>
            <a:rect l="l" t="t" r="r" b="b"/>
            <a:pathLst>
              <a:path w="101600" h="88900">
                <a:moveTo>
                  <a:pt x="41991" y="0"/>
                </a:moveTo>
                <a:lnTo>
                  <a:pt x="8402" y="18818"/>
                </a:lnTo>
                <a:lnTo>
                  <a:pt x="0" y="50266"/>
                </a:lnTo>
                <a:lnTo>
                  <a:pt x="77" y="52671"/>
                </a:lnTo>
                <a:lnTo>
                  <a:pt x="37583" y="86915"/>
                </a:lnTo>
                <a:lnTo>
                  <a:pt x="53375" y="88322"/>
                </a:lnTo>
                <a:lnTo>
                  <a:pt x="67803" y="86361"/>
                </a:lnTo>
                <a:lnTo>
                  <a:pt x="80934" y="81375"/>
                </a:lnTo>
                <a:lnTo>
                  <a:pt x="91667" y="73214"/>
                </a:lnTo>
                <a:lnTo>
                  <a:pt x="98898" y="61726"/>
                </a:lnTo>
                <a:lnTo>
                  <a:pt x="101525" y="46758"/>
                </a:lnTo>
                <a:lnTo>
                  <a:pt x="98886" y="30975"/>
                </a:lnTo>
                <a:lnTo>
                  <a:pt x="71814" y="4031"/>
                </a:lnTo>
                <a:lnTo>
                  <a:pt x="41991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69100" y="25400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101600" h="114300">
                <a:moveTo>
                  <a:pt x="76200" y="101600"/>
                </a:moveTo>
                <a:lnTo>
                  <a:pt x="38100" y="101600"/>
                </a:lnTo>
                <a:lnTo>
                  <a:pt x="50800" y="114300"/>
                </a:lnTo>
                <a:lnTo>
                  <a:pt x="76200" y="101600"/>
                </a:lnTo>
                <a:close/>
              </a:path>
              <a:path w="101600" h="114300">
                <a:moveTo>
                  <a:pt x="50800" y="12700"/>
                </a:moveTo>
                <a:lnTo>
                  <a:pt x="12700" y="12700"/>
                </a:lnTo>
                <a:lnTo>
                  <a:pt x="12700" y="25400"/>
                </a:lnTo>
                <a:lnTo>
                  <a:pt x="0" y="38100"/>
                </a:lnTo>
                <a:lnTo>
                  <a:pt x="0" y="76200"/>
                </a:lnTo>
                <a:lnTo>
                  <a:pt x="12700" y="88900"/>
                </a:lnTo>
                <a:lnTo>
                  <a:pt x="12700" y="101600"/>
                </a:lnTo>
                <a:lnTo>
                  <a:pt x="50800" y="101600"/>
                </a:lnTo>
                <a:lnTo>
                  <a:pt x="38100" y="88900"/>
                </a:lnTo>
                <a:lnTo>
                  <a:pt x="25400" y="88900"/>
                </a:lnTo>
                <a:lnTo>
                  <a:pt x="12700" y="76200"/>
                </a:lnTo>
                <a:lnTo>
                  <a:pt x="12700" y="38100"/>
                </a:lnTo>
                <a:lnTo>
                  <a:pt x="25400" y="25400"/>
                </a:lnTo>
                <a:lnTo>
                  <a:pt x="38100" y="25400"/>
                </a:lnTo>
                <a:lnTo>
                  <a:pt x="50800" y="12700"/>
                </a:lnTo>
                <a:close/>
              </a:path>
              <a:path w="101600" h="114300">
                <a:moveTo>
                  <a:pt x="88900" y="12700"/>
                </a:moveTo>
                <a:lnTo>
                  <a:pt x="50800" y="12700"/>
                </a:lnTo>
                <a:lnTo>
                  <a:pt x="76200" y="25400"/>
                </a:lnTo>
                <a:lnTo>
                  <a:pt x="88900" y="38100"/>
                </a:lnTo>
                <a:lnTo>
                  <a:pt x="88900" y="76200"/>
                </a:lnTo>
                <a:lnTo>
                  <a:pt x="76200" y="88900"/>
                </a:lnTo>
                <a:lnTo>
                  <a:pt x="50800" y="101600"/>
                </a:lnTo>
                <a:lnTo>
                  <a:pt x="88900" y="1016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8900" y="25400"/>
                </a:lnTo>
                <a:lnTo>
                  <a:pt x="88900" y="12700"/>
                </a:lnTo>
                <a:close/>
              </a:path>
              <a:path w="101600" h="114300">
                <a:moveTo>
                  <a:pt x="50800" y="0"/>
                </a:moveTo>
                <a:lnTo>
                  <a:pt x="38100" y="12700"/>
                </a:lnTo>
                <a:lnTo>
                  <a:pt x="76200" y="1270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0900" y="26035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92" y="40764"/>
                </a:lnTo>
                <a:lnTo>
                  <a:pt x="29883" y="81552"/>
                </a:lnTo>
                <a:lnTo>
                  <a:pt x="59608" y="87912"/>
                </a:lnTo>
                <a:lnTo>
                  <a:pt x="72480" y="83001"/>
                </a:lnTo>
                <a:lnTo>
                  <a:pt x="83957" y="74722"/>
                </a:lnTo>
                <a:lnTo>
                  <a:pt x="93197" y="63918"/>
                </a:lnTo>
                <a:lnTo>
                  <a:pt x="99359" y="5143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5"/>
                </a:lnTo>
                <a:lnTo>
                  <a:pt x="79654" y="6095"/>
                </a:lnTo>
                <a:lnTo>
                  <a:pt x="65836" y="1523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00900" y="25908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76200" y="25400"/>
                </a:lnTo>
                <a:lnTo>
                  <a:pt x="101600" y="50800"/>
                </a:lnTo>
                <a:lnTo>
                  <a:pt x="88900" y="762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14300" y="50800"/>
                </a:lnTo>
                <a:lnTo>
                  <a:pt x="101600" y="381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  <a:path w="1143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00900" y="30226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92" y="40764"/>
                </a:lnTo>
                <a:lnTo>
                  <a:pt x="29883" y="81552"/>
                </a:lnTo>
                <a:lnTo>
                  <a:pt x="59608" y="87912"/>
                </a:lnTo>
                <a:lnTo>
                  <a:pt x="72480" y="83001"/>
                </a:lnTo>
                <a:lnTo>
                  <a:pt x="83957" y="74722"/>
                </a:lnTo>
                <a:lnTo>
                  <a:pt x="93197" y="63918"/>
                </a:lnTo>
                <a:lnTo>
                  <a:pt x="99359" y="5143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6"/>
                </a:lnTo>
                <a:lnTo>
                  <a:pt x="79654" y="6095"/>
                </a:lnTo>
                <a:lnTo>
                  <a:pt x="65836" y="1523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00900" y="3009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88900" y="88900"/>
                </a:moveTo>
                <a:lnTo>
                  <a:pt x="76200" y="88900"/>
                </a:lnTo>
                <a:lnTo>
                  <a:pt x="50800" y="101600"/>
                </a:lnTo>
                <a:lnTo>
                  <a:pt x="38100" y="101600"/>
                </a:lnTo>
                <a:lnTo>
                  <a:pt x="50800" y="114300"/>
                </a:lnTo>
                <a:lnTo>
                  <a:pt x="76200" y="101600"/>
                </a:lnTo>
                <a:lnTo>
                  <a:pt x="88900" y="88900"/>
                </a:lnTo>
                <a:close/>
              </a:path>
              <a:path w="114300" h="114300">
                <a:moveTo>
                  <a:pt x="38100" y="12700"/>
                </a:moveTo>
                <a:lnTo>
                  <a:pt x="12700" y="1270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50800" y="101600"/>
                </a:lnTo>
                <a:lnTo>
                  <a:pt x="38100" y="88900"/>
                </a:lnTo>
                <a:lnTo>
                  <a:pt x="25400" y="889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close/>
              </a:path>
              <a:path w="114300" h="114300">
                <a:moveTo>
                  <a:pt x="98425" y="57150"/>
                </a:moveTo>
                <a:lnTo>
                  <a:pt x="88900" y="76200"/>
                </a:lnTo>
                <a:lnTo>
                  <a:pt x="88900" y="88900"/>
                </a:lnTo>
                <a:lnTo>
                  <a:pt x="114300" y="63500"/>
                </a:lnTo>
                <a:lnTo>
                  <a:pt x="101600" y="63500"/>
                </a:lnTo>
                <a:lnTo>
                  <a:pt x="98425" y="57150"/>
                </a:lnTo>
                <a:close/>
              </a:path>
              <a:path w="114300" h="114300">
                <a:moveTo>
                  <a:pt x="101600" y="50800"/>
                </a:moveTo>
                <a:lnTo>
                  <a:pt x="98425" y="57150"/>
                </a:lnTo>
                <a:lnTo>
                  <a:pt x="101600" y="63500"/>
                </a:lnTo>
                <a:lnTo>
                  <a:pt x="101600" y="50800"/>
                </a:lnTo>
                <a:close/>
              </a:path>
              <a:path w="114300" h="114300">
                <a:moveTo>
                  <a:pt x="114300" y="50800"/>
                </a:moveTo>
                <a:lnTo>
                  <a:pt x="101600" y="50800"/>
                </a:lnTo>
                <a:lnTo>
                  <a:pt x="101600" y="63500"/>
                </a:lnTo>
                <a:lnTo>
                  <a:pt x="114300" y="63500"/>
                </a:lnTo>
                <a:lnTo>
                  <a:pt x="114300" y="50800"/>
                </a:lnTo>
                <a:close/>
              </a:path>
              <a:path w="114300" h="1143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76200" y="25400"/>
                </a:lnTo>
                <a:lnTo>
                  <a:pt x="88900" y="38100"/>
                </a:lnTo>
                <a:lnTo>
                  <a:pt x="98425" y="57150"/>
                </a:lnTo>
                <a:lnTo>
                  <a:pt x="101600" y="50800"/>
                </a:lnTo>
                <a:lnTo>
                  <a:pt x="114300" y="50800"/>
                </a:lnTo>
                <a:lnTo>
                  <a:pt x="101600" y="38100"/>
                </a:lnTo>
                <a:lnTo>
                  <a:pt x="88900" y="12700"/>
                </a:lnTo>
                <a:close/>
              </a:path>
              <a:path w="114300" h="114300">
                <a:moveTo>
                  <a:pt x="50800" y="0"/>
                </a:moveTo>
                <a:lnTo>
                  <a:pt x="38100" y="12700"/>
                </a:lnTo>
                <a:lnTo>
                  <a:pt x="38100" y="25400"/>
                </a:lnTo>
                <a:lnTo>
                  <a:pt x="50800" y="12700"/>
                </a:lnTo>
                <a:lnTo>
                  <a:pt x="76200" y="12700"/>
                </a:lnTo>
                <a:lnTo>
                  <a:pt x="50800" y="0"/>
                </a:lnTo>
                <a:close/>
              </a:path>
              <a:path w="114300" h="114300">
                <a:moveTo>
                  <a:pt x="63500" y="12700"/>
                </a:moveTo>
                <a:lnTo>
                  <a:pt x="50800" y="12700"/>
                </a:lnTo>
                <a:lnTo>
                  <a:pt x="76200" y="25400"/>
                </a:lnTo>
                <a:lnTo>
                  <a:pt x="63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731000" y="2743324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30">
                <a:moveTo>
                  <a:pt x="33866" y="0"/>
                </a:moveTo>
                <a:lnTo>
                  <a:pt x="19050" y="3143"/>
                </a:lnTo>
                <a:lnTo>
                  <a:pt x="8466" y="10521"/>
                </a:lnTo>
                <a:lnTo>
                  <a:pt x="2116" y="22131"/>
                </a:lnTo>
                <a:lnTo>
                  <a:pt x="0" y="37975"/>
                </a:lnTo>
                <a:lnTo>
                  <a:pt x="947" y="49538"/>
                </a:lnTo>
                <a:lnTo>
                  <a:pt x="35154" y="85770"/>
                </a:lnTo>
                <a:lnTo>
                  <a:pt x="53578" y="87132"/>
                </a:lnTo>
                <a:lnTo>
                  <a:pt x="67288" y="81675"/>
                </a:lnTo>
                <a:lnTo>
                  <a:pt x="77294" y="73009"/>
                </a:lnTo>
                <a:lnTo>
                  <a:pt x="83966" y="61767"/>
                </a:lnTo>
                <a:lnTo>
                  <a:pt x="87675" y="48583"/>
                </a:lnTo>
                <a:lnTo>
                  <a:pt x="88793" y="34092"/>
                </a:lnTo>
                <a:lnTo>
                  <a:pt x="86431" y="21776"/>
                </a:lnTo>
                <a:lnTo>
                  <a:pt x="80450" y="12203"/>
                </a:lnTo>
                <a:lnTo>
                  <a:pt x="70156" y="5379"/>
                </a:lnTo>
                <a:lnTo>
                  <a:pt x="54859" y="1310"/>
                </a:lnTo>
                <a:lnTo>
                  <a:pt x="33866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18300" y="27305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88900" y="76200"/>
                </a:moveTo>
                <a:lnTo>
                  <a:pt x="76200" y="88900"/>
                </a:lnTo>
                <a:lnTo>
                  <a:pt x="254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88900" y="76200"/>
                </a:lnTo>
                <a:close/>
              </a:path>
              <a:path w="114300" h="101600">
                <a:moveTo>
                  <a:pt x="12700" y="63500"/>
                </a:moveTo>
                <a:lnTo>
                  <a:pt x="12700" y="88900"/>
                </a:lnTo>
                <a:lnTo>
                  <a:pt x="25400" y="88900"/>
                </a:lnTo>
                <a:lnTo>
                  <a:pt x="12700" y="63500"/>
                </a:lnTo>
                <a:close/>
              </a:path>
              <a:path w="114300" h="101600">
                <a:moveTo>
                  <a:pt x="107950" y="63500"/>
                </a:moveTo>
                <a:lnTo>
                  <a:pt x="101600" y="63500"/>
                </a:lnTo>
                <a:lnTo>
                  <a:pt x="88900" y="88900"/>
                </a:lnTo>
                <a:lnTo>
                  <a:pt x="101600" y="88900"/>
                </a:lnTo>
                <a:lnTo>
                  <a:pt x="101600" y="76200"/>
                </a:lnTo>
                <a:lnTo>
                  <a:pt x="107950" y="63500"/>
                </a:lnTo>
                <a:close/>
              </a:path>
              <a:path w="114300" h="101600">
                <a:moveTo>
                  <a:pt x="12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14300" h="101600">
                <a:moveTo>
                  <a:pt x="101600" y="38100"/>
                </a:moveTo>
                <a:lnTo>
                  <a:pt x="88900" y="38100"/>
                </a:lnTo>
                <a:lnTo>
                  <a:pt x="101600" y="50800"/>
                </a:lnTo>
                <a:lnTo>
                  <a:pt x="88900" y="76200"/>
                </a:lnTo>
                <a:lnTo>
                  <a:pt x="101600" y="63500"/>
                </a:lnTo>
                <a:lnTo>
                  <a:pt x="107950" y="63500"/>
                </a:lnTo>
                <a:lnTo>
                  <a:pt x="114300" y="50800"/>
                </a:lnTo>
                <a:lnTo>
                  <a:pt x="101600" y="38100"/>
                </a:lnTo>
                <a:close/>
              </a:path>
              <a:path w="114300" h="101600">
                <a:moveTo>
                  <a:pt x="38100" y="12700"/>
                </a:moveTo>
                <a:lnTo>
                  <a:pt x="12700" y="12700"/>
                </a:lnTo>
                <a:lnTo>
                  <a:pt x="12700" y="38100"/>
                </a:lnTo>
                <a:lnTo>
                  <a:pt x="38100" y="127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16900" y="19939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6908" y="13715"/>
                </a:lnTo>
                <a:lnTo>
                  <a:pt x="0" y="38100"/>
                </a:lnTo>
                <a:lnTo>
                  <a:pt x="923" y="49504"/>
                </a:lnTo>
                <a:lnTo>
                  <a:pt x="35744" y="86708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49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204200" y="19812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88900" y="76200"/>
                </a:moveTo>
                <a:lnTo>
                  <a:pt x="76200" y="88900"/>
                </a:lnTo>
                <a:lnTo>
                  <a:pt x="254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88900" y="76200"/>
                </a:lnTo>
                <a:close/>
              </a:path>
              <a:path w="114300" h="101600">
                <a:moveTo>
                  <a:pt x="38100" y="12700"/>
                </a:moveTo>
                <a:lnTo>
                  <a:pt x="12700" y="12700"/>
                </a:lnTo>
                <a:lnTo>
                  <a:pt x="12700" y="38100"/>
                </a:lnTo>
                <a:lnTo>
                  <a:pt x="0" y="50800"/>
                </a:lnTo>
                <a:lnTo>
                  <a:pt x="12700" y="76200"/>
                </a:lnTo>
                <a:lnTo>
                  <a:pt x="12700" y="88900"/>
                </a:lnTo>
                <a:lnTo>
                  <a:pt x="25400" y="88900"/>
                </a:lnTo>
                <a:lnTo>
                  <a:pt x="25400" y="76200"/>
                </a:lnTo>
                <a:lnTo>
                  <a:pt x="12700" y="50800"/>
                </a:lnTo>
                <a:lnTo>
                  <a:pt x="25400" y="38100"/>
                </a:lnTo>
                <a:lnTo>
                  <a:pt x="25400" y="25400"/>
                </a:lnTo>
                <a:lnTo>
                  <a:pt x="38100" y="12700"/>
                </a:lnTo>
                <a:close/>
              </a:path>
              <a:path w="114300" h="101600">
                <a:moveTo>
                  <a:pt x="107950" y="63500"/>
                </a:moveTo>
                <a:lnTo>
                  <a:pt x="101600" y="63500"/>
                </a:lnTo>
                <a:lnTo>
                  <a:pt x="88900" y="88900"/>
                </a:lnTo>
                <a:lnTo>
                  <a:pt x="101600" y="88900"/>
                </a:lnTo>
                <a:lnTo>
                  <a:pt x="101600" y="76200"/>
                </a:lnTo>
                <a:lnTo>
                  <a:pt x="107950" y="63500"/>
                </a:lnTo>
                <a:close/>
              </a:path>
              <a:path w="114300" h="101600">
                <a:moveTo>
                  <a:pt x="101600" y="38100"/>
                </a:moveTo>
                <a:lnTo>
                  <a:pt x="88900" y="38100"/>
                </a:lnTo>
                <a:lnTo>
                  <a:pt x="101600" y="50800"/>
                </a:lnTo>
                <a:lnTo>
                  <a:pt x="88900" y="76200"/>
                </a:lnTo>
                <a:lnTo>
                  <a:pt x="101600" y="63500"/>
                </a:lnTo>
                <a:lnTo>
                  <a:pt x="107950" y="63500"/>
                </a:lnTo>
                <a:lnTo>
                  <a:pt x="114300" y="50800"/>
                </a:lnTo>
                <a:lnTo>
                  <a:pt x="101600" y="381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12700"/>
                </a:lnTo>
                <a:close/>
              </a:path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86800" y="2172687"/>
            <a:ext cx="101600" cy="99695"/>
          </a:xfrm>
          <a:custGeom>
            <a:avLst/>
            <a:gdLst/>
            <a:ahLst/>
            <a:cxnLst/>
            <a:rect l="l" t="t" r="r" b="b"/>
            <a:pathLst>
              <a:path w="101600" h="9969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223" y="53959"/>
                </a:lnTo>
                <a:lnTo>
                  <a:pt x="30976" y="93380"/>
                </a:lnTo>
                <a:lnTo>
                  <a:pt x="61378" y="99186"/>
                </a:lnTo>
                <a:lnTo>
                  <a:pt x="73785" y="93893"/>
                </a:lnTo>
                <a:lnTo>
                  <a:pt x="84781" y="85349"/>
                </a:lnTo>
                <a:lnTo>
                  <a:pt x="93586" y="74246"/>
                </a:lnTo>
                <a:lnTo>
                  <a:pt x="99421" y="61280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86800" y="21717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12700" y="12700"/>
                </a:lnTo>
                <a:lnTo>
                  <a:pt x="0" y="25400"/>
                </a:lnTo>
                <a:lnTo>
                  <a:pt x="0" y="76200"/>
                </a:lnTo>
                <a:lnTo>
                  <a:pt x="12700" y="889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88900" y="38100"/>
                </a:lnTo>
                <a:lnTo>
                  <a:pt x="101600" y="50800"/>
                </a:lnTo>
                <a:lnTo>
                  <a:pt x="88900" y="63500"/>
                </a:lnTo>
                <a:lnTo>
                  <a:pt x="88900" y="76200"/>
                </a:lnTo>
                <a:lnTo>
                  <a:pt x="762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14300" y="508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839200" y="26035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1659" y="49504"/>
                </a:lnTo>
                <a:lnTo>
                  <a:pt x="27030" y="81044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26500" y="25908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12700" y="25400"/>
                </a:lnTo>
                <a:lnTo>
                  <a:pt x="12700" y="38100"/>
                </a:lnTo>
                <a:lnTo>
                  <a:pt x="0" y="50800"/>
                </a:lnTo>
                <a:lnTo>
                  <a:pt x="1270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1016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50800"/>
                </a:lnTo>
                <a:lnTo>
                  <a:pt x="25400" y="38100"/>
                </a:lnTo>
                <a:lnTo>
                  <a:pt x="25400" y="25400"/>
                </a:lnTo>
                <a:lnTo>
                  <a:pt x="381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101600" y="63500"/>
                </a:moveTo>
                <a:lnTo>
                  <a:pt x="76200" y="88900"/>
                </a:lnTo>
                <a:lnTo>
                  <a:pt x="101600" y="889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76200"/>
                </a:lnTo>
                <a:lnTo>
                  <a:pt x="114300" y="762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924800" y="1803933"/>
            <a:ext cx="101600" cy="88900"/>
          </a:xfrm>
          <a:custGeom>
            <a:avLst/>
            <a:gdLst/>
            <a:ahLst/>
            <a:cxnLst/>
            <a:rect l="l" t="t" r="r" b="b"/>
            <a:pathLst>
              <a:path w="101600" h="88900">
                <a:moveTo>
                  <a:pt x="41991" y="0"/>
                </a:moveTo>
                <a:lnTo>
                  <a:pt x="8402" y="18818"/>
                </a:lnTo>
                <a:lnTo>
                  <a:pt x="0" y="50266"/>
                </a:lnTo>
                <a:lnTo>
                  <a:pt x="77" y="52671"/>
                </a:lnTo>
                <a:lnTo>
                  <a:pt x="37583" y="86915"/>
                </a:lnTo>
                <a:lnTo>
                  <a:pt x="53375" y="88322"/>
                </a:lnTo>
                <a:lnTo>
                  <a:pt x="67803" y="86361"/>
                </a:lnTo>
                <a:lnTo>
                  <a:pt x="80934" y="81375"/>
                </a:lnTo>
                <a:lnTo>
                  <a:pt x="91667" y="73214"/>
                </a:lnTo>
                <a:lnTo>
                  <a:pt x="98898" y="61726"/>
                </a:lnTo>
                <a:lnTo>
                  <a:pt x="101525" y="46758"/>
                </a:lnTo>
                <a:lnTo>
                  <a:pt x="98886" y="30975"/>
                </a:lnTo>
                <a:lnTo>
                  <a:pt x="71814" y="4031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924800" y="1790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101600" h="114300">
                <a:moveTo>
                  <a:pt x="63500" y="88900"/>
                </a:moveTo>
                <a:lnTo>
                  <a:pt x="50800" y="101600"/>
                </a:lnTo>
                <a:lnTo>
                  <a:pt x="25400" y="101600"/>
                </a:lnTo>
                <a:lnTo>
                  <a:pt x="50800" y="114300"/>
                </a:lnTo>
                <a:lnTo>
                  <a:pt x="63500" y="101600"/>
                </a:lnTo>
                <a:lnTo>
                  <a:pt x="63500" y="88900"/>
                </a:lnTo>
                <a:close/>
              </a:path>
              <a:path w="101600" h="114300">
                <a:moveTo>
                  <a:pt x="50800" y="0"/>
                </a:moveTo>
                <a:lnTo>
                  <a:pt x="25400" y="12700"/>
                </a:lnTo>
                <a:lnTo>
                  <a:pt x="0" y="38100"/>
                </a:lnTo>
                <a:lnTo>
                  <a:pt x="0" y="76200"/>
                </a:lnTo>
                <a:lnTo>
                  <a:pt x="12700" y="88900"/>
                </a:lnTo>
                <a:lnTo>
                  <a:pt x="12700" y="101600"/>
                </a:lnTo>
                <a:lnTo>
                  <a:pt x="38100" y="101600"/>
                </a:lnTo>
                <a:lnTo>
                  <a:pt x="12700" y="76200"/>
                </a:lnTo>
                <a:lnTo>
                  <a:pt x="12700" y="38100"/>
                </a:lnTo>
                <a:lnTo>
                  <a:pt x="25400" y="25400"/>
                </a:lnTo>
                <a:lnTo>
                  <a:pt x="38100" y="25400"/>
                </a:lnTo>
                <a:lnTo>
                  <a:pt x="50800" y="12700"/>
                </a:lnTo>
                <a:lnTo>
                  <a:pt x="63500" y="12700"/>
                </a:lnTo>
                <a:lnTo>
                  <a:pt x="50800" y="0"/>
                </a:lnTo>
                <a:close/>
              </a:path>
              <a:path w="101600" h="114300">
                <a:moveTo>
                  <a:pt x="38100" y="88900"/>
                </a:moveTo>
                <a:lnTo>
                  <a:pt x="38100" y="101600"/>
                </a:lnTo>
                <a:lnTo>
                  <a:pt x="50800" y="101600"/>
                </a:lnTo>
                <a:lnTo>
                  <a:pt x="38100" y="88900"/>
                </a:lnTo>
                <a:close/>
              </a:path>
              <a:path w="101600" h="114300">
                <a:moveTo>
                  <a:pt x="76200" y="12700"/>
                </a:moveTo>
                <a:lnTo>
                  <a:pt x="50800" y="12700"/>
                </a:lnTo>
                <a:lnTo>
                  <a:pt x="63500" y="25400"/>
                </a:lnTo>
                <a:lnTo>
                  <a:pt x="76200" y="25400"/>
                </a:lnTo>
                <a:lnTo>
                  <a:pt x="88900" y="38100"/>
                </a:lnTo>
                <a:lnTo>
                  <a:pt x="88900" y="76200"/>
                </a:lnTo>
                <a:lnTo>
                  <a:pt x="63500" y="101600"/>
                </a:lnTo>
                <a:lnTo>
                  <a:pt x="88900" y="1016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220200" y="3061687"/>
            <a:ext cx="101600" cy="99695"/>
          </a:xfrm>
          <a:custGeom>
            <a:avLst/>
            <a:gdLst/>
            <a:ahLst/>
            <a:cxnLst/>
            <a:rect l="l" t="t" r="r" b="b"/>
            <a:pathLst>
              <a:path w="101600" h="9969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223" y="53959"/>
                </a:lnTo>
                <a:lnTo>
                  <a:pt x="30976" y="93380"/>
                </a:lnTo>
                <a:lnTo>
                  <a:pt x="61378" y="99186"/>
                </a:lnTo>
                <a:lnTo>
                  <a:pt x="73785" y="93893"/>
                </a:lnTo>
                <a:lnTo>
                  <a:pt x="84781" y="85349"/>
                </a:lnTo>
                <a:lnTo>
                  <a:pt x="93586" y="74246"/>
                </a:lnTo>
                <a:lnTo>
                  <a:pt x="99421" y="61280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20200" y="3060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lnTo>
                  <a:pt x="12700" y="38100"/>
                </a:lnTo>
                <a:lnTo>
                  <a:pt x="25400" y="25400"/>
                </a:lnTo>
                <a:lnTo>
                  <a:pt x="127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359900" y="2363187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46" y="51685"/>
                </a:lnTo>
                <a:lnTo>
                  <a:pt x="23038" y="82110"/>
                </a:lnTo>
                <a:lnTo>
                  <a:pt x="52793" y="87886"/>
                </a:lnTo>
                <a:lnTo>
                  <a:pt x="67360" y="86023"/>
                </a:lnTo>
                <a:lnTo>
                  <a:pt x="80644" y="81137"/>
                </a:lnTo>
                <a:lnTo>
                  <a:pt x="91517" y="73107"/>
                </a:lnTo>
                <a:lnTo>
                  <a:pt x="98848" y="61816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59900" y="2362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12700" y="889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19050" y="25400"/>
                </a:lnTo>
                <a:lnTo>
                  <a:pt x="254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76200" y="12700"/>
                </a:lnTo>
                <a:lnTo>
                  <a:pt x="88900" y="25400"/>
                </a:lnTo>
                <a:lnTo>
                  <a:pt x="88900" y="63500"/>
                </a:lnTo>
                <a:lnTo>
                  <a:pt x="76200" y="76200"/>
                </a:lnTo>
                <a:lnTo>
                  <a:pt x="88900" y="762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  <a:path w="101600" h="101600">
                <a:moveTo>
                  <a:pt x="1905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19050" y="25400"/>
                </a:lnTo>
                <a:close/>
              </a:path>
              <a:path w="101600" h="101600">
                <a:moveTo>
                  <a:pt x="80433" y="21166"/>
                </a:moveTo>
                <a:lnTo>
                  <a:pt x="88900" y="38100"/>
                </a:lnTo>
                <a:lnTo>
                  <a:pt x="88900" y="25400"/>
                </a:lnTo>
                <a:lnTo>
                  <a:pt x="80433" y="21166"/>
                </a:lnTo>
                <a:close/>
              </a:path>
              <a:path w="101600" h="101600">
                <a:moveTo>
                  <a:pt x="38100" y="12700"/>
                </a:moveTo>
                <a:lnTo>
                  <a:pt x="25400" y="12700"/>
                </a:lnTo>
                <a:lnTo>
                  <a:pt x="25400" y="25400"/>
                </a:lnTo>
                <a:lnTo>
                  <a:pt x="38100" y="12700"/>
                </a:lnTo>
                <a:close/>
              </a:path>
              <a:path w="101600" h="101600">
                <a:moveTo>
                  <a:pt x="76200" y="12700"/>
                </a:moveTo>
                <a:lnTo>
                  <a:pt x="80433" y="21166"/>
                </a:lnTo>
                <a:lnTo>
                  <a:pt x="88900" y="25400"/>
                </a:lnTo>
                <a:lnTo>
                  <a:pt x="76200" y="12700"/>
                </a:lnTo>
                <a:close/>
              </a:path>
              <a:path w="101600" h="101600">
                <a:moveTo>
                  <a:pt x="76200" y="12700"/>
                </a:moveTo>
                <a:lnTo>
                  <a:pt x="63500" y="12700"/>
                </a:lnTo>
                <a:lnTo>
                  <a:pt x="80433" y="21166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83500" y="36322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92" y="40764"/>
                </a:lnTo>
                <a:lnTo>
                  <a:pt x="29883" y="81552"/>
                </a:lnTo>
                <a:lnTo>
                  <a:pt x="59608" y="87912"/>
                </a:lnTo>
                <a:lnTo>
                  <a:pt x="72480" y="83001"/>
                </a:lnTo>
                <a:lnTo>
                  <a:pt x="83957" y="74722"/>
                </a:lnTo>
                <a:lnTo>
                  <a:pt x="93197" y="63918"/>
                </a:lnTo>
                <a:lnTo>
                  <a:pt x="99359" y="5143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5"/>
                </a:lnTo>
                <a:lnTo>
                  <a:pt x="79654" y="6095"/>
                </a:lnTo>
                <a:lnTo>
                  <a:pt x="65836" y="1524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683500" y="36195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101600" h="114300">
                <a:moveTo>
                  <a:pt x="76200" y="0"/>
                </a:moveTo>
                <a:lnTo>
                  <a:pt x="25400" y="0"/>
                </a:lnTo>
                <a:lnTo>
                  <a:pt x="12700" y="1270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50800" y="114300"/>
                </a:lnTo>
                <a:lnTo>
                  <a:pt x="76200" y="101600"/>
                </a:lnTo>
                <a:lnTo>
                  <a:pt x="50800" y="101600"/>
                </a:lnTo>
                <a:lnTo>
                  <a:pt x="38100" y="88900"/>
                </a:lnTo>
                <a:lnTo>
                  <a:pt x="25400" y="88900"/>
                </a:lnTo>
                <a:lnTo>
                  <a:pt x="1905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14300">
                <a:moveTo>
                  <a:pt x="76200" y="76200"/>
                </a:moveTo>
                <a:lnTo>
                  <a:pt x="508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76200" y="88900"/>
                </a:lnTo>
                <a:lnTo>
                  <a:pt x="76200" y="76200"/>
                </a:lnTo>
                <a:close/>
              </a:path>
              <a:path w="101600" h="114300">
                <a:moveTo>
                  <a:pt x="25400" y="76200"/>
                </a:moveTo>
                <a:lnTo>
                  <a:pt x="25400" y="88900"/>
                </a:lnTo>
                <a:lnTo>
                  <a:pt x="38100" y="88900"/>
                </a:lnTo>
                <a:lnTo>
                  <a:pt x="25400" y="76200"/>
                </a:lnTo>
                <a:close/>
              </a:path>
              <a:path w="101600" h="114300">
                <a:moveTo>
                  <a:pt x="88900" y="63500"/>
                </a:moveTo>
                <a:lnTo>
                  <a:pt x="762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14300">
                <a:moveTo>
                  <a:pt x="12700" y="63500"/>
                </a:moveTo>
                <a:lnTo>
                  <a:pt x="12700" y="76200"/>
                </a:lnTo>
                <a:lnTo>
                  <a:pt x="19050" y="76200"/>
                </a:lnTo>
                <a:lnTo>
                  <a:pt x="12700" y="63500"/>
                </a:lnTo>
                <a:close/>
              </a:path>
              <a:path w="101600" h="1143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839200" y="1663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1659" y="49504"/>
                </a:lnTo>
                <a:lnTo>
                  <a:pt x="27030" y="81044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826500" y="1651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76200" y="101600"/>
                </a:moveTo>
                <a:lnTo>
                  <a:pt x="38100" y="101600"/>
                </a:lnTo>
                <a:lnTo>
                  <a:pt x="63500" y="114300"/>
                </a:lnTo>
                <a:lnTo>
                  <a:pt x="76200" y="101600"/>
                </a:lnTo>
                <a:close/>
              </a:path>
              <a:path w="114300" h="114300">
                <a:moveTo>
                  <a:pt x="38100" y="88900"/>
                </a:moveTo>
                <a:lnTo>
                  <a:pt x="25400" y="889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38100" y="88900"/>
                </a:lnTo>
                <a:close/>
              </a:path>
              <a:path w="114300" h="114300">
                <a:moveTo>
                  <a:pt x="101600" y="12700"/>
                </a:moveTo>
                <a:lnTo>
                  <a:pt x="63500" y="12700"/>
                </a:lnTo>
                <a:lnTo>
                  <a:pt x="76200" y="25400"/>
                </a:lnTo>
                <a:lnTo>
                  <a:pt x="88900" y="25400"/>
                </a:lnTo>
                <a:lnTo>
                  <a:pt x="101600" y="38100"/>
                </a:lnTo>
                <a:lnTo>
                  <a:pt x="101600" y="76200"/>
                </a:lnTo>
                <a:lnTo>
                  <a:pt x="88900" y="88900"/>
                </a:lnTo>
                <a:lnTo>
                  <a:pt x="76200" y="88900"/>
                </a:lnTo>
                <a:lnTo>
                  <a:pt x="63500" y="101600"/>
                </a:lnTo>
                <a:lnTo>
                  <a:pt x="101600" y="101600"/>
                </a:lnTo>
                <a:lnTo>
                  <a:pt x="101600" y="88900"/>
                </a:lnTo>
                <a:lnTo>
                  <a:pt x="114300" y="76200"/>
                </a:lnTo>
                <a:lnTo>
                  <a:pt x="114300" y="38100"/>
                </a:lnTo>
                <a:lnTo>
                  <a:pt x="101600" y="25400"/>
                </a:lnTo>
                <a:lnTo>
                  <a:pt x="101600" y="12700"/>
                </a:lnTo>
                <a:close/>
              </a:path>
              <a:path w="114300" h="114300">
                <a:moveTo>
                  <a:pt x="25400" y="25400"/>
                </a:moveTo>
                <a:lnTo>
                  <a:pt x="0" y="50800"/>
                </a:lnTo>
                <a:lnTo>
                  <a:pt x="0" y="63500"/>
                </a:lnTo>
                <a:lnTo>
                  <a:pt x="25400" y="88900"/>
                </a:lnTo>
                <a:lnTo>
                  <a:pt x="25400" y="76200"/>
                </a:lnTo>
                <a:lnTo>
                  <a:pt x="19050" y="63500"/>
                </a:lnTo>
                <a:lnTo>
                  <a:pt x="12700" y="63500"/>
                </a:lnTo>
                <a:lnTo>
                  <a:pt x="12700" y="50800"/>
                </a:lnTo>
                <a:lnTo>
                  <a:pt x="19050" y="50800"/>
                </a:lnTo>
                <a:lnTo>
                  <a:pt x="25400" y="38100"/>
                </a:lnTo>
                <a:lnTo>
                  <a:pt x="25400" y="25400"/>
                </a:lnTo>
                <a:close/>
              </a:path>
              <a:path w="114300" h="114300">
                <a:moveTo>
                  <a:pt x="12700" y="50800"/>
                </a:moveTo>
                <a:lnTo>
                  <a:pt x="12700" y="63500"/>
                </a:lnTo>
                <a:lnTo>
                  <a:pt x="15875" y="57150"/>
                </a:lnTo>
                <a:lnTo>
                  <a:pt x="12700" y="50800"/>
                </a:lnTo>
                <a:close/>
              </a:path>
              <a:path w="114300" h="114300">
                <a:moveTo>
                  <a:pt x="15875" y="57150"/>
                </a:moveTo>
                <a:lnTo>
                  <a:pt x="12700" y="63500"/>
                </a:lnTo>
                <a:lnTo>
                  <a:pt x="19050" y="63500"/>
                </a:lnTo>
                <a:lnTo>
                  <a:pt x="15875" y="57150"/>
                </a:lnTo>
                <a:close/>
              </a:path>
              <a:path w="114300" h="114300">
                <a:moveTo>
                  <a:pt x="19050" y="50800"/>
                </a:moveTo>
                <a:lnTo>
                  <a:pt x="12700" y="50800"/>
                </a:lnTo>
                <a:lnTo>
                  <a:pt x="15875" y="57150"/>
                </a:lnTo>
                <a:lnTo>
                  <a:pt x="19050" y="50800"/>
                </a:lnTo>
                <a:close/>
              </a:path>
              <a:path w="114300" h="114300">
                <a:moveTo>
                  <a:pt x="63500" y="12700"/>
                </a:moveTo>
                <a:lnTo>
                  <a:pt x="25400" y="12700"/>
                </a:lnTo>
                <a:lnTo>
                  <a:pt x="25400" y="25400"/>
                </a:lnTo>
                <a:lnTo>
                  <a:pt x="38100" y="25400"/>
                </a:lnTo>
                <a:lnTo>
                  <a:pt x="63500" y="12700"/>
                </a:lnTo>
                <a:close/>
              </a:path>
              <a:path w="114300" h="114300">
                <a:moveTo>
                  <a:pt x="63500" y="0"/>
                </a:move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652000" y="2921987"/>
            <a:ext cx="101600" cy="99695"/>
          </a:xfrm>
          <a:custGeom>
            <a:avLst/>
            <a:gdLst/>
            <a:ahLst/>
            <a:cxnLst/>
            <a:rect l="l" t="t" r="r" b="b"/>
            <a:pathLst>
              <a:path w="101600" h="9969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223" y="53959"/>
                </a:lnTo>
                <a:lnTo>
                  <a:pt x="30976" y="93380"/>
                </a:lnTo>
                <a:lnTo>
                  <a:pt x="61378" y="99186"/>
                </a:lnTo>
                <a:lnTo>
                  <a:pt x="73785" y="93893"/>
                </a:lnTo>
                <a:lnTo>
                  <a:pt x="84781" y="85349"/>
                </a:lnTo>
                <a:lnTo>
                  <a:pt x="93586" y="74246"/>
                </a:lnTo>
                <a:lnTo>
                  <a:pt x="99421" y="61280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652000" y="2921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lnTo>
                  <a:pt x="12700" y="38100"/>
                </a:lnTo>
                <a:lnTo>
                  <a:pt x="25400" y="25400"/>
                </a:lnTo>
                <a:lnTo>
                  <a:pt x="127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40600" y="1651000"/>
            <a:ext cx="1752600" cy="2273300"/>
          </a:xfrm>
          <a:custGeom>
            <a:avLst/>
            <a:gdLst/>
            <a:ahLst/>
            <a:cxnLst/>
            <a:rect l="l" t="t" r="r" b="b"/>
            <a:pathLst>
              <a:path w="1752600" h="2273300">
                <a:moveTo>
                  <a:pt x="25400" y="0"/>
                </a:moveTo>
                <a:lnTo>
                  <a:pt x="0" y="25400"/>
                </a:lnTo>
                <a:lnTo>
                  <a:pt x="1727200" y="2273300"/>
                </a:lnTo>
                <a:lnTo>
                  <a:pt x="1752600" y="2247900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115300" y="1423387"/>
            <a:ext cx="101600" cy="99695"/>
          </a:xfrm>
          <a:custGeom>
            <a:avLst/>
            <a:gdLst/>
            <a:ahLst/>
            <a:cxnLst/>
            <a:rect l="l" t="t" r="r" b="b"/>
            <a:pathLst>
              <a:path w="101600" h="9969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223" y="53959"/>
                </a:lnTo>
                <a:lnTo>
                  <a:pt x="30976" y="93380"/>
                </a:lnTo>
                <a:lnTo>
                  <a:pt x="61378" y="99186"/>
                </a:lnTo>
                <a:lnTo>
                  <a:pt x="73785" y="93893"/>
                </a:lnTo>
                <a:lnTo>
                  <a:pt x="84781" y="85349"/>
                </a:lnTo>
                <a:lnTo>
                  <a:pt x="93586" y="74246"/>
                </a:lnTo>
                <a:lnTo>
                  <a:pt x="99421" y="61280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115300" y="1422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16900" y="3911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6908" y="13715"/>
                </a:lnTo>
                <a:lnTo>
                  <a:pt x="0" y="38100"/>
                </a:lnTo>
                <a:lnTo>
                  <a:pt x="923" y="49504"/>
                </a:lnTo>
                <a:lnTo>
                  <a:pt x="35744" y="86708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204200" y="3898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88900"/>
                </a:moveTo>
                <a:lnTo>
                  <a:pt x="25400" y="88900"/>
                </a:lnTo>
                <a:lnTo>
                  <a:pt x="50800" y="114300"/>
                </a:lnTo>
                <a:lnTo>
                  <a:pt x="63500" y="114300"/>
                </a:lnTo>
                <a:lnTo>
                  <a:pt x="76200" y="101600"/>
                </a:lnTo>
                <a:lnTo>
                  <a:pt x="50800" y="101600"/>
                </a:lnTo>
                <a:lnTo>
                  <a:pt x="57150" y="98425"/>
                </a:lnTo>
                <a:lnTo>
                  <a:pt x="38100" y="88900"/>
                </a:lnTo>
                <a:close/>
              </a:path>
              <a:path w="114300" h="114300">
                <a:moveTo>
                  <a:pt x="57150" y="98425"/>
                </a:moveTo>
                <a:lnTo>
                  <a:pt x="50800" y="101600"/>
                </a:lnTo>
                <a:lnTo>
                  <a:pt x="63500" y="101600"/>
                </a:lnTo>
                <a:lnTo>
                  <a:pt x="57150" y="98425"/>
                </a:lnTo>
                <a:close/>
              </a:path>
              <a:path w="114300" h="114300">
                <a:moveTo>
                  <a:pt x="88900" y="88900"/>
                </a:moveTo>
                <a:lnTo>
                  <a:pt x="76200" y="88900"/>
                </a:lnTo>
                <a:lnTo>
                  <a:pt x="57150" y="98425"/>
                </a:lnTo>
                <a:lnTo>
                  <a:pt x="63500" y="101600"/>
                </a:lnTo>
                <a:lnTo>
                  <a:pt x="76200" y="101600"/>
                </a:lnTo>
                <a:lnTo>
                  <a:pt x="88900" y="88900"/>
                </a:lnTo>
                <a:close/>
              </a:path>
              <a:path w="114300" h="114300">
                <a:moveTo>
                  <a:pt x="38100" y="12700"/>
                </a:moveTo>
                <a:lnTo>
                  <a:pt x="12700" y="12700"/>
                </a:lnTo>
                <a:lnTo>
                  <a:pt x="12700" y="38100"/>
                </a:lnTo>
                <a:lnTo>
                  <a:pt x="0" y="508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88900"/>
                </a:lnTo>
                <a:lnTo>
                  <a:pt x="25400" y="88900"/>
                </a:lnTo>
                <a:lnTo>
                  <a:pt x="25400" y="76200"/>
                </a:lnTo>
                <a:lnTo>
                  <a:pt x="19050" y="63500"/>
                </a:lnTo>
                <a:lnTo>
                  <a:pt x="12700" y="63500"/>
                </a:lnTo>
                <a:lnTo>
                  <a:pt x="12700" y="50800"/>
                </a:lnTo>
                <a:lnTo>
                  <a:pt x="19050" y="50800"/>
                </a:lnTo>
                <a:lnTo>
                  <a:pt x="25400" y="38100"/>
                </a:lnTo>
                <a:lnTo>
                  <a:pt x="25400" y="25400"/>
                </a:lnTo>
                <a:lnTo>
                  <a:pt x="38100" y="12700"/>
                </a:lnTo>
                <a:close/>
              </a:path>
              <a:path w="114300" h="114300">
                <a:moveTo>
                  <a:pt x="101600" y="76200"/>
                </a:moveTo>
                <a:lnTo>
                  <a:pt x="88900" y="88900"/>
                </a:lnTo>
                <a:lnTo>
                  <a:pt x="101600" y="88900"/>
                </a:lnTo>
                <a:lnTo>
                  <a:pt x="101600" y="76200"/>
                </a:lnTo>
                <a:close/>
              </a:path>
              <a:path w="114300" h="114300">
                <a:moveTo>
                  <a:pt x="98425" y="57150"/>
                </a:moveTo>
                <a:lnTo>
                  <a:pt x="88900" y="76200"/>
                </a:lnTo>
                <a:lnTo>
                  <a:pt x="101600" y="76200"/>
                </a:lnTo>
                <a:lnTo>
                  <a:pt x="114300" y="63500"/>
                </a:lnTo>
                <a:lnTo>
                  <a:pt x="101600" y="63500"/>
                </a:lnTo>
                <a:lnTo>
                  <a:pt x="98425" y="57150"/>
                </a:lnTo>
                <a:close/>
              </a:path>
              <a:path w="114300" h="114300">
                <a:moveTo>
                  <a:pt x="12700" y="50800"/>
                </a:moveTo>
                <a:lnTo>
                  <a:pt x="12700" y="63500"/>
                </a:lnTo>
                <a:lnTo>
                  <a:pt x="15875" y="57150"/>
                </a:lnTo>
                <a:lnTo>
                  <a:pt x="12700" y="50800"/>
                </a:lnTo>
                <a:close/>
              </a:path>
              <a:path w="114300" h="114300">
                <a:moveTo>
                  <a:pt x="15875" y="57150"/>
                </a:moveTo>
                <a:lnTo>
                  <a:pt x="12700" y="63500"/>
                </a:lnTo>
                <a:lnTo>
                  <a:pt x="19050" y="63500"/>
                </a:lnTo>
                <a:lnTo>
                  <a:pt x="15875" y="57150"/>
                </a:lnTo>
                <a:close/>
              </a:path>
              <a:path w="114300" h="114300">
                <a:moveTo>
                  <a:pt x="101600" y="50800"/>
                </a:moveTo>
                <a:lnTo>
                  <a:pt x="98425" y="57150"/>
                </a:lnTo>
                <a:lnTo>
                  <a:pt x="101600" y="63500"/>
                </a:lnTo>
                <a:lnTo>
                  <a:pt x="101600" y="50800"/>
                </a:lnTo>
                <a:close/>
              </a:path>
              <a:path w="114300" h="114300">
                <a:moveTo>
                  <a:pt x="114300" y="50800"/>
                </a:moveTo>
                <a:lnTo>
                  <a:pt x="101600" y="50800"/>
                </a:lnTo>
                <a:lnTo>
                  <a:pt x="101600" y="63500"/>
                </a:lnTo>
                <a:lnTo>
                  <a:pt x="114300" y="63500"/>
                </a:lnTo>
                <a:lnTo>
                  <a:pt x="114300" y="50800"/>
                </a:lnTo>
                <a:close/>
              </a:path>
              <a:path w="114300" h="114300">
                <a:moveTo>
                  <a:pt x="19050" y="50800"/>
                </a:moveTo>
                <a:lnTo>
                  <a:pt x="12700" y="50800"/>
                </a:lnTo>
                <a:lnTo>
                  <a:pt x="15875" y="57150"/>
                </a:lnTo>
                <a:lnTo>
                  <a:pt x="19050" y="50800"/>
                </a:lnTo>
                <a:close/>
              </a:path>
              <a:path w="114300" h="114300">
                <a:moveTo>
                  <a:pt x="101600" y="38100"/>
                </a:moveTo>
                <a:lnTo>
                  <a:pt x="88900" y="38100"/>
                </a:lnTo>
                <a:lnTo>
                  <a:pt x="98425" y="57150"/>
                </a:lnTo>
                <a:lnTo>
                  <a:pt x="101600" y="50800"/>
                </a:lnTo>
                <a:lnTo>
                  <a:pt x="114300" y="50800"/>
                </a:lnTo>
                <a:lnTo>
                  <a:pt x="101600" y="38100"/>
                </a:lnTo>
                <a:close/>
              </a:path>
              <a:path w="114300" h="1143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12700"/>
                </a:lnTo>
                <a:close/>
              </a:path>
              <a:path w="114300" h="114300">
                <a:moveTo>
                  <a:pt x="63500" y="0"/>
                </a:moveTo>
                <a:lnTo>
                  <a:pt x="50800" y="0"/>
                </a:lnTo>
                <a:lnTo>
                  <a:pt x="38100" y="12700"/>
                </a:lnTo>
                <a:lnTo>
                  <a:pt x="38100" y="25400"/>
                </a:lnTo>
                <a:lnTo>
                  <a:pt x="57150" y="15875"/>
                </a:lnTo>
                <a:lnTo>
                  <a:pt x="508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  <a:path w="114300" h="114300">
                <a:moveTo>
                  <a:pt x="76200" y="12700"/>
                </a:moveTo>
                <a:lnTo>
                  <a:pt x="63500" y="12700"/>
                </a:lnTo>
                <a:lnTo>
                  <a:pt x="57150" y="15875"/>
                </a:lnTo>
                <a:lnTo>
                  <a:pt x="76200" y="25400"/>
                </a:lnTo>
                <a:lnTo>
                  <a:pt x="76200" y="12700"/>
                </a:lnTo>
                <a:close/>
              </a:path>
              <a:path w="114300" h="114300">
                <a:moveTo>
                  <a:pt x="63500" y="12700"/>
                </a:moveTo>
                <a:lnTo>
                  <a:pt x="50800" y="12700"/>
                </a:lnTo>
                <a:lnTo>
                  <a:pt x="57150" y="15875"/>
                </a:lnTo>
                <a:lnTo>
                  <a:pt x="63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099300" y="1841500"/>
            <a:ext cx="1739900" cy="2247900"/>
          </a:xfrm>
          <a:custGeom>
            <a:avLst/>
            <a:gdLst/>
            <a:ahLst/>
            <a:cxnLst/>
            <a:rect l="l" t="t" r="r" b="b"/>
            <a:pathLst>
              <a:path w="1739900" h="2247900">
                <a:moveTo>
                  <a:pt x="25400" y="0"/>
                </a:moveTo>
                <a:lnTo>
                  <a:pt x="0" y="12700"/>
                </a:lnTo>
                <a:lnTo>
                  <a:pt x="88900" y="139700"/>
                </a:lnTo>
                <a:lnTo>
                  <a:pt x="114300" y="114300"/>
                </a:lnTo>
                <a:lnTo>
                  <a:pt x="25400" y="0"/>
                </a:lnTo>
                <a:close/>
              </a:path>
              <a:path w="1739900" h="2247900">
                <a:moveTo>
                  <a:pt x="190500" y="203200"/>
                </a:moveTo>
                <a:lnTo>
                  <a:pt x="165100" y="228600"/>
                </a:lnTo>
                <a:lnTo>
                  <a:pt x="254000" y="355600"/>
                </a:lnTo>
                <a:lnTo>
                  <a:pt x="279400" y="330200"/>
                </a:lnTo>
                <a:lnTo>
                  <a:pt x="190500" y="203200"/>
                </a:lnTo>
                <a:close/>
              </a:path>
              <a:path w="1739900" h="2247900">
                <a:moveTo>
                  <a:pt x="355600" y="419100"/>
                </a:moveTo>
                <a:lnTo>
                  <a:pt x="317500" y="444500"/>
                </a:lnTo>
                <a:lnTo>
                  <a:pt x="419100" y="558800"/>
                </a:lnTo>
                <a:lnTo>
                  <a:pt x="444500" y="533400"/>
                </a:lnTo>
                <a:lnTo>
                  <a:pt x="355600" y="419100"/>
                </a:lnTo>
                <a:close/>
              </a:path>
              <a:path w="1739900" h="2247900">
                <a:moveTo>
                  <a:pt x="508000" y="635000"/>
                </a:moveTo>
                <a:lnTo>
                  <a:pt x="482600" y="647700"/>
                </a:lnTo>
                <a:lnTo>
                  <a:pt x="571500" y="774700"/>
                </a:lnTo>
                <a:lnTo>
                  <a:pt x="609600" y="749300"/>
                </a:lnTo>
                <a:lnTo>
                  <a:pt x="508000" y="635000"/>
                </a:lnTo>
                <a:close/>
              </a:path>
              <a:path w="1739900" h="2247900">
                <a:moveTo>
                  <a:pt x="673100" y="838200"/>
                </a:moveTo>
                <a:lnTo>
                  <a:pt x="647700" y="863600"/>
                </a:lnTo>
                <a:lnTo>
                  <a:pt x="736600" y="990600"/>
                </a:lnTo>
                <a:lnTo>
                  <a:pt x="774700" y="965200"/>
                </a:lnTo>
                <a:lnTo>
                  <a:pt x="673100" y="838200"/>
                </a:lnTo>
                <a:close/>
              </a:path>
              <a:path w="1739900" h="2247900">
                <a:moveTo>
                  <a:pt x="838200" y="1054100"/>
                </a:moveTo>
                <a:lnTo>
                  <a:pt x="812800" y="1079500"/>
                </a:lnTo>
                <a:lnTo>
                  <a:pt x="901700" y="1193800"/>
                </a:lnTo>
                <a:lnTo>
                  <a:pt x="927100" y="1168400"/>
                </a:lnTo>
                <a:lnTo>
                  <a:pt x="838200" y="1054100"/>
                </a:lnTo>
                <a:close/>
              </a:path>
              <a:path w="1739900" h="2247900">
                <a:moveTo>
                  <a:pt x="1003300" y="1270000"/>
                </a:moveTo>
                <a:lnTo>
                  <a:pt x="965200" y="1282700"/>
                </a:lnTo>
                <a:lnTo>
                  <a:pt x="1066800" y="1409700"/>
                </a:lnTo>
                <a:lnTo>
                  <a:pt x="1092200" y="1384300"/>
                </a:lnTo>
                <a:lnTo>
                  <a:pt x="1003300" y="1270000"/>
                </a:lnTo>
                <a:close/>
              </a:path>
              <a:path w="1739900" h="2247900">
                <a:moveTo>
                  <a:pt x="1168400" y="1473200"/>
                </a:moveTo>
                <a:lnTo>
                  <a:pt x="1130300" y="1498600"/>
                </a:lnTo>
                <a:lnTo>
                  <a:pt x="1231900" y="1625600"/>
                </a:lnTo>
                <a:lnTo>
                  <a:pt x="1257300" y="1600200"/>
                </a:lnTo>
                <a:lnTo>
                  <a:pt x="1168400" y="1473200"/>
                </a:lnTo>
                <a:close/>
              </a:path>
              <a:path w="1739900" h="2247900">
                <a:moveTo>
                  <a:pt x="1320800" y="1689100"/>
                </a:moveTo>
                <a:lnTo>
                  <a:pt x="1295400" y="1714500"/>
                </a:lnTo>
                <a:lnTo>
                  <a:pt x="1384300" y="1828800"/>
                </a:lnTo>
                <a:lnTo>
                  <a:pt x="1422400" y="1803400"/>
                </a:lnTo>
                <a:lnTo>
                  <a:pt x="1320800" y="1689100"/>
                </a:lnTo>
                <a:close/>
              </a:path>
              <a:path w="1739900" h="2247900">
                <a:moveTo>
                  <a:pt x="1485900" y="1892300"/>
                </a:moveTo>
                <a:lnTo>
                  <a:pt x="1460500" y="1917700"/>
                </a:lnTo>
                <a:lnTo>
                  <a:pt x="1549400" y="2044700"/>
                </a:lnTo>
                <a:lnTo>
                  <a:pt x="1587500" y="2019300"/>
                </a:lnTo>
                <a:lnTo>
                  <a:pt x="1485900" y="1892300"/>
                </a:lnTo>
                <a:close/>
              </a:path>
              <a:path w="1739900" h="2247900">
                <a:moveTo>
                  <a:pt x="1651000" y="2108200"/>
                </a:moveTo>
                <a:lnTo>
                  <a:pt x="1625600" y="2133600"/>
                </a:lnTo>
                <a:lnTo>
                  <a:pt x="1714500" y="2247900"/>
                </a:lnTo>
                <a:lnTo>
                  <a:pt x="1739900" y="2235200"/>
                </a:lnTo>
                <a:lnTo>
                  <a:pt x="1651000" y="2108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569200" y="1511300"/>
            <a:ext cx="1714500" cy="2171700"/>
          </a:xfrm>
          <a:custGeom>
            <a:avLst/>
            <a:gdLst/>
            <a:ahLst/>
            <a:cxnLst/>
            <a:rect l="l" t="t" r="r" b="b"/>
            <a:pathLst>
              <a:path w="1714500" h="2171700">
                <a:moveTo>
                  <a:pt x="38100" y="0"/>
                </a:moveTo>
                <a:lnTo>
                  <a:pt x="0" y="25400"/>
                </a:lnTo>
                <a:lnTo>
                  <a:pt x="101600" y="139700"/>
                </a:lnTo>
                <a:lnTo>
                  <a:pt x="127000" y="114300"/>
                </a:lnTo>
                <a:lnTo>
                  <a:pt x="38100" y="0"/>
                </a:lnTo>
                <a:close/>
              </a:path>
              <a:path w="1714500" h="2171700">
                <a:moveTo>
                  <a:pt x="203200" y="203200"/>
                </a:moveTo>
                <a:lnTo>
                  <a:pt x="165100" y="228600"/>
                </a:lnTo>
                <a:lnTo>
                  <a:pt x="266700" y="355600"/>
                </a:lnTo>
                <a:lnTo>
                  <a:pt x="292100" y="330200"/>
                </a:lnTo>
                <a:lnTo>
                  <a:pt x="203200" y="203200"/>
                </a:lnTo>
                <a:close/>
              </a:path>
              <a:path w="1714500" h="2171700">
                <a:moveTo>
                  <a:pt x="368300" y="419100"/>
                </a:moveTo>
                <a:lnTo>
                  <a:pt x="330200" y="444500"/>
                </a:lnTo>
                <a:lnTo>
                  <a:pt x="431800" y="558800"/>
                </a:lnTo>
                <a:lnTo>
                  <a:pt x="457200" y="533400"/>
                </a:lnTo>
                <a:lnTo>
                  <a:pt x="368300" y="419100"/>
                </a:lnTo>
                <a:close/>
              </a:path>
              <a:path w="1714500" h="2171700">
                <a:moveTo>
                  <a:pt x="533400" y="635000"/>
                </a:moveTo>
                <a:lnTo>
                  <a:pt x="495300" y="647700"/>
                </a:lnTo>
                <a:lnTo>
                  <a:pt x="596900" y="774700"/>
                </a:lnTo>
                <a:lnTo>
                  <a:pt x="622300" y="749300"/>
                </a:lnTo>
                <a:lnTo>
                  <a:pt x="533400" y="635000"/>
                </a:lnTo>
                <a:close/>
              </a:path>
              <a:path w="1714500" h="2171700">
                <a:moveTo>
                  <a:pt x="685800" y="838200"/>
                </a:moveTo>
                <a:lnTo>
                  <a:pt x="660400" y="863600"/>
                </a:lnTo>
                <a:lnTo>
                  <a:pt x="749300" y="977900"/>
                </a:lnTo>
                <a:lnTo>
                  <a:pt x="787400" y="965200"/>
                </a:lnTo>
                <a:lnTo>
                  <a:pt x="685800" y="838200"/>
                </a:lnTo>
                <a:close/>
              </a:path>
              <a:path w="1714500" h="2171700">
                <a:moveTo>
                  <a:pt x="850900" y="1054100"/>
                </a:moveTo>
                <a:lnTo>
                  <a:pt x="825500" y="1066800"/>
                </a:lnTo>
                <a:lnTo>
                  <a:pt x="914400" y="1193800"/>
                </a:lnTo>
                <a:lnTo>
                  <a:pt x="952500" y="1168400"/>
                </a:lnTo>
                <a:lnTo>
                  <a:pt x="850900" y="1054100"/>
                </a:lnTo>
                <a:close/>
              </a:path>
              <a:path w="1714500" h="2171700">
                <a:moveTo>
                  <a:pt x="1016000" y="1257300"/>
                </a:moveTo>
                <a:lnTo>
                  <a:pt x="990600" y="1282700"/>
                </a:lnTo>
                <a:lnTo>
                  <a:pt x="1079500" y="1397000"/>
                </a:lnTo>
                <a:lnTo>
                  <a:pt x="1117600" y="1384300"/>
                </a:lnTo>
                <a:lnTo>
                  <a:pt x="1016000" y="1257300"/>
                </a:lnTo>
                <a:close/>
              </a:path>
              <a:path w="1714500" h="2171700">
                <a:moveTo>
                  <a:pt x="1181100" y="1473200"/>
                </a:moveTo>
                <a:lnTo>
                  <a:pt x="1155700" y="1498600"/>
                </a:lnTo>
                <a:lnTo>
                  <a:pt x="1244600" y="1612900"/>
                </a:lnTo>
                <a:lnTo>
                  <a:pt x="1282700" y="1587500"/>
                </a:lnTo>
                <a:lnTo>
                  <a:pt x="1181100" y="1473200"/>
                </a:lnTo>
                <a:close/>
              </a:path>
              <a:path w="1714500" h="2171700">
                <a:moveTo>
                  <a:pt x="1346200" y="1676400"/>
                </a:moveTo>
                <a:lnTo>
                  <a:pt x="1320800" y="1701800"/>
                </a:lnTo>
                <a:lnTo>
                  <a:pt x="1409700" y="1828800"/>
                </a:lnTo>
                <a:lnTo>
                  <a:pt x="1435100" y="1803400"/>
                </a:lnTo>
                <a:lnTo>
                  <a:pt x="1346200" y="1676400"/>
                </a:lnTo>
                <a:close/>
              </a:path>
              <a:path w="1714500" h="2171700">
                <a:moveTo>
                  <a:pt x="1511300" y="1892300"/>
                </a:moveTo>
                <a:lnTo>
                  <a:pt x="1485900" y="1917700"/>
                </a:lnTo>
                <a:lnTo>
                  <a:pt x="1574800" y="2032000"/>
                </a:lnTo>
                <a:lnTo>
                  <a:pt x="1600200" y="2006600"/>
                </a:lnTo>
                <a:lnTo>
                  <a:pt x="1511300" y="1892300"/>
                </a:lnTo>
                <a:close/>
              </a:path>
              <a:path w="1714500" h="2171700">
                <a:moveTo>
                  <a:pt x="1676400" y="2095500"/>
                </a:moveTo>
                <a:lnTo>
                  <a:pt x="1651000" y="2120900"/>
                </a:lnTo>
                <a:lnTo>
                  <a:pt x="1689100" y="2171700"/>
                </a:lnTo>
                <a:lnTo>
                  <a:pt x="1714500" y="2146300"/>
                </a:lnTo>
                <a:lnTo>
                  <a:pt x="1676400" y="2095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683500" y="2642587"/>
            <a:ext cx="101600" cy="99695"/>
          </a:xfrm>
          <a:custGeom>
            <a:avLst/>
            <a:gdLst/>
            <a:ahLst/>
            <a:cxnLst/>
            <a:rect l="l" t="t" r="r" b="b"/>
            <a:pathLst>
              <a:path w="101600" h="99694">
                <a:moveTo>
                  <a:pt x="41991" y="0"/>
                </a:moveTo>
                <a:lnTo>
                  <a:pt x="8402" y="23994"/>
                </a:lnTo>
                <a:lnTo>
                  <a:pt x="0" y="49812"/>
                </a:lnTo>
                <a:lnTo>
                  <a:pt x="223" y="53959"/>
                </a:lnTo>
                <a:lnTo>
                  <a:pt x="30976" y="93380"/>
                </a:lnTo>
                <a:lnTo>
                  <a:pt x="61378" y="99186"/>
                </a:lnTo>
                <a:lnTo>
                  <a:pt x="73785" y="93893"/>
                </a:lnTo>
                <a:lnTo>
                  <a:pt x="84781" y="85349"/>
                </a:lnTo>
                <a:lnTo>
                  <a:pt x="93586" y="74246"/>
                </a:lnTo>
                <a:lnTo>
                  <a:pt x="99421" y="61280"/>
                </a:lnTo>
                <a:lnTo>
                  <a:pt x="101507" y="47147"/>
                </a:lnTo>
                <a:lnTo>
                  <a:pt x="98802" y="35088"/>
                </a:lnTo>
                <a:lnTo>
                  <a:pt x="71716" y="6359"/>
                </a:lnTo>
                <a:lnTo>
                  <a:pt x="41991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683500" y="2641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64500" y="31623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4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92" y="40764"/>
                </a:lnTo>
                <a:lnTo>
                  <a:pt x="29883" y="81552"/>
                </a:lnTo>
                <a:lnTo>
                  <a:pt x="59608" y="87912"/>
                </a:lnTo>
                <a:lnTo>
                  <a:pt x="72480" y="83001"/>
                </a:lnTo>
                <a:lnTo>
                  <a:pt x="83957" y="74722"/>
                </a:lnTo>
                <a:lnTo>
                  <a:pt x="93197" y="63918"/>
                </a:lnTo>
                <a:lnTo>
                  <a:pt x="99359" y="5143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6"/>
                </a:lnTo>
                <a:lnTo>
                  <a:pt x="79654" y="6095"/>
                </a:lnTo>
                <a:lnTo>
                  <a:pt x="65836" y="1523"/>
                </a:lnTo>
                <a:lnTo>
                  <a:pt x="50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064500" y="31496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101600" h="114300">
                <a:moveTo>
                  <a:pt x="88900" y="25400"/>
                </a:moveTo>
                <a:lnTo>
                  <a:pt x="76200" y="25400"/>
                </a:lnTo>
                <a:lnTo>
                  <a:pt x="88900" y="38100"/>
                </a:lnTo>
                <a:lnTo>
                  <a:pt x="88900" y="76200"/>
                </a:lnTo>
                <a:lnTo>
                  <a:pt x="76200" y="88900"/>
                </a:lnTo>
                <a:lnTo>
                  <a:pt x="50800" y="101600"/>
                </a:lnTo>
                <a:lnTo>
                  <a:pt x="38100" y="101600"/>
                </a:lnTo>
                <a:lnTo>
                  <a:pt x="50800" y="114300"/>
                </a:lnTo>
                <a:lnTo>
                  <a:pt x="76200" y="1016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8900" y="25400"/>
                </a:lnTo>
                <a:close/>
              </a:path>
              <a:path w="101600" h="114300">
                <a:moveTo>
                  <a:pt x="38100" y="12700"/>
                </a:moveTo>
                <a:lnTo>
                  <a:pt x="12700" y="12700"/>
                </a:lnTo>
                <a:lnTo>
                  <a:pt x="12700" y="2540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50800" y="101600"/>
                </a:lnTo>
                <a:lnTo>
                  <a:pt x="38100" y="88900"/>
                </a:lnTo>
                <a:lnTo>
                  <a:pt x="25400" y="889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close/>
              </a:path>
              <a:path w="101600" h="114300">
                <a:moveTo>
                  <a:pt x="50800" y="0"/>
                </a:moveTo>
                <a:lnTo>
                  <a:pt x="38100" y="12700"/>
                </a:lnTo>
                <a:lnTo>
                  <a:pt x="38100" y="25400"/>
                </a:lnTo>
                <a:lnTo>
                  <a:pt x="50800" y="12700"/>
                </a:lnTo>
                <a:lnTo>
                  <a:pt x="76200" y="12700"/>
                </a:lnTo>
                <a:lnTo>
                  <a:pt x="50800" y="0"/>
                </a:lnTo>
                <a:close/>
              </a:path>
              <a:path w="101600" h="114300">
                <a:moveTo>
                  <a:pt x="63500" y="12700"/>
                </a:moveTo>
                <a:lnTo>
                  <a:pt x="50800" y="12700"/>
                </a:lnTo>
                <a:lnTo>
                  <a:pt x="76200" y="25400"/>
                </a:lnTo>
                <a:lnTo>
                  <a:pt x="63500" y="12700"/>
                </a:lnTo>
                <a:close/>
              </a:path>
              <a:path w="101600" h="1143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407400" y="26035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1659" y="49504"/>
                </a:lnTo>
                <a:lnTo>
                  <a:pt x="27030" y="81044"/>
                </a:lnTo>
                <a:lnTo>
                  <a:pt x="54682" y="88694"/>
                </a:lnTo>
                <a:lnTo>
                  <a:pt x="66999" y="84742"/>
                </a:lnTo>
                <a:lnTo>
                  <a:pt x="76571" y="76418"/>
                </a:lnTo>
                <a:lnTo>
                  <a:pt x="83395" y="64588"/>
                </a:lnTo>
                <a:lnTo>
                  <a:pt x="87464" y="50116"/>
                </a:lnTo>
                <a:lnTo>
                  <a:pt x="88775" y="33866"/>
                </a:lnTo>
                <a:lnTo>
                  <a:pt x="85631" y="19050"/>
                </a:lnTo>
                <a:lnTo>
                  <a:pt x="78254" y="8466"/>
                </a:lnTo>
                <a:lnTo>
                  <a:pt x="66643" y="2116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394700" y="25908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114300" h="101600">
                <a:moveTo>
                  <a:pt x="76200" y="0"/>
                </a:moveTo>
                <a:lnTo>
                  <a:pt x="38100" y="0"/>
                </a:lnTo>
                <a:lnTo>
                  <a:pt x="12700" y="25400"/>
                </a:lnTo>
                <a:lnTo>
                  <a:pt x="12700" y="38100"/>
                </a:lnTo>
                <a:lnTo>
                  <a:pt x="0" y="50800"/>
                </a:lnTo>
                <a:lnTo>
                  <a:pt x="1270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1016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50800"/>
                </a:lnTo>
                <a:lnTo>
                  <a:pt x="25400" y="38100"/>
                </a:lnTo>
                <a:lnTo>
                  <a:pt x="25400" y="25400"/>
                </a:lnTo>
                <a:lnTo>
                  <a:pt x="381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14300" h="101600">
                <a:moveTo>
                  <a:pt x="101600" y="63500"/>
                </a:moveTo>
                <a:lnTo>
                  <a:pt x="76200" y="88900"/>
                </a:lnTo>
                <a:lnTo>
                  <a:pt x="101600" y="88900"/>
                </a:lnTo>
                <a:lnTo>
                  <a:pt x="114300" y="76200"/>
                </a:lnTo>
                <a:lnTo>
                  <a:pt x="101600" y="76200"/>
                </a:lnTo>
                <a:lnTo>
                  <a:pt x="101600" y="63500"/>
                </a:lnTo>
                <a:close/>
              </a:path>
              <a:path w="114300" h="101600">
                <a:moveTo>
                  <a:pt x="101600" y="12700"/>
                </a:moveTo>
                <a:lnTo>
                  <a:pt x="76200" y="12700"/>
                </a:lnTo>
                <a:lnTo>
                  <a:pt x="101600" y="38100"/>
                </a:lnTo>
                <a:lnTo>
                  <a:pt x="101600" y="76200"/>
                </a:lnTo>
                <a:lnTo>
                  <a:pt x="114300" y="76200"/>
                </a:lnTo>
                <a:lnTo>
                  <a:pt x="114300" y="254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839200" y="3721100"/>
            <a:ext cx="482600" cy="368300"/>
          </a:xfrm>
          <a:custGeom>
            <a:avLst/>
            <a:gdLst/>
            <a:ahLst/>
            <a:cxnLst/>
            <a:rect l="l" t="t" r="r" b="b"/>
            <a:pathLst>
              <a:path w="482600" h="368300">
                <a:moveTo>
                  <a:pt x="38100" y="292100"/>
                </a:moveTo>
                <a:lnTo>
                  <a:pt x="0" y="368300"/>
                </a:lnTo>
                <a:lnTo>
                  <a:pt x="76200" y="355600"/>
                </a:lnTo>
                <a:lnTo>
                  <a:pt x="38100" y="355600"/>
                </a:lnTo>
                <a:lnTo>
                  <a:pt x="38100" y="292100"/>
                </a:lnTo>
                <a:close/>
              </a:path>
              <a:path w="482600" h="368300">
                <a:moveTo>
                  <a:pt x="38100" y="342900"/>
                </a:moveTo>
                <a:lnTo>
                  <a:pt x="38100" y="355600"/>
                </a:lnTo>
                <a:lnTo>
                  <a:pt x="49494" y="346698"/>
                </a:lnTo>
                <a:lnTo>
                  <a:pt x="38100" y="342900"/>
                </a:lnTo>
                <a:close/>
              </a:path>
              <a:path w="482600" h="368300">
                <a:moveTo>
                  <a:pt x="49494" y="346698"/>
                </a:moveTo>
                <a:lnTo>
                  <a:pt x="38100" y="355600"/>
                </a:lnTo>
                <a:lnTo>
                  <a:pt x="76200" y="355600"/>
                </a:lnTo>
                <a:lnTo>
                  <a:pt x="49494" y="346698"/>
                </a:lnTo>
                <a:close/>
              </a:path>
              <a:path w="482600" h="368300">
                <a:moveTo>
                  <a:pt x="431800" y="25400"/>
                </a:moveTo>
                <a:lnTo>
                  <a:pt x="38100" y="330200"/>
                </a:lnTo>
                <a:lnTo>
                  <a:pt x="38100" y="342900"/>
                </a:lnTo>
                <a:lnTo>
                  <a:pt x="49494" y="346698"/>
                </a:lnTo>
                <a:lnTo>
                  <a:pt x="436531" y="44325"/>
                </a:lnTo>
                <a:lnTo>
                  <a:pt x="431800" y="25400"/>
                </a:lnTo>
                <a:close/>
              </a:path>
              <a:path w="482600" h="368300">
                <a:moveTo>
                  <a:pt x="482600" y="0"/>
                </a:moveTo>
                <a:lnTo>
                  <a:pt x="393700" y="12700"/>
                </a:lnTo>
                <a:lnTo>
                  <a:pt x="431800" y="25400"/>
                </a:lnTo>
                <a:lnTo>
                  <a:pt x="444500" y="38100"/>
                </a:lnTo>
                <a:lnTo>
                  <a:pt x="436531" y="44325"/>
                </a:lnTo>
                <a:lnTo>
                  <a:pt x="444500" y="76200"/>
                </a:lnTo>
                <a:lnTo>
                  <a:pt x="482600" y="0"/>
                </a:lnTo>
                <a:close/>
              </a:path>
              <a:path w="482600" h="368300">
                <a:moveTo>
                  <a:pt x="431800" y="25400"/>
                </a:moveTo>
                <a:lnTo>
                  <a:pt x="436531" y="44325"/>
                </a:lnTo>
                <a:lnTo>
                  <a:pt x="444500" y="38100"/>
                </a:lnTo>
                <a:lnTo>
                  <a:pt x="431800" y="2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81900" y="2540000"/>
            <a:ext cx="304800" cy="292100"/>
          </a:xfrm>
          <a:custGeom>
            <a:avLst/>
            <a:gdLst/>
            <a:ahLst/>
            <a:cxnLst/>
            <a:rect l="l" t="t" r="r" b="b"/>
            <a:pathLst>
              <a:path w="304800" h="292100">
                <a:moveTo>
                  <a:pt x="50800" y="50800"/>
                </a:moveTo>
                <a:lnTo>
                  <a:pt x="25400" y="63500"/>
                </a:lnTo>
                <a:lnTo>
                  <a:pt x="12700" y="88900"/>
                </a:lnTo>
                <a:lnTo>
                  <a:pt x="0" y="127000"/>
                </a:lnTo>
                <a:lnTo>
                  <a:pt x="0" y="177800"/>
                </a:lnTo>
                <a:lnTo>
                  <a:pt x="25400" y="228600"/>
                </a:lnTo>
                <a:lnTo>
                  <a:pt x="50800" y="254000"/>
                </a:lnTo>
                <a:lnTo>
                  <a:pt x="88900" y="279400"/>
                </a:lnTo>
                <a:lnTo>
                  <a:pt x="88900" y="292100"/>
                </a:lnTo>
                <a:lnTo>
                  <a:pt x="215900" y="292100"/>
                </a:lnTo>
                <a:lnTo>
                  <a:pt x="215900" y="279400"/>
                </a:lnTo>
                <a:lnTo>
                  <a:pt x="101600" y="279400"/>
                </a:lnTo>
                <a:lnTo>
                  <a:pt x="50800" y="241300"/>
                </a:lnTo>
                <a:lnTo>
                  <a:pt x="38100" y="228600"/>
                </a:lnTo>
                <a:lnTo>
                  <a:pt x="12700" y="177800"/>
                </a:lnTo>
                <a:lnTo>
                  <a:pt x="12700" y="127000"/>
                </a:lnTo>
                <a:lnTo>
                  <a:pt x="50800" y="50800"/>
                </a:lnTo>
                <a:close/>
              </a:path>
              <a:path w="304800" h="292100">
                <a:moveTo>
                  <a:pt x="254000" y="50800"/>
                </a:moveTo>
                <a:lnTo>
                  <a:pt x="292100" y="127000"/>
                </a:lnTo>
                <a:lnTo>
                  <a:pt x="292100" y="177800"/>
                </a:lnTo>
                <a:lnTo>
                  <a:pt x="266700" y="228600"/>
                </a:lnTo>
                <a:lnTo>
                  <a:pt x="254000" y="241300"/>
                </a:lnTo>
                <a:lnTo>
                  <a:pt x="203200" y="279400"/>
                </a:lnTo>
                <a:lnTo>
                  <a:pt x="215900" y="279400"/>
                </a:lnTo>
                <a:lnTo>
                  <a:pt x="254000" y="254000"/>
                </a:lnTo>
                <a:lnTo>
                  <a:pt x="279400" y="228600"/>
                </a:lnTo>
                <a:lnTo>
                  <a:pt x="304800" y="177800"/>
                </a:lnTo>
                <a:lnTo>
                  <a:pt x="304800" y="127000"/>
                </a:lnTo>
                <a:lnTo>
                  <a:pt x="292100" y="88900"/>
                </a:lnTo>
                <a:lnTo>
                  <a:pt x="279400" y="63500"/>
                </a:lnTo>
                <a:lnTo>
                  <a:pt x="254000" y="50800"/>
                </a:lnTo>
                <a:close/>
              </a:path>
              <a:path w="304800" h="292100">
                <a:moveTo>
                  <a:pt x="152400" y="12700"/>
                </a:moveTo>
                <a:lnTo>
                  <a:pt x="88900" y="12700"/>
                </a:lnTo>
                <a:lnTo>
                  <a:pt x="50800" y="50800"/>
                </a:lnTo>
                <a:lnTo>
                  <a:pt x="50800" y="63500"/>
                </a:lnTo>
                <a:lnTo>
                  <a:pt x="101600" y="25400"/>
                </a:lnTo>
                <a:lnTo>
                  <a:pt x="127000" y="25400"/>
                </a:lnTo>
                <a:lnTo>
                  <a:pt x="152400" y="12700"/>
                </a:lnTo>
                <a:close/>
              </a:path>
              <a:path w="304800" h="292100">
                <a:moveTo>
                  <a:pt x="215900" y="12700"/>
                </a:moveTo>
                <a:lnTo>
                  <a:pt x="152400" y="12700"/>
                </a:lnTo>
                <a:lnTo>
                  <a:pt x="177800" y="25400"/>
                </a:lnTo>
                <a:lnTo>
                  <a:pt x="203200" y="25400"/>
                </a:lnTo>
                <a:lnTo>
                  <a:pt x="254000" y="63500"/>
                </a:lnTo>
                <a:lnTo>
                  <a:pt x="254000" y="50800"/>
                </a:lnTo>
                <a:lnTo>
                  <a:pt x="215900" y="12700"/>
                </a:lnTo>
                <a:close/>
              </a:path>
              <a:path w="304800" h="292100">
                <a:moveTo>
                  <a:pt x="152400" y="0"/>
                </a:moveTo>
                <a:lnTo>
                  <a:pt x="127000" y="12700"/>
                </a:lnTo>
                <a:lnTo>
                  <a:pt x="1778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05800" y="2501900"/>
            <a:ext cx="292100" cy="292100"/>
          </a:xfrm>
          <a:custGeom>
            <a:avLst/>
            <a:gdLst/>
            <a:ahLst/>
            <a:cxnLst/>
            <a:rect l="l" t="t" r="r" b="b"/>
            <a:pathLst>
              <a:path w="292100" h="292100">
                <a:moveTo>
                  <a:pt x="177800" y="279400"/>
                </a:moveTo>
                <a:lnTo>
                  <a:pt x="114300" y="279400"/>
                </a:lnTo>
                <a:lnTo>
                  <a:pt x="152400" y="292100"/>
                </a:lnTo>
                <a:lnTo>
                  <a:pt x="177800" y="279400"/>
                </a:lnTo>
                <a:close/>
              </a:path>
              <a:path w="292100" h="292100">
                <a:moveTo>
                  <a:pt x="88900" y="12700"/>
                </a:moveTo>
                <a:lnTo>
                  <a:pt x="38100" y="38100"/>
                </a:lnTo>
                <a:lnTo>
                  <a:pt x="0" y="114300"/>
                </a:lnTo>
                <a:lnTo>
                  <a:pt x="0" y="177800"/>
                </a:lnTo>
                <a:lnTo>
                  <a:pt x="25400" y="228600"/>
                </a:lnTo>
                <a:lnTo>
                  <a:pt x="38100" y="241300"/>
                </a:lnTo>
                <a:lnTo>
                  <a:pt x="88900" y="279400"/>
                </a:lnTo>
                <a:lnTo>
                  <a:pt x="152400" y="279400"/>
                </a:lnTo>
                <a:lnTo>
                  <a:pt x="114300" y="266700"/>
                </a:lnTo>
                <a:lnTo>
                  <a:pt x="88900" y="266700"/>
                </a:lnTo>
                <a:lnTo>
                  <a:pt x="50800" y="2413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38100" y="63500"/>
                </a:lnTo>
                <a:lnTo>
                  <a:pt x="88900" y="12700"/>
                </a:lnTo>
                <a:close/>
              </a:path>
              <a:path w="292100" h="292100">
                <a:moveTo>
                  <a:pt x="266700" y="63500"/>
                </a:moveTo>
                <a:lnTo>
                  <a:pt x="279400" y="88900"/>
                </a:lnTo>
                <a:lnTo>
                  <a:pt x="279400" y="190500"/>
                </a:lnTo>
                <a:lnTo>
                  <a:pt x="266700" y="215900"/>
                </a:lnTo>
                <a:lnTo>
                  <a:pt x="241300" y="241300"/>
                </a:lnTo>
                <a:lnTo>
                  <a:pt x="203200" y="266700"/>
                </a:lnTo>
                <a:lnTo>
                  <a:pt x="177800" y="266700"/>
                </a:lnTo>
                <a:lnTo>
                  <a:pt x="152400" y="279400"/>
                </a:lnTo>
                <a:lnTo>
                  <a:pt x="203200" y="279400"/>
                </a:lnTo>
                <a:lnTo>
                  <a:pt x="254000" y="241300"/>
                </a:lnTo>
                <a:lnTo>
                  <a:pt x="292100" y="203200"/>
                </a:lnTo>
                <a:lnTo>
                  <a:pt x="292100" y="88900"/>
                </a:lnTo>
                <a:lnTo>
                  <a:pt x="266700" y="63500"/>
                </a:lnTo>
                <a:close/>
              </a:path>
              <a:path w="292100" h="292100">
                <a:moveTo>
                  <a:pt x="203200" y="12700"/>
                </a:moveTo>
                <a:lnTo>
                  <a:pt x="241300" y="50800"/>
                </a:lnTo>
                <a:lnTo>
                  <a:pt x="266700" y="63500"/>
                </a:lnTo>
                <a:lnTo>
                  <a:pt x="254000" y="38100"/>
                </a:lnTo>
                <a:lnTo>
                  <a:pt x="203200" y="12700"/>
                </a:lnTo>
                <a:close/>
              </a:path>
              <a:path w="292100" h="2921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921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962900" y="3060700"/>
            <a:ext cx="304800" cy="292100"/>
          </a:xfrm>
          <a:custGeom>
            <a:avLst/>
            <a:gdLst/>
            <a:ahLst/>
            <a:cxnLst/>
            <a:rect l="l" t="t" r="r" b="b"/>
            <a:pathLst>
              <a:path w="304800" h="292100">
                <a:moveTo>
                  <a:pt x="190500" y="0"/>
                </a:moveTo>
                <a:lnTo>
                  <a:pt x="127000" y="0"/>
                </a:lnTo>
                <a:lnTo>
                  <a:pt x="50800" y="38100"/>
                </a:lnTo>
                <a:lnTo>
                  <a:pt x="25400" y="63500"/>
                </a:ln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77800"/>
                </a:lnTo>
                <a:lnTo>
                  <a:pt x="12700" y="203200"/>
                </a:lnTo>
                <a:lnTo>
                  <a:pt x="25400" y="228600"/>
                </a:lnTo>
                <a:lnTo>
                  <a:pt x="50800" y="254000"/>
                </a:lnTo>
                <a:lnTo>
                  <a:pt x="127000" y="292100"/>
                </a:lnTo>
                <a:lnTo>
                  <a:pt x="190500" y="292100"/>
                </a:lnTo>
                <a:lnTo>
                  <a:pt x="215900" y="279400"/>
                </a:lnTo>
                <a:lnTo>
                  <a:pt x="127000" y="279400"/>
                </a:lnTo>
                <a:lnTo>
                  <a:pt x="76200" y="254000"/>
                </a:lnTo>
                <a:lnTo>
                  <a:pt x="38100" y="215900"/>
                </a:lnTo>
                <a:lnTo>
                  <a:pt x="31750" y="203200"/>
                </a:lnTo>
                <a:lnTo>
                  <a:pt x="25400" y="203200"/>
                </a:lnTo>
                <a:lnTo>
                  <a:pt x="25400" y="1778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38100" y="63500"/>
                </a:lnTo>
                <a:lnTo>
                  <a:pt x="50800" y="63500"/>
                </a:lnTo>
                <a:lnTo>
                  <a:pt x="63500" y="508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15900" y="12700"/>
                </a:lnTo>
                <a:lnTo>
                  <a:pt x="190500" y="0"/>
                </a:lnTo>
                <a:close/>
              </a:path>
              <a:path w="304800" h="292100">
                <a:moveTo>
                  <a:pt x="279400" y="190500"/>
                </a:moveTo>
                <a:lnTo>
                  <a:pt x="254000" y="241300"/>
                </a:lnTo>
                <a:lnTo>
                  <a:pt x="203200" y="266700"/>
                </a:lnTo>
                <a:lnTo>
                  <a:pt x="215900" y="266700"/>
                </a:lnTo>
                <a:lnTo>
                  <a:pt x="177800" y="279400"/>
                </a:lnTo>
                <a:lnTo>
                  <a:pt x="215900" y="279400"/>
                </a:lnTo>
                <a:lnTo>
                  <a:pt x="266700" y="254000"/>
                </a:lnTo>
                <a:lnTo>
                  <a:pt x="292100" y="203200"/>
                </a:lnTo>
                <a:lnTo>
                  <a:pt x="279400" y="203200"/>
                </a:lnTo>
                <a:lnTo>
                  <a:pt x="279400" y="190500"/>
                </a:lnTo>
                <a:close/>
              </a:path>
              <a:path w="304800" h="292100">
                <a:moveTo>
                  <a:pt x="25400" y="190500"/>
                </a:moveTo>
                <a:lnTo>
                  <a:pt x="25400" y="203200"/>
                </a:lnTo>
                <a:lnTo>
                  <a:pt x="31750" y="203200"/>
                </a:lnTo>
                <a:lnTo>
                  <a:pt x="25400" y="190500"/>
                </a:lnTo>
                <a:close/>
              </a:path>
              <a:path w="304800" h="292100">
                <a:moveTo>
                  <a:pt x="279400" y="63500"/>
                </a:moveTo>
                <a:lnTo>
                  <a:pt x="266700" y="63500"/>
                </a:lnTo>
                <a:lnTo>
                  <a:pt x="292100" y="114300"/>
                </a:lnTo>
                <a:lnTo>
                  <a:pt x="292100" y="177800"/>
                </a:lnTo>
                <a:lnTo>
                  <a:pt x="279400" y="203200"/>
                </a:lnTo>
                <a:lnTo>
                  <a:pt x="292100" y="203200"/>
                </a:lnTo>
                <a:lnTo>
                  <a:pt x="304800" y="177800"/>
                </a:lnTo>
                <a:lnTo>
                  <a:pt x="304800" y="114300"/>
                </a:lnTo>
                <a:lnTo>
                  <a:pt x="279400" y="63500"/>
                </a:lnTo>
                <a:close/>
              </a:path>
              <a:path w="304800" h="292100">
                <a:moveTo>
                  <a:pt x="50800" y="63500"/>
                </a:moveTo>
                <a:lnTo>
                  <a:pt x="38100" y="63500"/>
                </a:lnTo>
                <a:lnTo>
                  <a:pt x="38100" y="76200"/>
                </a:lnTo>
                <a:lnTo>
                  <a:pt x="50800" y="63500"/>
                </a:lnTo>
                <a:close/>
              </a:path>
              <a:path w="304800" h="292100">
                <a:moveTo>
                  <a:pt x="215900" y="12700"/>
                </a:moveTo>
                <a:lnTo>
                  <a:pt x="177800" y="12700"/>
                </a:lnTo>
                <a:lnTo>
                  <a:pt x="215900" y="25400"/>
                </a:lnTo>
                <a:lnTo>
                  <a:pt x="203200" y="25400"/>
                </a:lnTo>
                <a:lnTo>
                  <a:pt x="254000" y="50800"/>
                </a:lnTo>
                <a:lnTo>
                  <a:pt x="266700" y="76200"/>
                </a:lnTo>
                <a:lnTo>
                  <a:pt x="266700" y="63500"/>
                </a:lnTo>
                <a:lnTo>
                  <a:pt x="279400" y="63500"/>
                </a:lnTo>
                <a:lnTo>
                  <a:pt x="266700" y="38100"/>
                </a:lnTo>
                <a:lnTo>
                  <a:pt x="215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4"/>
          <p:cNvSpPr txBox="1">
            <a:spLocks/>
          </p:cNvSpPr>
          <p:nvPr/>
        </p:nvSpPr>
        <p:spPr>
          <a:xfrm>
            <a:off x="927100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2300" algn="ctr">
              <a:lnSpc>
                <a:spcPct val="100000"/>
              </a:lnSpc>
            </a:pP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5" dirty="0" err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ск</a:t>
            </a:r>
            <a:r>
              <a:rPr lang="uk-UA" b="1" spc="5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г</a:t>
            </a:r>
            <a:r>
              <a:rPr lang="uk-UA" b="1" spc="5" dirty="0" err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-35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ер</a:t>
            </a:r>
            <a:r>
              <a:rPr lang="uk-UA" b="1" spc="-35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л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ск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т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и</a:t>
            </a:r>
            <a:endParaRPr lang="uk-UA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0" name="object 7"/>
          <p:cNvSpPr/>
          <p:nvPr/>
        </p:nvSpPr>
        <p:spPr>
          <a:xfrm>
            <a:off x="2918261" y="1993900"/>
            <a:ext cx="1587500" cy="1032959"/>
          </a:xfrm>
          <a:custGeom>
            <a:avLst/>
            <a:gdLst/>
            <a:ahLst/>
            <a:cxnLst/>
            <a:rect l="l" t="t" r="r" b="b"/>
            <a:pathLst>
              <a:path w="381000" h="838200">
                <a:moveTo>
                  <a:pt x="337638" y="62882"/>
                </a:moveTo>
                <a:lnTo>
                  <a:pt x="0" y="838200"/>
                </a:lnTo>
                <a:lnTo>
                  <a:pt x="351943" y="71466"/>
                </a:lnTo>
                <a:lnTo>
                  <a:pt x="337638" y="62882"/>
                </a:lnTo>
                <a:close/>
              </a:path>
              <a:path w="381000" h="838200">
                <a:moveTo>
                  <a:pt x="381000" y="50800"/>
                </a:moveTo>
                <a:lnTo>
                  <a:pt x="342900" y="50800"/>
                </a:lnTo>
                <a:lnTo>
                  <a:pt x="355600" y="63500"/>
                </a:lnTo>
                <a:lnTo>
                  <a:pt x="351943" y="71466"/>
                </a:lnTo>
                <a:lnTo>
                  <a:pt x="381000" y="88900"/>
                </a:lnTo>
                <a:lnTo>
                  <a:pt x="381000" y="50800"/>
                </a:lnTo>
                <a:close/>
              </a:path>
              <a:path w="381000" h="838200">
                <a:moveTo>
                  <a:pt x="342900" y="50800"/>
                </a:moveTo>
                <a:lnTo>
                  <a:pt x="337638" y="62882"/>
                </a:lnTo>
                <a:lnTo>
                  <a:pt x="351943" y="71466"/>
                </a:lnTo>
                <a:lnTo>
                  <a:pt x="355600" y="63500"/>
                </a:lnTo>
                <a:lnTo>
                  <a:pt x="342900" y="50800"/>
                </a:lnTo>
                <a:close/>
              </a:path>
              <a:path w="381000" h="838200">
                <a:moveTo>
                  <a:pt x="381000" y="0"/>
                </a:moveTo>
                <a:lnTo>
                  <a:pt x="317500" y="50800"/>
                </a:lnTo>
                <a:lnTo>
                  <a:pt x="337638" y="62882"/>
                </a:lnTo>
                <a:lnTo>
                  <a:pt x="342900" y="50800"/>
                </a:lnTo>
                <a:lnTo>
                  <a:pt x="381000" y="50800"/>
                </a:lnTo>
                <a:lnTo>
                  <a:pt x="381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61" name="Рисунок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019" y="1250338"/>
            <a:ext cx="2501019" cy="7119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6700" y="1460500"/>
            <a:ext cx="148082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Р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5200" y="2070100"/>
            <a:ext cx="499300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72565" algn="l"/>
              </a:tabLst>
            </a:pPr>
            <a:r>
              <a:rPr sz="2000" i="1" dirty="0">
                <a:latin typeface="Times New Roman"/>
                <a:cs typeface="Times New Roman"/>
              </a:rPr>
              <a:t>b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spc="10" dirty="0">
                <a:latin typeface="Times New Roman"/>
                <a:cs typeface="Times New Roman"/>
              </a:rPr>
              <a:t>y</a:t>
            </a:r>
            <a:r>
              <a:rPr sz="1950" i="1" baseline="-17094" dirty="0">
                <a:latin typeface="Times New Roman"/>
                <a:cs typeface="Times New Roman"/>
              </a:rPr>
              <a:t>i </a:t>
            </a:r>
            <a:r>
              <a:rPr sz="1950" i="1" spc="-172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b="1" spc="-45" dirty="0">
                <a:latin typeface="Times New Roman"/>
                <a:cs typeface="Times New Roman"/>
              </a:rPr>
              <a:t>w</a:t>
            </a:r>
            <a:r>
              <a:rPr sz="2000" spc="30" dirty="0">
                <a:latin typeface="Times New Roman"/>
                <a:cs typeface="Times New Roman"/>
              </a:rPr>
              <a:t>·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1950" i="1" baseline="-17094" dirty="0">
                <a:latin typeface="Times New Roman"/>
                <a:cs typeface="Times New Roman"/>
              </a:rPr>
              <a:t>i	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6700" y="2743200"/>
            <a:ext cx="3300729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325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Р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45" dirty="0" err="1">
                <a:latin typeface="Arial"/>
                <a:cs typeface="Arial"/>
              </a:rPr>
              <a:t>ф</a:t>
            </a:r>
            <a:r>
              <a:rPr sz="2000" dirty="0" err="1">
                <a:latin typeface="Arial"/>
                <a:cs typeface="Arial"/>
              </a:rPr>
              <a:t>у</a:t>
            </a:r>
            <a:r>
              <a:rPr sz="2000" spc="-105" dirty="0" err="1">
                <a:latin typeface="Arial"/>
                <a:cs typeface="Arial"/>
              </a:rPr>
              <a:t>н</a:t>
            </a:r>
            <a:r>
              <a:rPr sz="2000" spc="20" dirty="0" err="1">
                <a:latin typeface="Arial"/>
                <a:cs typeface="Arial"/>
              </a:rPr>
              <a:t>к</a:t>
            </a:r>
            <a:r>
              <a:rPr sz="2000" spc="-45" dirty="0" err="1">
                <a:latin typeface="Arial"/>
                <a:cs typeface="Arial"/>
              </a:rPr>
              <a:t>ц</a:t>
            </a:r>
            <a:r>
              <a:rPr sz="2000" spc="-120" dirty="0" err="1">
                <a:latin typeface="Arial"/>
                <a:cs typeface="Arial"/>
              </a:rPr>
              <a:t>и</a:t>
            </a:r>
            <a:r>
              <a:rPr sz="2000" spc="10" dirty="0" err="1">
                <a:latin typeface="Arial"/>
                <a:cs typeface="Arial"/>
              </a:rPr>
              <a:t>я</a:t>
            </a:r>
            <a:r>
              <a:rPr sz="2000" dirty="0" smtClean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8500" y="4089400"/>
            <a:ext cx="9677400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Р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2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4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14" dirty="0">
                <a:latin typeface="Arial"/>
                <a:cs typeface="Arial"/>
              </a:rPr>
              <a:t>nn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 </a:t>
            </a:r>
            <a:r>
              <a:rPr sz="2000" spc="-15" dirty="0">
                <a:latin typeface="Arial"/>
                <a:cs typeface="Arial"/>
              </a:rPr>
              <a:t>p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od</a:t>
            </a:r>
            <a:r>
              <a:rPr sz="2000" spc="-114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x</a:t>
            </a:r>
            <a:r>
              <a:rPr sz="2000" b="1" i="1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 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x</a:t>
            </a:r>
            <a:r>
              <a:rPr sz="1950" i="1" baseline="-17094" dirty="0">
                <a:latin typeface="Arial"/>
                <a:cs typeface="Arial"/>
              </a:rPr>
              <a:t>i</a:t>
            </a:r>
            <a:endParaRPr sz="1950" baseline="-17094" dirty="0">
              <a:latin typeface="Arial"/>
              <a:cs typeface="Arial"/>
            </a:endParaRPr>
          </a:p>
          <a:p>
            <a:pPr marL="355600" marR="146050" indent="-342900" algn="just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Р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50" dirty="0">
                <a:latin typeface="Arial"/>
                <a:cs typeface="Arial"/>
              </a:rPr>
              <a:t>ц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spc="8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8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 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x</a:t>
            </a:r>
            <a:r>
              <a:rPr sz="1950" i="1" baseline="-17094" dirty="0">
                <a:latin typeface="Arial"/>
                <a:cs typeface="Arial"/>
              </a:rPr>
              <a:t>i </a:t>
            </a:r>
            <a:r>
              <a:rPr sz="1950" i="1" spc="-172" baseline="-17094" dirty="0">
                <a:latin typeface="Arial"/>
                <a:cs typeface="Arial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·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x</a:t>
            </a:r>
            <a:r>
              <a:rPr sz="1950" i="1" baseline="-17094" dirty="0">
                <a:latin typeface="Arial"/>
                <a:cs typeface="Arial"/>
              </a:rPr>
              <a:t>j </a:t>
            </a:r>
            <a:r>
              <a:rPr sz="1950" i="1" spc="-172" baseline="-17094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17900" y="1187450"/>
            <a:ext cx="2068195" cy="684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b="1" dirty="0">
                <a:latin typeface="Times New Roman"/>
                <a:cs typeface="Times New Roman"/>
              </a:rPr>
              <a:t>w</a:t>
            </a:r>
            <a:r>
              <a:rPr sz="2950" b="1" spc="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</a:t>
            </a:r>
            <a:r>
              <a:rPr sz="2950" spc="-70" dirty="0">
                <a:latin typeface="Times New Roman"/>
                <a:cs typeface="Times New Roman"/>
              </a:rPr>
              <a:t> </a:t>
            </a:r>
            <a:r>
              <a:rPr sz="6675" spc="-120" baseline="-8739" dirty="0">
                <a:latin typeface="Symbol"/>
                <a:cs typeface="Symbol"/>
              </a:rPr>
              <a:t></a:t>
            </a:r>
            <a:r>
              <a:rPr sz="2550" i="1" spc="7" baseline="-42483" dirty="0" err="1">
                <a:latin typeface="Times New Roman"/>
                <a:cs typeface="Times New Roman"/>
              </a:rPr>
              <a:t>i</a:t>
            </a:r>
            <a:r>
              <a:rPr sz="2550" i="1" spc="-315" baseline="-42483" dirty="0">
                <a:latin typeface="Times New Roman"/>
                <a:cs typeface="Times New Roman"/>
              </a:rPr>
              <a:t> </a:t>
            </a:r>
            <a:r>
              <a:rPr sz="2550" i="1" spc="-15" baseline="-26143" dirty="0" smtClean="0">
                <a:latin typeface="Times New Roman"/>
                <a:cs typeface="Times New Roman"/>
              </a:rPr>
              <a:t> </a:t>
            </a:r>
            <a:r>
              <a:rPr sz="2950" i="1" spc="-20" dirty="0">
                <a:latin typeface="Times New Roman"/>
                <a:cs typeface="Times New Roman"/>
              </a:rPr>
              <a:t>y</a:t>
            </a:r>
            <a:r>
              <a:rPr sz="2550" i="1" spc="7" baseline="-26143" dirty="0">
                <a:latin typeface="Times New Roman"/>
                <a:cs typeface="Times New Roman"/>
              </a:rPr>
              <a:t>i</a:t>
            </a:r>
            <a:r>
              <a:rPr sz="2550" i="1" spc="-315" baseline="-26143" dirty="0">
                <a:latin typeface="Times New Roman"/>
                <a:cs typeface="Times New Roman"/>
              </a:rPr>
              <a:t> </a:t>
            </a:r>
            <a:r>
              <a:rPr sz="2950" b="1" spc="110" dirty="0">
                <a:latin typeface="Times New Roman"/>
                <a:cs typeface="Times New Roman"/>
              </a:rPr>
              <a:t>x</a:t>
            </a:r>
            <a:r>
              <a:rPr sz="2550" i="1" spc="7" baseline="-26143" dirty="0">
                <a:latin typeface="Times New Roman"/>
                <a:cs typeface="Times New Roman"/>
              </a:rPr>
              <a:t>i</a:t>
            </a:r>
            <a:endParaRPr sz="2550" baseline="-26143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4600" y="6819900"/>
            <a:ext cx="566674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htt</a:t>
            </a:r>
            <a:r>
              <a:rPr sz="1800" u="heavy" spc="-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://ww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w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achinelearning.ru/wiki/inde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x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.php?title</a:t>
            </a:r>
            <a:r>
              <a:rPr sz="1800" u="heavy" spc="4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=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S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V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4"/>
          <p:cNvSpPr txBox="1">
            <a:spLocks/>
          </p:cNvSpPr>
          <p:nvPr/>
        </p:nvSpPr>
        <p:spPr>
          <a:xfrm>
            <a:off x="927100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2300" algn="ctr">
              <a:lnSpc>
                <a:spcPct val="100000"/>
              </a:lnSpc>
            </a:pP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5" dirty="0" err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ск</a:t>
            </a:r>
            <a:r>
              <a:rPr lang="uk-UA" b="1" spc="5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г</a:t>
            </a:r>
            <a:r>
              <a:rPr lang="uk-UA" b="1" spc="5" dirty="0" err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-35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ер</a:t>
            </a:r>
            <a:r>
              <a:rPr lang="uk-UA" b="1" spc="-35" dirty="0" err="1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л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ск</a:t>
            </a:r>
            <a:r>
              <a:rPr lang="uk-UA" b="1" spc="-80" dirty="0" err="1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с</a:t>
            </a:r>
            <a:r>
              <a:rPr lang="uk-UA" b="1" spc="30" dirty="0" err="1" smtClean="0">
                <a:solidFill>
                  <a:schemeClr val="bg1"/>
                </a:solidFill>
                <a:latin typeface="+mn-lt"/>
              </a:rPr>
              <a:t>т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и</a:t>
            </a:r>
            <a:endParaRPr lang="uk-UA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07" y="3245736"/>
            <a:ext cx="4366380" cy="5968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16263" y="335756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льн</a:t>
            </a:r>
            <a:r>
              <a:rPr b="1" dirty="0">
                <a:solidFill>
                  <a:schemeClr val="bg1"/>
                </a:solidFill>
                <a:latin typeface="+mn-lt"/>
              </a:rPr>
              <a:t>ый</a:t>
            </a:r>
            <a:r>
              <a:rPr b="1" spc="114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й</a:t>
            </a:r>
          </a:p>
        </p:txBody>
      </p:sp>
      <p:sp>
        <p:nvSpPr>
          <p:cNvPr id="3" name="object 3"/>
          <p:cNvSpPr/>
          <p:nvPr/>
        </p:nvSpPr>
        <p:spPr>
          <a:xfrm>
            <a:off x="1219200" y="32893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730" y="0"/>
                </a:moveTo>
                <a:lnTo>
                  <a:pt x="16694" y="22826"/>
                </a:lnTo>
                <a:lnTo>
                  <a:pt x="0" y="63492"/>
                </a:lnTo>
                <a:lnTo>
                  <a:pt x="113" y="67072"/>
                </a:lnTo>
                <a:lnTo>
                  <a:pt x="18522" y="105808"/>
                </a:lnTo>
                <a:lnTo>
                  <a:pt x="54130" y="125538"/>
                </a:lnTo>
                <a:lnTo>
                  <a:pt x="66260" y="126947"/>
                </a:lnTo>
                <a:lnTo>
                  <a:pt x="81137" y="124997"/>
                </a:lnTo>
                <a:lnTo>
                  <a:pt x="114601" y="103335"/>
                </a:lnTo>
                <a:lnTo>
                  <a:pt x="126980" y="61663"/>
                </a:lnTo>
                <a:lnTo>
                  <a:pt x="125175" y="46571"/>
                </a:lnTo>
                <a:lnTo>
                  <a:pt x="103821" y="12590"/>
                </a:lnTo>
                <a:lnTo>
                  <a:pt x="6273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9200" y="3289300"/>
            <a:ext cx="139700" cy="127000"/>
          </a:xfrm>
          <a:custGeom>
            <a:avLst/>
            <a:gdLst/>
            <a:ahLst/>
            <a:cxnLst/>
            <a:rect l="l" t="t" r="r" b="b"/>
            <a:pathLst>
              <a:path w="139700" h="127000">
                <a:moveTo>
                  <a:pt x="127000" y="88900"/>
                </a:moveTo>
                <a:lnTo>
                  <a:pt x="101600" y="101600"/>
                </a:lnTo>
                <a:lnTo>
                  <a:pt x="114300" y="101600"/>
                </a:lnTo>
                <a:lnTo>
                  <a:pt x="88900" y="114300"/>
                </a:lnTo>
                <a:lnTo>
                  <a:pt x="25400" y="114300"/>
                </a:lnTo>
                <a:lnTo>
                  <a:pt x="38100" y="127000"/>
                </a:lnTo>
                <a:lnTo>
                  <a:pt x="101600" y="127000"/>
                </a:lnTo>
                <a:lnTo>
                  <a:pt x="114300" y="114300"/>
                </a:lnTo>
                <a:lnTo>
                  <a:pt x="127000" y="88900"/>
                </a:lnTo>
                <a:close/>
              </a:path>
              <a:path w="139700" h="127000">
                <a:moveTo>
                  <a:pt x="50800" y="12700"/>
                </a:moveTo>
                <a:lnTo>
                  <a:pt x="12700" y="12700"/>
                </a:lnTo>
                <a:lnTo>
                  <a:pt x="0" y="38100"/>
                </a:lnTo>
                <a:lnTo>
                  <a:pt x="0" y="88900"/>
                </a:lnTo>
                <a:lnTo>
                  <a:pt x="12700" y="114300"/>
                </a:lnTo>
                <a:lnTo>
                  <a:pt x="50800" y="114300"/>
                </a:lnTo>
                <a:lnTo>
                  <a:pt x="25400" y="101600"/>
                </a:lnTo>
                <a:lnTo>
                  <a:pt x="12700" y="88900"/>
                </a:lnTo>
                <a:lnTo>
                  <a:pt x="12700" y="38100"/>
                </a:lnTo>
                <a:lnTo>
                  <a:pt x="25400" y="25400"/>
                </a:lnTo>
                <a:lnTo>
                  <a:pt x="50800" y="12700"/>
                </a:lnTo>
                <a:close/>
              </a:path>
              <a:path w="139700" h="127000">
                <a:moveTo>
                  <a:pt x="127000" y="38100"/>
                </a:moveTo>
                <a:lnTo>
                  <a:pt x="114300" y="38100"/>
                </a:lnTo>
                <a:lnTo>
                  <a:pt x="127000" y="63500"/>
                </a:lnTo>
                <a:lnTo>
                  <a:pt x="114300" y="88900"/>
                </a:lnTo>
                <a:lnTo>
                  <a:pt x="127000" y="88900"/>
                </a:lnTo>
                <a:lnTo>
                  <a:pt x="139700" y="63500"/>
                </a:lnTo>
                <a:lnTo>
                  <a:pt x="127000" y="38100"/>
                </a:lnTo>
                <a:close/>
              </a:path>
              <a:path w="139700" h="1270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88900" y="12700"/>
                </a:lnTo>
                <a:lnTo>
                  <a:pt x="114300" y="25400"/>
                </a:lnTo>
                <a:lnTo>
                  <a:pt x="101600" y="25400"/>
                </a:lnTo>
                <a:lnTo>
                  <a:pt x="127000" y="381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0788" y="33528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66" y="0"/>
                </a:moveTo>
                <a:lnTo>
                  <a:pt x="21996" y="13325"/>
                </a:lnTo>
                <a:lnTo>
                  <a:pt x="1399" y="48125"/>
                </a:lnTo>
                <a:lnTo>
                  <a:pt x="0" y="66134"/>
                </a:lnTo>
                <a:lnTo>
                  <a:pt x="2119" y="77475"/>
                </a:lnTo>
                <a:lnTo>
                  <a:pt x="24140" y="110993"/>
                </a:lnTo>
                <a:lnTo>
                  <a:pt x="66461" y="126910"/>
                </a:lnTo>
                <a:lnTo>
                  <a:pt x="81270" y="124067"/>
                </a:lnTo>
                <a:lnTo>
                  <a:pt x="114574" y="97784"/>
                </a:lnTo>
                <a:lnTo>
                  <a:pt x="126884" y="61335"/>
                </a:lnTo>
                <a:lnTo>
                  <a:pt x="125028" y="46319"/>
                </a:lnTo>
                <a:lnTo>
                  <a:pt x="103565" y="12519"/>
                </a:lnTo>
                <a:lnTo>
                  <a:pt x="62266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90700" y="33401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63500" y="0"/>
                </a:moveTo>
                <a:lnTo>
                  <a:pt x="12700" y="25400"/>
                </a:lnTo>
                <a:lnTo>
                  <a:pt x="0" y="50800"/>
                </a:lnTo>
                <a:lnTo>
                  <a:pt x="0" y="101600"/>
                </a:lnTo>
                <a:lnTo>
                  <a:pt x="12700" y="127000"/>
                </a:lnTo>
                <a:lnTo>
                  <a:pt x="38100" y="139700"/>
                </a:lnTo>
                <a:lnTo>
                  <a:pt x="889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9050" y="101600"/>
                </a:lnTo>
                <a:lnTo>
                  <a:pt x="12700" y="101600"/>
                </a:lnTo>
                <a:lnTo>
                  <a:pt x="12700" y="50800"/>
                </a:lnTo>
                <a:lnTo>
                  <a:pt x="25400" y="38100"/>
                </a:lnTo>
                <a:lnTo>
                  <a:pt x="50800" y="254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39700" h="139700">
                <a:moveTo>
                  <a:pt x="114300" y="88900"/>
                </a:moveTo>
                <a:lnTo>
                  <a:pt x="101600" y="114300"/>
                </a:lnTo>
                <a:lnTo>
                  <a:pt x="114300" y="114300"/>
                </a:lnTo>
                <a:lnTo>
                  <a:pt x="88900" y="127000"/>
                </a:lnTo>
                <a:lnTo>
                  <a:pt x="114300" y="127000"/>
                </a:lnTo>
                <a:lnTo>
                  <a:pt x="127000" y="101600"/>
                </a:lnTo>
                <a:lnTo>
                  <a:pt x="114300" y="101600"/>
                </a:lnTo>
                <a:lnTo>
                  <a:pt x="114300" y="88900"/>
                </a:lnTo>
                <a:close/>
              </a:path>
              <a:path w="139700" h="139700">
                <a:moveTo>
                  <a:pt x="12700" y="88900"/>
                </a:moveTo>
                <a:lnTo>
                  <a:pt x="12700" y="101600"/>
                </a:lnTo>
                <a:lnTo>
                  <a:pt x="19050" y="101600"/>
                </a:lnTo>
                <a:lnTo>
                  <a:pt x="12700" y="88900"/>
                </a:lnTo>
                <a:close/>
              </a:path>
              <a:path w="139700" h="139700">
                <a:moveTo>
                  <a:pt x="88900" y="12700"/>
                </a:moveTo>
                <a:lnTo>
                  <a:pt x="63500" y="12700"/>
                </a:lnTo>
                <a:lnTo>
                  <a:pt x="114300" y="38100"/>
                </a:lnTo>
                <a:lnTo>
                  <a:pt x="101600" y="38100"/>
                </a:lnTo>
                <a:lnTo>
                  <a:pt x="114300" y="50800"/>
                </a:lnTo>
                <a:lnTo>
                  <a:pt x="127000" y="76200"/>
                </a:lnTo>
                <a:lnTo>
                  <a:pt x="114300" y="1016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0700" y="391160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1478" y="74075"/>
                </a:lnTo>
                <a:lnTo>
                  <a:pt x="37333" y="108459"/>
                </a:lnTo>
                <a:lnTo>
                  <a:pt x="72248" y="113832"/>
                </a:lnTo>
                <a:lnTo>
                  <a:pt x="87828" y="110474"/>
                </a:lnTo>
                <a:lnTo>
                  <a:pt x="120171" y="85441"/>
                </a:lnTo>
                <a:lnTo>
                  <a:pt x="126972" y="61335"/>
                </a:lnTo>
                <a:lnTo>
                  <a:pt x="125116" y="46319"/>
                </a:lnTo>
                <a:lnTo>
                  <a:pt x="10365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0700" y="38989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63500" y="0"/>
                </a:move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63500" y="139700"/>
                </a:lnTo>
                <a:lnTo>
                  <a:pt x="889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39700" h="139700">
                <a:moveTo>
                  <a:pt x="38100" y="114300"/>
                </a:moveTo>
                <a:lnTo>
                  <a:pt x="50800" y="127000"/>
                </a:lnTo>
                <a:lnTo>
                  <a:pt x="63500" y="127000"/>
                </a:lnTo>
                <a:lnTo>
                  <a:pt x="38100" y="114300"/>
                </a:lnTo>
                <a:close/>
              </a:path>
              <a:path w="139700" h="139700">
                <a:moveTo>
                  <a:pt x="88900" y="114300"/>
                </a:moveTo>
                <a:lnTo>
                  <a:pt x="63500" y="127000"/>
                </a:lnTo>
                <a:lnTo>
                  <a:pt x="88900" y="127000"/>
                </a:lnTo>
                <a:lnTo>
                  <a:pt x="88900" y="114300"/>
                </a:lnTo>
                <a:close/>
              </a:path>
              <a:path w="139700" h="139700">
                <a:moveTo>
                  <a:pt x="123825" y="69850"/>
                </a:moveTo>
                <a:lnTo>
                  <a:pt x="101600" y="1143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27000" y="76200"/>
                </a:lnTo>
                <a:lnTo>
                  <a:pt x="123825" y="69850"/>
                </a:lnTo>
                <a:close/>
              </a:path>
              <a:path w="139700" h="139700">
                <a:moveTo>
                  <a:pt x="127000" y="63500"/>
                </a:moveTo>
                <a:lnTo>
                  <a:pt x="123825" y="69850"/>
                </a:lnTo>
                <a:lnTo>
                  <a:pt x="127000" y="76200"/>
                </a:lnTo>
                <a:lnTo>
                  <a:pt x="127000" y="63500"/>
                </a:lnTo>
                <a:close/>
              </a:path>
              <a:path w="139700" h="139700">
                <a:moveTo>
                  <a:pt x="139700" y="63500"/>
                </a:moveTo>
                <a:lnTo>
                  <a:pt x="127000" y="63500"/>
                </a:lnTo>
                <a:lnTo>
                  <a:pt x="127000" y="76200"/>
                </a:lnTo>
                <a:lnTo>
                  <a:pt x="139700" y="76200"/>
                </a:lnTo>
                <a:lnTo>
                  <a:pt x="139700" y="63500"/>
                </a:lnTo>
                <a:close/>
              </a:path>
              <a:path w="139700" h="139700">
                <a:moveTo>
                  <a:pt x="105833" y="33866"/>
                </a:moveTo>
                <a:lnTo>
                  <a:pt x="123825" y="69850"/>
                </a:lnTo>
                <a:lnTo>
                  <a:pt x="127000" y="63500"/>
                </a:lnTo>
                <a:lnTo>
                  <a:pt x="139700" y="635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14300" y="38100"/>
                </a:lnTo>
                <a:lnTo>
                  <a:pt x="105833" y="33866"/>
                </a:lnTo>
                <a:close/>
              </a:path>
              <a:path w="139700" h="139700">
                <a:moveTo>
                  <a:pt x="50800" y="25400"/>
                </a:moveTo>
                <a:lnTo>
                  <a:pt x="25400" y="25400"/>
                </a:lnTo>
                <a:lnTo>
                  <a:pt x="25400" y="38100"/>
                </a:lnTo>
                <a:lnTo>
                  <a:pt x="50800" y="25400"/>
                </a:lnTo>
                <a:close/>
              </a:path>
              <a:path w="139700" h="139700">
                <a:moveTo>
                  <a:pt x="101600" y="25400"/>
                </a:moveTo>
                <a:lnTo>
                  <a:pt x="105833" y="33866"/>
                </a:lnTo>
                <a:lnTo>
                  <a:pt x="114300" y="38100"/>
                </a:lnTo>
                <a:lnTo>
                  <a:pt x="101600" y="254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01600" y="25400"/>
                </a:lnTo>
                <a:lnTo>
                  <a:pt x="114300" y="38100"/>
                </a:lnTo>
                <a:lnTo>
                  <a:pt x="1270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88900" y="12700"/>
                </a:moveTo>
                <a:lnTo>
                  <a:pt x="63500" y="12700"/>
                </a:lnTo>
                <a:lnTo>
                  <a:pt x="105833" y="33866"/>
                </a:lnTo>
                <a:lnTo>
                  <a:pt x="101600" y="254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55700" y="35306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730" y="0"/>
                </a:moveTo>
                <a:lnTo>
                  <a:pt x="27380" y="17387"/>
                </a:lnTo>
                <a:lnTo>
                  <a:pt x="2142" y="52093"/>
                </a:lnTo>
                <a:lnTo>
                  <a:pt x="0" y="63488"/>
                </a:lnTo>
                <a:lnTo>
                  <a:pt x="86" y="66618"/>
                </a:lnTo>
                <a:lnTo>
                  <a:pt x="18309" y="105639"/>
                </a:lnTo>
                <a:lnTo>
                  <a:pt x="53751" y="125533"/>
                </a:lnTo>
                <a:lnTo>
                  <a:pt x="65748" y="126958"/>
                </a:lnTo>
                <a:lnTo>
                  <a:pt x="80743" y="125088"/>
                </a:lnTo>
                <a:lnTo>
                  <a:pt x="114490" y="103597"/>
                </a:lnTo>
                <a:lnTo>
                  <a:pt x="126980" y="62250"/>
                </a:lnTo>
                <a:lnTo>
                  <a:pt x="125175" y="50810"/>
                </a:lnTo>
                <a:lnTo>
                  <a:pt x="103820" y="16504"/>
                </a:lnTo>
                <a:lnTo>
                  <a:pt x="6273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55700" y="35306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25400" y="101600"/>
                </a:moveTo>
                <a:lnTo>
                  <a:pt x="25400" y="114300"/>
                </a:lnTo>
                <a:lnTo>
                  <a:pt x="38100" y="127000"/>
                </a:lnTo>
                <a:lnTo>
                  <a:pt x="63500" y="139700"/>
                </a:lnTo>
                <a:lnTo>
                  <a:pt x="76200" y="139700"/>
                </a:lnTo>
                <a:lnTo>
                  <a:pt x="101600" y="127000"/>
                </a:lnTo>
                <a:lnTo>
                  <a:pt x="63500" y="127000"/>
                </a:lnTo>
                <a:lnTo>
                  <a:pt x="69850" y="123825"/>
                </a:lnTo>
                <a:lnTo>
                  <a:pt x="25400" y="101600"/>
                </a:lnTo>
                <a:close/>
              </a:path>
              <a:path w="139700" h="139700">
                <a:moveTo>
                  <a:pt x="69850" y="123825"/>
                </a:moveTo>
                <a:lnTo>
                  <a:pt x="63500" y="127000"/>
                </a:lnTo>
                <a:lnTo>
                  <a:pt x="76200" y="127000"/>
                </a:lnTo>
                <a:lnTo>
                  <a:pt x="69850" y="123825"/>
                </a:lnTo>
                <a:close/>
              </a:path>
              <a:path w="139700" h="139700">
                <a:moveTo>
                  <a:pt x="114300" y="101600"/>
                </a:moveTo>
                <a:lnTo>
                  <a:pt x="69850" y="123825"/>
                </a:lnTo>
                <a:lnTo>
                  <a:pt x="76200" y="127000"/>
                </a:lnTo>
                <a:lnTo>
                  <a:pt x="101600" y="127000"/>
                </a:lnTo>
                <a:lnTo>
                  <a:pt x="114300" y="114300"/>
                </a:lnTo>
                <a:lnTo>
                  <a:pt x="114300" y="101600"/>
                </a:lnTo>
                <a:close/>
              </a:path>
              <a:path w="139700" h="139700">
                <a:moveTo>
                  <a:pt x="25400" y="25400"/>
                </a:moveTo>
                <a:lnTo>
                  <a:pt x="0" y="38100"/>
                </a:lnTo>
                <a:lnTo>
                  <a:pt x="0" y="1016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50800" y="127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143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24200" y="255270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1478" y="74075"/>
                </a:lnTo>
                <a:lnTo>
                  <a:pt x="37333" y="108459"/>
                </a:lnTo>
                <a:lnTo>
                  <a:pt x="72248" y="113832"/>
                </a:lnTo>
                <a:lnTo>
                  <a:pt x="87828" y="110474"/>
                </a:lnTo>
                <a:lnTo>
                  <a:pt x="120171" y="85441"/>
                </a:lnTo>
                <a:lnTo>
                  <a:pt x="126972" y="61335"/>
                </a:lnTo>
                <a:lnTo>
                  <a:pt x="125116" y="46319"/>
                </a:lnTo>
                <a:lnTo>
                  <a:pt x="10365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11500" y="25400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76200" y="0"/>
                </a:moveTo>
                <a:lnTo>
                  <a:pt x="25400" y="25400"/>
                </a:lnTo>
                <a:lnTo>
                  <a:pt x="12700" y="38100"/>
                </a:lnTo>
                <a:lnTo>
                  <a:pt x="12700" y="50800"/>
                </a:lnTo>
                <a:lnTo>
                  <a:pt x="0" y="63500"/>
                </a:lnTo>
                <a:lnTo>
                  <a:pt x="0" y="76200"/>
                </a:lnTo>
                <a:lnTo>
                  <a:pt x="12700" y="101600"/>
                </a:lnTo>
                <a:lnTo>
                  <a:pt x="25400" y="114300"/>
                </a:lnTo>
                <a:lnTo>
                  <a:pt x="25400" y="127000"/>
                </a:lnTo>
                <a:lnTo>
                  <a:pt x="50800" y="139700"/>
                </a:lnTo>
                <a:lnTo>
                  <a:pt x="101600" y="139700"/>
                </a:lnTo>
                <a:lnTo>
                  <a:pt x="127000" y="127000"/>
                </a:lnTo>
                <a:lnTo>
                  <a:pt x="50800" y="127000"/>
                </a:lnTo>
                <a:lnTo>
                  <a:pt x="38100" y="114300"/>
                </a:lnTo>
                <a:lnTo>
                  <a:pt x="19050" y="76200"/>
                </a:lnTo>
                <a:lnTo>
                  <a:pt x="12700" y="76200"/>
                </a:lnTo>
                <a:lnTo>
                  <a:pt x="12700" y="63500"/>
                </a:lnTo>
                <a:lnTo>
                  <a:pt x="19050" y="63500"/>
                </a:lnTo>
                <a:lnTo>
                  <a:pt x="38100" y="25400"/>
                </a:lnTo>
                <a:lnTo>
                  <a:pt x="50800" y="25400"/>
                </a:lnTo>
                <a:lnTo>
                  <a:pt x="76200" y="127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76200" y="12700"/>
                </a:lnTo>
                <a:lnTo>
                  <a:pt x="101600" y="254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88900" y="127000"/>
                </a:lnTo>
                <a:lnTo>
                  <a:pt x="127000" y="127000"/>
                </a:lnTo>
                <a:lnTo>
                  <a:pt x="1270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27000" y="25400"/>
                </a:lnTo>
                <a:lnTo>
                  <a:pt x="101600" y="12700"/>
                </a:lnTo>
                <a:close/>
              </a:path>
              <a:path w="139700" h="139700">
                <a:moveTo>
                  <a:pt x="12700" y="63500"/>
                </a:moveTo>
                <a:lnTo>
                  <a:pt x="12700" y="76200"/>
                </a:lnTo>
                <a:lnTo>
                  <a:pt x="15875" y="69850"/>
                </a:lnTo>
                <a:lnTo>
                  <a:pt x="12700" y="63500"/>
                </a:lnTo>
                <a:close/>
              </a:path>
              <a:path w="139700" h="139700">
                <a:moveTo>
                  <a:pt x="15875" y="69850"/>
                </a:moveTo>
                <a:lnTo>
                  <a:pt x="12700" y="76200"/>
                </a:lnTo>
                <a:lnTo>
                  <a:pt x="19050" y="76200"/>
                </a:lnTo>
                <a:lnTo>
                  <a:pt x="15875" y="69850"/>
                </a:lnTo>
                <a:close/>
              </a:path>
              <a:path w="139700" h="139700">
                <a:moveTo>
                  <a:pt x="19050" y="63500"/>
                </a:moveTo>
                <a:lnTo>
                  <a:pt x="12700" y="63500"/>
                </a:lnTo>
                <a:lnTo>
                  <a:pt x="15875" y="69850"/>
                </a:lnTo>
                <a:lnTo>
                  <a:pt x="19050" y="63500"/>
                </a:lnTo>
                <a:close/>
              </a:path>
              <a:path w="139700" h="139700">
                <a:moveTo>
                  <a:pt x="50800" y="25400"/>
                </a:moveTo>
                <a:lnTo>
                  <a:pt x="38100" y="25400"/>
                </a:lnTo>
                <a:lnTo>
                  <a:pt x="38100" y="38100"/>
                </a:lnTo>
                <a:lnTo>
                  <a:pt x="50800" y="254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88900" y="25400"/>
                </a:lnTo>
                <a:lnTo>
                  <a:pt x="114300" y="38100"/>
                </a:lnTo>
                <a:lnTo>
                  <a:pt x="1143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47900" y="27940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355" y="0"/>
                </a:moveTo>
                <a:lnTo>
                  <a:pt x="22085" y="17387"/>
                </a:lnTo>
                <a:lnTo>
                  <a:pt x="1488" y="52093"/>
                </a:lnTo>
                <a:lnTo>
                  <a:pt x="0" y="63488"/>
                </a:lnTo>
                <a:lnTo>
                  <a:pt x="41" y="66125"/>
                </a:lnTo>
                <a:lnTo>
                  <a:pt x="13925" y="105455"/>
                </a:lnTo>
                <a:lnTo>
                  <a:pt x="49391" y="125516"/>
                </a:lnTo>
                <a:lnTo>
                  <a:pt x="65170" y="126952"/>
                </a:lnTo>
                <a:lnTo>
                  <a:pt x="76581" y="125049"/>
                </a:lnTo>
                <a:lnTo>
                  <a:pt x="110643" y="103491"/>
                </a:lnTo>
                <a:lnTo>
                  <a:pt x="126958" y="62025"/>
                </a:lnTo>
                <a:lnTo>
                  <a:pt x="124304" y="50600"/>
                </a:lnTo>
                <a:lnTo>
                  <a:pt x="98272" y="16418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35200" y="27940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101600"/>
                </a:moveTo>
                <a:lnTo>
                  <a:pt x="69850" y="123825"/>
                </a:lnTo>
                <a:lnTo>
                  <a:pt x="76200" y="127000"/>
                </a:lnTo>
                <a:lnTo>
                  <a:pt x="50800" y="127000"/>
                </a:lnTo>
                <a:lnTo>
                  <a:pt x="63500" y="139700"/>
                </a:lnTo>
                <a:lnTo>
                  <a:pt x="76200" y="139700"/>
                </a:lnTo>
                <a:lnTo>
                  <a:pt x="101600" y="127000"/>
                </a:lnTo>
                <a:lnTo>
                  <a:pt x="114300" y="114300"/>
                </a:lnTo>
                <a:lnTo>
                  <a:pt x="114300" y="101600"/>
                </a:lnTo>
                <a:close/>
              </a:path>
              <a:path w="139700" h="139700">
                <a:moveTo>
                  <a:pt x="25400" y="101600"/>
                </a:moveTo>
                <a:lnTo>
                  <a:pt x="25400" y="114300"/>
                </a:lnTo>
                <a:lnTo>
                  <a:pt x="38100" y="127000"/>
                </a:lnTo>
                <a:lnTo>
                  <a:pt x="63500" y="127000"/>
                </a:lnTo>
                <a:lnTo>
                  <a:pt x="69850" y="123825"/>
                </a:lnTo>
                <a:lnTo>
                  <a:pt x="25400" y="101600"/>
                </a:lnTo>
                <a:close/>
              </a:path>
              <a:path w="139700" h="139700">
                <a:moveTo>
                  <a:pt x="69850" y="123825"/>
                </a:moveTo>
                <a:lnTo>
                  <a:pt x="63500" y="127000"/>
                </a:lnTo>
                <a:lnTo>
                  <a:pt x="76200" y="127000"/>
                </a:lnTo>
                <a:lnTo>
                  <a:pt x="69850" y="123825"/>
                </a:lnTo>
                <a:close/>
              </a:path>
              <a:path w="139700" h="139700">
                <a:moveTo>
                  <a:pt x="25400" y="25400"/>
                </a:moveTo>
                <a:lnTo>
                  <a:pt x="12700" y="38100"/>
                </a:lnTo>
                <a:lnTo>
                  <a:pt x="0" y="38100"/>
                </a:lnTo>
                <a:lnTo>
                  <a:pt x="0" y="889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27000" y="25400"/>
                </a:moveTo>
                <a:lnTo>
                  <a:pt x="114300" y="25400"/>
                </a:ln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270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27000" y="25400"/>
                </a:lnTo>
                <a:close/>
              </a:path>
              <a:path w="139700" h="1397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50800" y="127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143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9700" y="3352807"/>
            <a:ext cx="114300" cy="125095"/>
          </a:xfrm>
          <a:custGeom>
            <a:avLst/>
            <a:gdLst/>
            <a:ahLst/>
            <a:cxnLst/>
            <a:rect l="l" t="t" r="r" b="b"/>
            <a:pathLst>
              <a:path w="114300" h="125095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714" y="71194"/>
                </a:lnTo>
                <a:lnTo>
                  <a:pt x="28027" y="112375"/>
                </a:lnTo>
                <a:lnTo>
                  <a:pt x="73570" y="125072"/>
                </a:lnTo>
                <a:lnTo>
                  <a:pt x="84091" y="119108"/>
                </a:lnTo>
                <a:lnTo>
                  <a:pt x="108412" y="84615"/>
                </a:lnTo>
                <a:lnTo>
                  <a:pt x="113921" y="55546"/>
                </a:lnTo>
                <a:lnTo>
                  <a:pt x="110686" y="39749"/>
                </a:lnTo>
                <a:lnTo>
                  <a:pt x="85959" y="6921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37000" y="33401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2700" y="88900"/>
                </a:moveTo>
                <a:lnTo>
                  <a:pt x="12700" y="101600"/>
                </a:lnTo>
                <a:lnTo>
                  <a:pt x="25400" y="127000"/>
                </a:lnTo>
                <a:lnTo>
                  <a:pt x="38100" y="139700"/>
                </a:lnTo>
                <a:lnTo>
                  <a:pt x="1016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2700" y="88900"/>
                </a:lnTo>
                <a:close/>
              </a:path>
              <a:path w="139700" h="139700">
                <a:moveTo>
                  <a:pt x="127000" y="88900"/>
                </a:moveTo>
                <a:lnTo>
                  <a:pt x="114300" y="114300"/>
                </a:lnTo>
                <a:lnTo>
                  <a:pt x="88900" y="127000"/>
                </a:lnTo>
                <a:lnTo>
                  <a:pt x="114300" y="127000"/>
                </a:lnTo>
                <a:lnTo>
                  <a:pt x="139700" y="101600"/>
                </a:lnTo>
                <a:lnTo>
                  <a:pt x="127000" y="101600"/>
                </a:lnTo>
                <a:lnTo>
                  <a:pt x="127000" y="88900"/>
                </a:lnTo>
                <a:close/>
              </a:path>
              <a:path w="139700" h="139700">
                <a:moveTo>
                  <a:pt x="12700" y="50800"/>
                </a:moveTo>
                <a:lnTo>
                  <a:pt x="0" y="50800"/>
                </a:lnTo>
                <a:lnTo>
                  <a:pt x="0" y="101600"/>
                </a:lnTo>
                <a:lnTo>
                  <a:pt x="12700" y="101600"/>
                </a:lnTo>
                <a:lnTo>
                  <a:pt x="12700" y="50800"/>
                </a:lnTo>
                <a:close/>
              </a:path>
              <a:path w="139700" h="139700">
                <a:moveTo>
                  <a:pt x="76200" y="0"/>
                </a:moveTo>
                <a:lnTo>
                  <a:pt x="63500" y="0"/>
                </a:lnTo>
                <a:lnTo>
                  <a:pt x="50800" y="12700"/>
                </a:lnTo>
                <a:lnTo>
                  <a:pt x="76200" y="12700"/>
                </a:lnTo>
                <a:lnTo>
                  <a:pt x="69850" y="15875"/>
                </a:lnTo>
                <a:lnTo>
                  <a:pt x="114300" y="38100"/>
                </a:lnTo>
                <a:lnTo>
                  <a:pt x="127000" y="50800"/>
                </a:lnTo>
                <a:lnTo>
                  <a:pt x="127000" y="101600"/>
                </a:lnTo>
                <a:lnTo>
                  <a:pt x="139700" y="101600"/>
                </a:lnTo>
                <a:lnTo>
                  <a:pt x="139700" y="508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63500" y="12700"/>
                </a:moveTo>
                <a:lnTo>
                  <a:pt x="38100" y="12700"/>
                </a:lnTo>
                <a:lnTo>
                  <a:pt x="25400" y="25400"/>
                </a:lnTo>
                <a:lnTo>
                  <a:pt x="12700" y="50800"/>
                </a:lnTo>
                <a:lnTo>
                  <a:pt x="25400" y="38100"/>
                </a:lnTo>
                <a:lnTo>
                  <a:pt x="69850" y="15875"/>
                </a:lnTo>
                <a:lnTo>
                  <a:pt x="63500" y="12700"/>
                </a:lnTo>
                <a:close/>
              </a:path>
              <a:path w="139700" h="139700">
                <a:moveTo>
                  <a:pt x="76200" y="12700"/>
                </a:moveTo>
                <a:lnTo>
                  <a:pt x="63500" y="12700"/>
                </a:lnTo>
                <a:lnTo>
                  <a:pt x="69850" y="15875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43264" y="22987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90" y="0"/>
                </a:moveTo>
                <a:lnTo>
                  <a:pt x="22020" y="17387"/>
                </a:lnTo>
                <a:lnTo>
                  <a:pt x="1423" y="52093"/>
                </a:lnTo>
                <a:lnTo>
                  <a:pt x="0" y="66795"/>
                </a:lnTo>
                <a:lnTo>
                  <a:pt x="2034" y="81545"/>
                </a:lnTo>
                <a:lnTo>
                  <a:pt x="23878" y="114706"/>
                </a:lnTo>
                <a:lnTo>
                  <a:pt x="65885" y="126953"/>
                </a:lnTo>
                <a:lnTo>
                  <a:pt x="80833" y="125051"/>
                </a:lnTo>
                <a:lnTo>
                  <a:pt x="114468" y="103494"/>
                </a:lnTo>
                <a:lnTo>
                  <a:pt x="126907" y="62025"/>
                </a:lnTo>
                <a:lnTo>
                  <a:pt x="125051" y="50600"/>
                </a:lnTo>
                <a:lnTo>
                  <a:pt x="103588" y="16418"/>
                </a:lnTo>
                <a:lnTo>
                  <a:pt x="6229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30500" y="22987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01600" y="0"/>
                </a:moveTo>
                <a:lnTo>
                  <a:pt x="50800" y="0"/>
                </a:lnTo>
                <a:lnTo>
                  <a:pt x="25400" y="12700"/>
                </a:lnTo>
                <a:lnTo>
                  <a:pt x="0" y="63500"/>
                </a:lnTo>
                <a:lnTo>
                  <a:pt x="25400" y="114300"/>
                </a:lnTo>
                <a:lnTo>
                  <a:pt x="76200" y="139700"/>
                </a:lnTo>
                <a:lnTo>
                  <a:pt x="101600" y="127000"/>
                </a:lnTo>
                <a:lnTo>
                  <a:pt x="76200" y="127000"/>
                </a:lnTo>
                <a:lnTo>
                  <a:pt x="50800" y="114300"/>
                </a:lnTo>
                <a:lnTo>
                  <a:pt x="25400" y="88900"/>
                </a:lnTo>
                <a:lnTo>
                  <a:pt x="12700" y="63500"/>
                </a:lnTo>
                <a:lnTo>
                  <a:pt x="25400" y="38100"/>
                </a:lnTo>
                <a:lnTo>
                  <a:pt x="31750" y="38100"/>
                </a:lnTo>
                <a:lnTo>
                  <a:pt x="38100" y="25400"/>
                </a:lnTo>
                <a:lnTo>
                  <a:pt x="50800" y="12700"/>
                </a:lnTo>
                <a:lnTo>
                  <a:pt x="1270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39700" y="38100"/>
                </a:moveTo>
                <a:lnTo>
                  <a:pt x="127000" y="38100"/>
                </a:lnTo>
                <a:lnTo>
                  <a:pt x="127000" y="88900"/>
                </a:lnTo>
                <a:lnTo>
                  <a:pt x="101600" y="114300"/>
                </a:lnTo>
                <a:lnTo>
                  <a:pt x="76200" y="127000"/>
                </a:lnTo>
                <a:lnTo>
                  <a:pt x="101600" y="127000"/>
                </a:lnTo>
                <a:lnTo>
                  <a:pt x="127000" y="114300"/>
                </a:lnTo>
                <a:lnTo>
                  <a:pt x="139700" y="88900"/>
                </a:lnTo>
                <a:lnTo>
                  <a:pt x="139700" y="38100"/>
                </a:lnTo>
                <a:close/>
              </a:path>
              <a:path w="139700" h="139700">
                <a:moveTo>
                  <a:pt x="31750" y="38100"/>
                </a:moveTo>
                <a:lnTo>
                  <a:pt x="25400" y="38100"/>
                </a:lnTo>
                <a:lnTo>
                  <a:pt x="25400" y="50800"/>
                </a:lnTo>
                <a:lnTo>
                  <a:pt x="31750" y="38100"/>
                </a:lnTo>
                <a:close/>
              </a:path>
              <a:path w="139700" h="139700">
                <a:moveTo>
                  <a:pt x="127000" y="12700"/>
                </a:moveTo>
                <a:lnTo>
                  <a:pt x="101600" y="127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39700" y="38100"/>
                </a:lnTo>
                <a:lnTo>
                  <a:pt x="1270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45000" y="39624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730" y="0"/>
                </a:moveTo>
                <a:lnTo>
                  <a:pt x="27380" y="17387"/>
                </a:lnTo>
                <a:lnTo>
                  <a:pt x="2142" y="52093"/>
                </a:lnTo>
                <a:lnTo>
                  <a:pt x="0" y="63488"/>
                </a:lnTo>
                <a:lnTo>
                  <a:pt x="86" y="66618"/>
                </a:lnTo>
                <a:lnTo>
                  <a:pt x="18309" y="105639"/>
                </a:lnTo>
                <a:lnTo>
                  <a:pt x="53751" y="125533"/>
                </a:lnTo>
                <a:lnTo>
                  <a:pt x="65748" y="126958"/>
                </a:lnTo>
                <a:lnTo>
                  <a:pt x="80743" y="125088"/>
                </a:lnTo>
                <a:lnTo>
                  <a:pt x="114490" y="103597"/>
                </a:lnTo>
                <a:lnTo>
                  <a:pt x="126980" y="62250"/>
                </a:lnTo>
                <a:lnTo>
                  <a:pt x="125175" y="50810"/>
                </a:lnTo>
                <a:lnTo>
                  <a:pt x="103820" y="16504"/>
                </a:lnTo>
                <a:lnTo>
                  <a:pt x="627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45000" y="39624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25400" y="101600"/>
                </a:moveTo>
                <a:lnTo>
                  <a:pt x="25400" y="114300"/>
                </a:lnTo>
                <a:lnTo>
                  <a:pt x="38100" y="127000"/>
                </a:lnTo>
                <a:lnTo>
                  <a:pt x="63500" y="139700"/>
                </a:lnTo>
                <a:lnTo>
                  <a:pt x="88900" y="127000"/>
                </a:lnTo>
                <a:lnTo>
                  <a:pt x="63500" y="127000"/>
                </a:lnTo>
                <a:lnTo>
                  <a:pt x="50800" y="114300"/>
                </a:lnTo>
                <a:lnTo>
                  <a:pt x="25400" y="101600"/>
                </a:lnTo>
                <a:close/>
              </a:path>
              <a:path w="139700" h="139700">
                <a:moveTo>
                  <a:pt x="114300" y="101600"/>
                </a:moveTo>
                <a:lnTo>
                  <a:pt x="63500" y="127000"/>
                </a:lnTo>
                <a:lnTo>
                  <a:pt x="101600" y="127000"/>
                </a:lnTo>
                <a:lnTo>
                  <a:pt x="114300" y="114300"/>
                </a:lnTo>
                <a:lnTo>
                  <a:pt x="101600" y="114300"/>
                </a:lnTo>
                <a:lnTo>
                  <a:pt x="114300" y="101600"/>
                </a:lnTo>
                <a:close/>
              </a:path>
              <a:path w="139700" h="139700">
                <a:moveTo>
                  <a:pt x="25400" y="25400"/>
                </a:move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27000" y="88900"/>
                </a:moveTo>
                <a:lnTo>
                  <a:pt x="101600" y="1143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27000" y="889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01600" y="25400"/>
                </a:lnTo>
                <a:lnTo>
                  <a:pt x="127000" y="50800"/>
                </a:lnTo>
                <a:lnTo>
                  <a:pt x="114300" y="50800"/>
                </a:lnTo>
                <a:lnTo>
                  <a:pt x="127000" y="63500"/>
                </a:lnTo>
                <a:lnTo>
                  <a:pt x="114300" y="88900"/>
                </a:lnTo>
                <a:lnTo>
                  <a:pt x="127000" y="88900"/>
                </a:lnTo>
                <a:lnTo>
                  <a:pt x="139700" y="63500"/>
                </a:lnTo>
                <a:lnTo>
                  <a:pt x="1270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50800" y="127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143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35500" y="3048295"/>
            <a:ext cx="126364" cy="113664"/>
          </a:xfrm>
          <a:custGeom>
            <a:avLst/>
            <a:gdLst/>
            <a:ahLst/>
            <a:cxnLst/>
            <a:rect l="l" t="t" r="r" b="b"/>
            <a:pathLst>
              <a:path w="126364" h="113664">
                <a:moveTo>
                  <a:pt x="58564" y="0"/>
                </a:moveTo>
                <a:lnTo>
                  <a:pt x="19865" y="17415"/>
                </a:lnTo>
                <a:lnTo>
                  <a:pt x="0" y="50504"/>
                </a:lnTo>
                <a:lnTo>
                  <a:pt x="668" y="59135"/>
                </a:lnTo>
                <a:lnTo>
                  <a:pt x="21098" y="94645"/>
                </a:lnTo>
                <a:lnTo>
                  <a:pt x="58541" y="112413"/>
                </a:lnTo>
                <a:lnTo>
                  <a:pt x="72099" y="113551"/>
                </a:lnTo>
                <a:lnTo>
                  <a:pt x="85609" y="110714"/>
                </a:lnTo>
                <a:lnTo>
                  <a:pt x="115675" y="87153"/>
                </a:lnTo>
                <a:lnTo>
                  <a:pt x="126124" y="42322"/>
                </a:lnTo>
                <a:lnTo>
                  <a:pt x="122117" y="31393"/>
                </a:lnTo>
                <a:lnTo>
                  <a:pt x="92077" y="5878"/>
                </a:lnTo>
                <a:lnTo>
                  <a:pt x="585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35500" y="30353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88900" y="114300"/>
                </a:moveTo>
                <a:lnTo>
                  <a:pt x="63500" y="127000"/>
                </a:lnTo>
                <a:lnTo>
                  <a:pt x="38100" y="127000"/>
                </a:lnTo>
                <a:lnTo>
                  <a:pt x="63500" y="139700"/>
                </a:lnTo>
                <a:lnTo>
                  <a:pt x="889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88900" y="114300"/>
                </a:lnTo>
                <a:close/>
              </a:path>
              <a:path w="139700" h="139700">
                <a:moveTo>
                  <a:pt x="50800" y="114300"/>
                </a:moveTo>
                <a:lnTo>
                  <a:pt x="50800" y="127000"/>
                </a:lnTo>
                <a:lnTo>
                  <a:pt x="63500" y="127000"/>
                </a:lnTo>
                <a:lnTo>
                  <a:pt x="50800" y="114300"/>
                </a:lnTo>
                <a:close/>
              </a:path>
              <a:path w="139700" h="139700">
                <a:moveTo>
                  <a:pt x="25400" y="25400"/>
                </a:move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23825" y="69850"/>
                </a:moveTo>
                <a:lnTo>
                  <a:pt x="101600" y="1143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27000" y="76200"/>
                </a:lnTo>
                <a:lnTo>
                  <a:pt x="123825" y="69850"/>
                </a:lnTo>
                <a:close/>
              </a:path>
              <a:path w="139700" h="139700">
                <a:moveTo>
                  <a:pt x="127000" y="63500"/>
                </a:moveTo>
                <a:lnTo>
                  <a:pt x="123825" y="69850"/>
                </a:lnTo>
                <a:lnTo>
                  <a:pt x="127000" y="76200"/>
                </a:lnTo>
                <a:lnTo>
                  <a:pt x="127000" y="63500"/>
                </a:lnTo>
                <a:close/>
              </a:path>
              <a:path w="139700" h="139700">
                <a:moveTo>
                  <a:pt x="139700" y="63500"/>
                </a:moveTo>
                <a:lnTo>
                  <a:pt x="127000" y="63500"/>
                </a:lnTo>
                <a:lnTo>
                  <a:pt x="127000" y="76200"/>
                </a:lnTo>
                <a:lnTo>
                  <a:pt x="139700" y="76200"/>
                </a:lnTo>
                <a:lnTo>
                  <a:pt x="139700" y="63500"/>
                </a:lnTo>
                <a:close/>
              </a:path>
              <a:path w="139700" h="139700">
                <a:moveTo>
                  <a:pt x="101600" y="12700"/>
                </a:moveTo>
                <a:lnTo>
                  <a:pt x="88900" y="12700"/>
                </a:lnTo>
                <a:lnTo>
                  <a:pt x="101600" y="25400"/>
                </a:lnTo>
                <a:lnTo>
                  <a:pt x="123825" y="69850"/>
                </a:lnTo>
                <a:lnTo>
                  <a:pt x="127000" y="63500"/>
                </a:lnTo>
                <a:lnTo>
                  <a:pt x="139700" y="63500"/>
                </a:lnTo>
                <a:lnTo>
                  <a:pt x="127000" y="38100"/>
                </a:lnTo>
                <a:lnTo>
                  <a:pt x="101600" y="12700"/>
                </a:lnTo>
                <a:close/>
              </a:path>
              <a:path w="139700" h="139700">
                <a:moveTo>
                  <a:pt x="889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25400" y="25400"/>
                </a:lnTo>
                <a:lnTo>
                  <a:pt x="50800" y="12700"/>
                </a:lnTo>
                <a:lnTo>
                  <a:pt x="88900" y="12700"/>
                </a:lnTo>
                <a:lnTo>
                  <a:pt x="88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25788" y="47117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66" y="0"/>
                </a:moveTo>
                <a:lnTo>
                  <a:pt x="21996" y="13325"/>
                </a:lnTo>
                <a:lnTo>
                  <a:pt x="1399" y="48125"/>
                </a:lnTo>
                <a:lnTo>
                  <a:pt x="0" y="66134"/>
                </a:lnTo>
                <a:lnTo>
                  <a:pt x="2119" y="77475"/>
                </a:lnTo>
                <a:lnTo>
                  <a:pt x="24140" y="110993"/>
                </a:lnTo>
                <a:lnTo>
                  <a:pt x="66461" y="126910"/>
                </a:lnTo>
                <a:lnTo>
                  <a:pt x="81270" y="124067"/>
                </a:lnTo>
                <a:lnTo>
                  <a:pt x="114574" y="97784"/>
                </a:lnTo>
                <a:lnTo>
                  <a:pt x="126884" y="61335"/>
                </a:lnTo>
                <a:lnTo>
                  <a:pt x="125028" y="46319"/>
                </a:lnTo>
                <a:lnTo>
                  <a:pt x="103565" y="12519"/>
                </a:lnTo>
                <a:lnTo>
                  <a:pt x="62266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25700" y="46990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27000" h="139700">
                <a:moveTo>
                  <a:pt x="63500" y="0"/>
                </a:moveTo>
                <a:lnTo>
                  <a:pt x="12700" y="25400"/>
                </a:lnTo>
                <a:lnTo>
                  <a:pt x="0" y="50800"/>
                </a:lnTo>
                <a:lnTo>
                  <a:pt x="0" y="101600"/>
                </a:lnTo>
                <a:lnTo>
                  <a:pt x="12700" y="127000"/>
                </a:lnTo>
                <a:lnTo>
                  <a:pt x="38100" y="139700"/>
                </a:lnTo>
                <a:lnTo>
                  <a:pt x="88900" y="139700"/>
                </a:lnTo>
                <a:lnTo>
                  <a:pt x="114300" y="127000"/>
                </a:lnTo>
                <a:lnTo>
                  <a:pt x="38100" y="127000"/>
                </a:lnTo>
                <a:lnTo>
                  <a:pt x="25400" y="114300"/>
                </a:lnTo>
                <a:lnTo>
                  <a:pt x="19050" y="101600"/>
                </a:lnTo>
                <a:lnTo>
                  <a:pt x="12700" y="101600"/>
                </a:lnTo>
                <a:lnTo>
                  <a:pt x="12700" y="508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27000" h="139700">
                <a:moveTo>
                  <a:pt x="114300" y="88900"/>
                </a:moveTo>
                <a:lnTo>
                  <a:pt x="101600" y="114300"/>
                </a:lnTo>
                <a:lnTo>
                  <a:pt x="88900" y="127000"/>
                </a:lnTo>
                <a:lnTo>
                  <a:pt x="114300" y="127000"/>
                </a:lnTo>
                <a:lnTo>
                  <a:pt x="127000" y="101600"/>
                </a:lnTo>
                <a:lnTo>
                  <a:pt x="114300" y="101600"/>
                </a:lnTo>
                <a:lnTo>
                  <a:pt x="114300" y="88900"/>
                </a:lnTo>
                <a:close/>
              </a:path>
              <a:path w="127000" h="139700">
                <a:moveTo>
                  <a:pt x="12700" y="88900"/>
                </a:moveTo>
                <a:lnTo>
                  <a:pt x="12700" y="101600"/>
                </a:lnTo>
                <a:lnTo>
                  <a:pt x="19050" y="101600"/>
                </a:lnTo>
                <a:lnTo>
                  <a:pt x="12700" y="88900"/>
                </a:lnTo>
                <a:close/>
              </a:path>
              <a:path w="127000" h="1397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114300" y="50800"/>
                </a:lnTo>
                <a:lnTo>
                  <a:pt x="114300" y="101600"/>
                </a:lnTo>
                <a:lnTo>
                  <a:pt x="127000" y="101600"/>
                </a:lnTo>
                <a:lnTo>
                  <a:pt x="127000" y="508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49700" y="212090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459" y="69431"/>
                </a:lnTo>
                <a:lnTo>
                  <a:pt x="32898" y="107821"/>
                </a:lnTo>
                <a:lnTo>
                  <a:pt x="65174" y="114255"/>
                </a:lnTo>
                <a:lnTo>
                  <a:pt x="77432" y="111795"/>
                </a:lnTo>
                <a:lnTo>
                  <a:pt x="106965" y="85021"/>
                </a:lnTo>
                <a:lnTo>
                  <a:pt x="113921" y="55546"/>
                </a:lnTo>
                <a:lnTo>
                  <a:pt x="110686" y="39749"/>
                </a:lnTo>
                <a:lnTo>
                  <a:pt x="85959" y="6921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37000" y="21082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114300"/>
                </a:moveTo>
                <a:lnTo>
                  <a:pt x="88900" y="127000"/>
                </a:lnTo>
                <a:lnTo>
                  <a:pt x="25400" y="127000"/>
                </a:lnTo>
                <a:lnTo>
                  <a:pt x="38100" y="139700"/>
                </a:lnTo>
                <a:lnTo>
                  <a:pt x="1016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14300" y="114300"/>
                </a:lnTo>
                <a:close/>
              </a:path>
              <a:path w="139700" h="139700">
                <a:moveTo>
                  <a:pt x="25400" y="25400"/>
                </a:moveTo>
                <a:lnTo>
                  <a:pt x="0" y="50800"/>
                </a:lnTo>
                <a:lnTo>
                  <a:pt x="0" y="101600"/>
                </a:lnTo>
                <a:lnTo>
                  <a:pt x="12700" y="1016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63500" y="12700"/>
                </a:moveTo>
                <a:lnTo>
                  <a:pt x="38100" y="12700"/>
                </a:lnTo>
                <a:lnTo>
                  <a:pt x="25400" y="25400"/>
                </a:lnTo>
                <a:lnTo>
                  <a:pt x="25400" y="38100"/>
                </a:lnTo>
                <a:lnTo>
                  <a:pt x="69850" y="15875"/>
                </a:lnTo>
                <a:lnTo>
                  <a:pt x="63500" y="12700"/>
                </a:lnTo>
                <a:close/>
              </a:path>
              <a:path w="139700" h="139700">
                <a:moveTo>
                  <a:pt x="76200" y="0"/>
                </a:moveTo>
                <a:lnTo>
                  <a:pt x="63500" y="0"/>
                </a:lnTo>
                <a:lnTo>
                  <a:pt x="50800" y="12700"/>
                </a:lnTo>
                <a:lnTo>
                  <a:pt x="76200" y="12700"/>
                </a:lnTo>
                <a:lnTo>
                  <a:pt x="69850" y="15875"/>
                </a:lnTo>
                <a:lnTo>
                  <a:pt x="114300" y="38100"/>
                </a:lnTo>
                <a:lnTo>
                  <a:pt x="114300" y="25400"/>
                </a:lnTo>
                <a:lnTo>
                  <a:pt x="101600" y="12700"/>
                </a:lnTo>
                <a:lnTo>
                  <a:pt x="76200" y="0"/>
                </a:lnTo>
                <a:close/>
              </a:path>
              <a:path w="139700" h="139700">
                <a:moveTo>
                  <a:pt x="76200" y="12700"/>
                </a:moveTo>
                <a:lnTo>
                  <a:pt x="63500" y="12700"/>
                </a:lnTo>
                <a:lnTo>
                  <a:pt x="69850" y="15875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16587" y="37846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67" y="0"/>
                </a:moveTo>
                <a:lnTo>
                  <a:pt x="21997" y="13325"/>
                </a:lnTo>
                <a:lnTo>
                  <a:pt x="1400" y="48125"/>
                </a:lnTo>
                <a:lnTo>
                  <a:pt x="0" y="67325"/>
                </a:lnTo>
                <a:lnTo>
                  <a:pt x="2116" y="81953"/>
                </a:lnTo>
                <a:lnTo>
                  <a:pt x="24134" y="114820"/>
                </a:lnTo>
                <a:lnTo>
                  <a:pt x="66462" y="126937"/>
                </a:lnTo>
                <a:lnTo>
                  <a:pt x="81271" y="124942"/>
                </a:lnTo>
                <a:lnTo>
                  <a:pt x="114575" y="103184"/>
                </a:lnTo>
                <a:lnTo>
                  <a:pt x="126885" y="61335"/>
                </a:lnTo>
                <a:lnTo>
                  <a:pt x="125029" y="46319"/>
                </a:lnTo>
                <a:lnTo>
                  <a:pt x="103566" y="12519"/>
                </a:lnTo>
                <a:lnTo>
                  <a:pt x="6226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16500" y="37719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63500" y="0"/>
                </a:moveTo>
                <a:lnTo>
                  <a:pt x="12700" y="25400"/>
                </a:lnTo>
                <a:lnTo>
                  <a:pt x="0" y="50800"/>
                </a:lnTo>
                <a:lnTo>
                  <a:pt x="0" y="101600"/>
                </a:lnTo>
                <a:lnTo>
                  <a:pt x="12700" y="127000"/>
                </a:lnTo>
                <a:lnTo>
                  <a:pt x="38100" y="139700"/>
                </a:lnTo>
                <a:lnTo>
                  <a:pt x="88900" y="139700"/>
                </a:lnTo>
                <a:lnTo>
                  <a:pt x="1143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19050" y="101600"/>
                </a:lnTo>
                <a:lnTo>
                  <a:pt x="12700" y="101600"/>
                </a:lnTo>
                <a:lnTo>
                  <a:pt x="12700" y="50800"/>
                </a:lnTo>
                <a:lnTo>
                  <a:pt x="25400" y="38100"/>
                </a:lnTo>
                <a:lnTo>
                  <a:pt x="50800" y="254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39700" h="139700">
                <a:moveTo>
                  <a:pt x="114300" y="88900"/>
                </a:moveTo>
                <a:lnTo>
                  <a:pt x="101600" y="114300"/>
                </a:lnTo>
                <a:lnTo>
                  <a:pt x="88900" y="127000"/>
                </a:lnTo>
                <a:lnTo>
                  <a:pt x="114300" y="127000"/>
                </a:lnTo>
                <a:lnTo>
                  <a:pt x="127000" y="101600"/>
                </a:lnTo>
                <a:lnTo>
                  <a:pt x="114300" y="101600"/>
                </a:lnTo>
                <a:lnTo>
                  <a:pt x="114300" y="88900"/>
                </a:lnTo>
                <a:close/>
              </a:path>
              <a:path w="139700" h="139700">
                <a:moveTo>
                  <a:pt x="12700" y="88900"/>
                </a:moveTo>
                <a:lnTo>
                  <a:pt x="12700" y="101600"/>
                </a:lnTo>
                <a:lnTo>
                  <a:pt x="19050" y="101600"/>
                </a:lnTo>
                <a:lnTo>
                  <a:pt x="12700" y="88900"/>
                </a:lnTo>
                <a:close/>
              </a:path>
              <a:path w="139700" h="1397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114300" y="50800"/>
                </a:lnTo>
                <a:lnTo>
                  <a:pt x="127000" y="76200"/>
                </a:lnTo>
                <a:lnTo>
                  <a:pt x="114300" y="101600"/>
                </a:lnTo>
                <a:lnTo>
                  <a:pt x="127000" y="101600"/>
                </a:lnTo>
                <a:lnTo>
                  <a:pt x="139700" y="762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68500" y="2108200"/>
            <a:ext cx="2311400" cy="2984500"/>
          </a:xfrm>
          <a:custGeom>
            <a:avLst/>
            <a:gdLst/>
            <a:ahLst/>
            <a:cxnLst/>
            <a:rect l="l" t="t" r="r" b="b"/>
            <a:pathLst>
              <a:path w="2311400" h="2984500">
                <a:moveTo>
                  <a:pt x="25400" y="0"/>
                </a:moveTo>
                <a:lnTo>
                  <a:pt x="0" y="25400"/>
                </a:lnTo>
                <a:lnTo>
                  <a:pt x="2273300" y="2984500"/>
                </a:lnTo>
                <a:lnTo>
                  <a:pt x="2311400" y="2959100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97264" y="18034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90" y="0"/>
                </a:moveTo>
                <a:lnTo>
                  <a:pt x="22020" y="17387"/>
                </a:lnTo>
                <a:lnTo>
                  <a:pt x="1423" y="52093"/>
                </a:lnTo>
                <a:lnTo>
                  <a:pt x="0" y="66795"/>
                </a:lnTo>
                <a:lnTo>
                  <a:pt x="2034" y="81545"/>
                </a:lnTo>
                <a:lnTo>
                  <a:pt x="23878" y="114706"/>
                </a:lnTo>
                <a:lnTo>
                  <a:pt x="65885" y="126953"/>
                </a:lnTo>
                <a:lnTo>
                  <a:pt x="80833" y="125051"/>
                </a:lnTo>
                <a:lnTo>
                  <a:pt x="114468" y="103494"/>
                </a:lnTo>
                <a:lnTo>
                  <a:pt x="126907" y="62025"/>
                </a:lnTo>
                <a:lnTo>
                  <a:pt x="125051" y="50600"/>
                </a:lnTo>
                <a:lnTo>
                  <a:pt x="103588" y="16418"/>
                </a:lnTo>
                <a:lnTo>
                  <a:pt x="6229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984500" y="18034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01600" y="0"/>
                </a:moveTo>
                <a:lnTo>
                  <a:pt x="508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12700" y="38100"/>
                </a:lnTo>
                <a:lnTo>
                  <a:pt x="0" y="63500"/>
                </a:lnTo>
                <a:lnTo>
                  <a:pt x="12700" y="88900"/>
                </a:lnTo>
                <a:lnTo>
                  <a:pt x="12700" y="101600"/>
                </a:lnTo>
                <a:lnTo>
                  <a:pt x="25400" y="114300"/>
                </a:lnTo>
                <a:lnTo>
                  <a:pt x="76200" y="139700"/>
                </a:lnTo>
                <a:lnTo>
                  <a:pt x="101600" y="127000"/>
                </a:lnTo>
                <a:lnTo>
                  <a:pt x="76200" y="127000"/>
                </a:lnTo>
                <a:lnTo>
                  <a:pt x="50800" y="114300"/>
                </a:lnTo>
                <a:lnTo>
                  <a:pt x="38100" y="114300"/>
                </a:lnTo>
                <a:lnTo>
                  <a:pt x="12700" y="63500"/>
                </a:lnTo>
                <a:lnTo>
                  <a:pt x="25400" y="50800"/>
                </a:lnTo>
                <a:lnTo>
                  <a:pt x="38100" y="25400"/>
                </a:lnTo>
                <a:lnTo>
                  <a:pt x="50800" y="12700"/>
                </a:lnTo>
                <a:lnTo>
                  <a:pt x="1270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27000" y="12700"/>
                </a:moveTo>
                <a:lnTo>
                  <a:pt x="101600" y="127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01600" y="114300"/>
                </a:lnTo>
                <a:lnTo>
                  <a:pt x="76200" y="127000"/>
                </a:lnTo>
                <a:lnTo>
                  <a:pt x="101600" y="127000"/>
                </a:lnTo>
                <a:lnTo>
                  <a:pt x="127000" y="114300"/>
                </a:lnTo>
                <a:lnTo>
                  <a:pt x="114300" y="114300"/>
                </a:lnTo>
                <a:lnTo>
                  <a:pt x="114300" y="1016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27000" y="25400"/>
                </a:lnTo>
                <a:lnTo>
                  <a:pt x="127000" y="12700"/>
                </a:lnTo>
                <a:close/>
              </a:path>
              <a:path w="139700" h="139700">
                <a:moveTo>
                  <a:pt x="38100" y="101600"/>
                </a:moveTo>
                <a:lnTo>
                  <a:pt x="38100" y="114300"/>
                </a:lnTo>
                <a:lnTo>
                  <a:pt x="50800" y="114300"/>
                </a:lnTo>
                <a:lnTo>
                  <a:pt x="38100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00500" y="4394211"/>
            <a:ext cx="114300" cy="126364"/>
          </a:xfrm>
          <a:custGeom>
            <a:avLst/>
            <a:gdLst/>
            <a:ahLst/>
            <a:cxnLst/>
            <a:rect l="l" t="t" r="r" b="b"/>
            <a:pathLst>
              <a:path w="114300" h="126364">
                <a:moveTo>
                  <a:pt x="62355" y="0"/>
                </a:moveTo>
                <a:lnTo>
                  <a:pt x="22085" y="17387"/>
                </a:lnTo>
                <a:lnTo>
                  <a:pt x="1488" y="52093"/>
                </a:lnTo>
                <a:lnTo>
                  <a:pt x="0" y="63488"/>
                </a:lnTo>
                <a:lnTo>
                  <a:pt x="500" y="72510"/>
                </a:lnTo>
                <a:lnTo>
                  <a:pt x="16755" y="107716"/>
                </a:lnTo>
                <a:lnTo>
                  <a:pt x="54847" y="125063"/>
                </a:lnTo>
                <a:lnTo>
                  <a:pt x="72140" y="126010"/>
                </a:lnTo>
                <a:lnTo>
                  <a:pt x="82970" y="121901"/>
                </a:lnTo>
                <a:lnTo>
                  <a:pt x="108174" y="91636"/>
                </a:lnTo>
                <a:lnTo>
                  <a:pt x="113921" y="57881"/>
                </a:lnTo>
                <a:lnTo>
                  <a:pt x="110685" y="44901"/>
                </a:lnTo>
                <a:lnTo>
                  <a:pt x="85959" y="9439"/>
                </a:lnTo>
                <a:lnTo>
                  <a:pt x="6235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87800" y="43942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14300" y="101600"/>
                </a:moveTo>
                <a:lnTo>
                  <a:pt x="69850" y="123825"/>
                </a:lnTo>
                <a:lnTo>
                  <a:pt x="76200" y="127000"/>
                </a:lnTo>
                <a:lnTo>
                  <a:pt x="50800" y="127000"/>
                </a:lnTo>
                <a:lnTo>
                  <a:pt x="63500" y="139700"/>
                </a:lnTo>
                <a:lnTo>
                  <a:pt x="76200" y="139700"/>
                </a:lnTo>
                <a:lnTo>
                  <a:pt x="101600" y="127000"/>
                </a:lnTo>
                <a:lnTo>
                  <a:pt x="114300" y="114300"/>
                </a:lnTo>
                <a:lnTo>
                  <a:pt x="114300" y="101600"/>
                </a:lnTo>
                <a:close/>
              </a:path>
              <a:path w="139700" h="139700">
                <a:moveTo>
                  <a:pt x="25400" y="101600"/>
                </a:moveTo>
                <a:lnTo>
                  <a:pt x="25400" y="114300"/>
                </a:lnTo>
                <a:lnTo>
                  <a:pt x="38100" y="127000"/>
                </a:lnTo>
                <a:lnTo>
                  <a:pt x="63500" y="127000"/>
                </a:lnTo>
                <a:lnTo>
                  <a:pt x="69850" y="123825"/>
                </a:lnTo>
                <a:lnTo>
                  <a:pt x="25400" y="101600"/>
                </a:lnTo>
                <a:close/>
              </a:path>
              <a:path w="139700" h="139700">
                <a:moveTo>
                  <a:pt x="69850" y="123825"/>
                </a:moveTo>
                <a:lnTo>
                  <a:pt x="63500" y="127000"/>
                </a:lnTo>
                <a:lnTo>
                  <a:pt x="76200" y="127000"/>
                </a:lnTo>
                <a:lnTo>
                  <a:pt x="69850" y="123825"/>
                </a:lnTo>
                <a:close/>
              </a:path>
              <a:path w="139700" h="139700">
                <a:moveTo>
                  <a:pt x="25400" y="25400"/>
                </a:moveTo>
                <a:lnTo>
                  <a:pt x="12700" y="38100"/>
                </a:lnTo>
                <a:lnTo>
                  <a:pt x="0" y="38100"/>
                </a:lnTo>
                <a:lnTo>
                  <a:pt x="0" y="889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25400" y="25400"/>
                </a:lnTo>
                <a:close/>
              </a:path>
              <a:path w="139700" h="139700">
                <a:moveTo>
                  <a:pt x="114300" y="25400"/>
                </a:moveTo>
                <a:lnTo>
                  <a:pt x="127000" y="50800"/>
                </a:lnTo>
                <a:lnTo>
                  <a:pt x="127000" y="88900"/>
                </a:lnTo>
                <a:lnTo>
                  <a:pt x="114300" y="114300"/>
                </a:lnTo>
                <a:lnTo>
                  <a:pt x="139700" y="101600"/>
                </a:lnTo>
                <a:lnTo>
                  <a:pt x="139700" y="38100"/>
                </a:lnTo>
                <a:lnTo>
                  <a:pt x="114300" y="25400"/>
                </a:lnTo>
                <a:close/>
              </a:path>
              <a:path w="139700" h="139700">
                <a:moveTo>
                  <a:pt x="1016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25400" y="25400"/>
                </a:lnTo>
                <a:lnTo>
                  <a:pt x="50800" y="12700"/>
                </a:lnTo>
                <a:lnTo>
                  <a:pt x="114300" y="12700"/>
                </a:lnTo>
                <a:lnTo>
                  <a:pt x="101600" y="0"/>
                </a:lnTo>
                <a:close/>
              </a:path>
              <a:path w="139700" h="139700">
                <a:moveTo>
                  <a:pt x="114300" y="12700"/>
                </a:moveTo>
                <a:lnTo>
                  <a:pt x="88900" y="127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51000" y="2349500"/>
            <a:ext cx="2311400" cy="2984500"/>
          </a:xfrm>
          <a:custGeom>
            <a:avLst/>
            <a:gdLst/>
            <a:ahLst/>
            <a:cxnLst/>
            <a:rect l="l" t="t" r="r" b="b"/>
            <a:pathLst>
              <a:path w="2311400" h="2984500">
                <a:moveTo>
                  <a:pt x="38100" y="0"/>
                </a:moveTo>
                <a:lnTo>
                  <a:pt x="0" y="25400"/>
                </a:lnTo>
                <a:lnTo>
                  <a:pt x="88900" y="152400"/>
                </a:lnTo>
                <a:lnTo>
                  <a:pt x="127000" y="127000"/>
                </a:lnTo>
                <a:lnTo>
                  <a:pt x="38100" y="0"/>
                </a:lnTo>
                <a:close/>
              </a:path>
              <a:path w="2311400" h="2984500">
                <a:moveTo>
                  <a:pt x="190500" y="215900"/>
                </a:moveTo>
                <a:lnTo>
                  <a:pt x="165100" y="241300"/>
                </a:lnTo>
                <a:lnTo>
                  <a:pt x="254000" y="355600"/>
                </a:lnTo>
                <a:lnTo>
                  <a:pt x="292100" y="330200"/>
                </a:lnTo>
                <a:lnTo>
                  <a:pt x="190500" y="215900"/>
                </a:lnTo>
                <a:close/>
              </a:path>
              <a:path w="2311400" h="2984500">
                <a:moveTo>
                  <a:pt x="355600" y="431800"/>
                </a:moveTo>
                <a:lnTo>
                  <a:pt x="330200" y="444500"/>
                </a:lnTo>
                <a:lnTo>
                  <a:pt x="419100" y="571500"/>
                </a:lnTo>
                <a:lnTo>
                  <a:pt x="444500" y="546100"/>
                </a:lnTo>
                <a:lnTo>
                  <a:pt x="355600" y="431800"/>
                </a:lnTo>
                <a:close/>
              </a:path>
              <a:path w="2311400" h="2984500">
                <a:moveTo>
                  <a:pt x="520700" y="635000"/>
                </a:moveTo>
                <a:lnTo>
                  <a:pt x="495300" y="660400"/>
                </a:lnTo>
                <a:lnTo>
                  <a:pt x="584200" y="787400"/>
                </a:lnTo>
                <a:lnTo>
                  <a:pt x="609600" y="762000"/>
                </a:lnTo>
                <a:lnTo>
                  <a:pt x="520700" y="635000"/>
                </a:lnTo>
                <a:close/>
              </a:path>
              <a:path w="2311400" h="2984500">
                <a:moveTo>
                  <a:pt x="685800" y="850900"/>
                </a:moveTo>
                <a:lnTo>
                  <a:pt x="647700" y="876300"/>
                </a:lnTo>
                <a:lnTo>
                  <a:pt x="749300" y="990600"/>
                </a:lnTo>
                <a:lnTo>
                  <a:pt x="774700" y="965200"/>
                </a:lnTo>
                <a:lnTo>
                  <a:pt x="685800" y="850900"/>
                </a:lnTo>
                <a:close/>
              </a:path>
              <a:path w="2311400" h="2984500">
                <a:moveTo>
                  <a:pt x="850900" y="1066800"/>
                </a:moveTo>
                <a:lnTo>
                  <a:pt x="812800" y="1079500"/>
                </a:lnTo>
                <a:lnTo>
                  <a:pt x="901700" y="1206500"/>
                </a:lnTo>
                <a:lnTo>
                  <a:pt x="939800" y="1181100"/>
                </a:lnTo>
                <a:lnTo>
                  <a:pt x="850900" y="1066800"/>
                </a:lnTo>
                <a:close/>
              </a:path>
              <a:path w="2311400" h="2984500">
                <a:moveTo>
                  <a:pt x="1003300" y="1270000"/>
                </a:moveTo>
                <a:lnTo>
                  <a:pt x="977900" y="1295400"/>
                </a:lnTo>
                <a:lnTo>
                  <a:pt x="1066800" y="1422400"/>
                </a:lnTo>
                <a:lnTo>
                  <a:pt x="1104900" y="1397000"/>
                </a:lnTo>
                <a:lnTo>
                  <a:pt x="1003300" y="1270000"/>
                </a:lnTo>
                <a:close/>
              </a:path>
              <a:path w="2311400" h="2984500">
                <a:moveTo>
                  <a:pt x="1168400" y="1485900"/>
                </a:moveTo>
                <a:lnTo>
                  <a:pt x="1143000" y="1511300"/>
                </a:lnTo>
                <a:lnTo>
                  <a:pt x="1231900" y="1625600"/>
                </a:lnTo>
                <a:lnTo>
                  <a:pt x="1257300" y="1600200"/>
                </a:lnTo>
                <a:lnTo>
                  <a:pt x="1168400" y="1485900"/>
                </a:lnTo>
                <a:close/>
              </a:path>
              <a:path w="2311400" h="2984500">
                <a:moveTo>
                  <a:pt x="1333500" y="1701800"/>
                </a:moveTo>
                <a:lnTo>
                  <a:pt x="1308100" y="1714500"/>
                </a:lnTo>
                <a:lnTo>
                  <a:pt x="1397000" y="1841500"/>
                </a:lnTo>
                <a:lnTo>
                  <a:pt x="1422400" y="1816100"/>
                </a:lnTo>
                <a:lnTo>
                  <a:pt x="1333500" y="1701800"/>
                </a:lnTo>
                <a:close/>
              </a:path>
              <a:path w="2311400" h="2984500">
                <a:moveTo>
                  <a:pt x="1498600" y="1905000"/>
                </a:moveTo>
                <a:lnTo>
                  <a:pt x="1460500" y="1930400"/>
                </a:lnTo>
                <a:lnTo>
                  <a:pt x="1562100" y="2057400"/>
                </a:lnTo>
                <a:lnTo>
                  <a:pt x="1587500" y="2032000"/>
                </a:lnTo>
                <a:lnTo>
                  <a:pt x="1498600" y="1905000"/>
                </a:lnTo>
                <a:close/>
              </a:path>
              <a:path w="2311400" h="2984500">
                <a:moveTo>
                  <a:pt x="1651000" y="2120900"/>
                </a:moveTo>
                <a:lnTo>
                  <a:pt x="1625600" y="2146300"/>
                </a:lnTo>
                <a:lnTo>
                  <a:pt x="1714500" y="2260600"/>
                </a:lnTo>
                <a:lnTo>
                  <a:pt x="1752600" y="2235200"/>
                </a:lnTo>
                <a:lnTo>
                  <a:pt x="1651000" y="2120900"/>
                </a:lnTo>
                <a:close/>
              </a:path>
              <a:path w="2311400" h="2984500">
                <a:moveTo>
                  <a:pt x="1816100" y="2324100"/>
                </a:moveTo>
                <a:lnTo>
                  <a:pt x="1790700" y="2349500"/>
                </a:lnTo>
                <a:lnTo>
                  <a:pt x="1879600" y="2476500"/>
                </a:lnTo>
                <a:lnTo>
                  <a:pt x="1917700" y="2451100"/>
                </a:lnTo>
                <a:lnTo>
                  <a:pt x="1816100" y="2324100"/>
                </a:lnTo>
                <a:close/>
              </a:path>
              <a:path w="2311400" h="2984500">
                <a:moveTo>
                  <a:pt x="1981200" y="2540000"/>
                </a:moveTo>
                <a:lnTo>
                  <a:pt x="1955800" y="2565400"/>
                </a:lnTo>
                <a:lnTo>
                  <a:pt x="2044700" y="2679700"/>
                </a:lnTo>
                <a:lnTo>
                  <a:pt x="2070100" y="2667000"/>
                </a:lnTo>
                <a:lnTo>
                  <a:pt x="1981200" y="2540000"/>
                </a:lnTo>
                <a:close/>
              </a:path>
              <a:path w="2311400" h="2984500">
                <a:moveTo>
                  <a:pt x="2146300" y="2755900"/>
                </a:moveTo>
                <a:lnTo>
                  <a:pt x="2120900" y="2781300"/>
                </a:lnTo>
                <a:lnTo>
                  <a:pt x="2209800" y="2895600"/>
                </a:lnTo>
                <a:lnTo>
                  <a:pt x="2235200" y="2870200"/>
                </a:lnTo>
                <a:lnTo>
                  <a:pt x="2146300" y="2755900"/>
                </a:lnTo>
                <a:close/>
              </a:path>
              <a:path w="2311400" h="2984500">
                <a:moveTo>
                  <a:pt x="2311400" y="2959100"/>
                </a:moveTo>
                <a:lnTo>
                  <a:pt x="2273300" y="2984500"/>
                </a:lnTo>
                <a:lnTo>
                  <a:pt x="2311400" y="2971800"/>
                </a:lnTo>
                <a:lnTo>
                  <a:pt x="2311400" y="2959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86000" y="1917700"/>
            <a:ext cx="2247900" cy="2870200"/>
          </a:xfrm>
          <a:custGeom>
            <a:avLst/>
            <a:gdLst/>
            <a:ahLst/>
            <a:cxnLst/>
            <a:rect l="l" t="t" r="r" b="b"/>
            <a:pathLst>
              <a:path w="2247900" h="2870200">
                <a:moveTo>
                  <a:pt x="25400" y="0"/>
                </a:moveTo>
                <a:lnTo>
                  <a:pt x="0" y="25400"/>
                </a:lnTo>
                <a:lnTo>
                  <a:pt x="88900" y="152400"/>
                </a:lnTo>
                <a:lnTo>
                  <a:pt x="127000" y="127000"/>
                </a:lnTo>
                <a:lnTo>
                  <a:pt x="25400" y="0"/>
                </a:lnTo>
                <a:close/>
              </a:path>
              <a:path w="2247900" h="2870200">
                <a:moveTo>
                  <a:pt x="190500" y="215900"/>
                </a:moveTo>
                <a:lnTo>
                  <a:pt x="165100" y="241300"/>
                </a:lnTo>
                <a:lnTo>
                  <a:pt x="254000" y="355600"/>
                </a:lnTo>
                <a:lnTo>
                  <a:pt x="292100" y="330200"/>
                </a:lnTo>
                <a:lnTo>
                  <a:pt x="190500" y="215900"/>
                </a:lnTo>
                <a:close/>
              </a:path>
              <a:path w="2247900" h="2870200">
                <a:moveTo>
                  <a:pt x="355600" y="419100"/>
                </a:moveTo>
                <a:lnTo>
                  <a:pt x="330200" y="444500"/>
                </a:lnTo>
                <a:lnTo>
                  <a:pt x="419100" y="571500"/>
                </a:lnTo>
                <a:lnTo>
                  <a:pt x="444500" y="546100"/>
                </a:lnTo>
                <a:lnTo>
                  <a:pt x="355600" y="419100"/>
                </a:lnTo>
                <a:close/>
              </a:path>
              <a:path w="2247900" h="2870200">
                <a:moveTo>
                  <a:pt x="520700" y="635000"/>
                </a:moveTo>
                <a:lnTo>
                  <a:pt x="495300" y="660400"/>
                </a:lnTo>
                <a:lnTo>
                  <a:pt x="584200" y="774700"/>
                </a:lnTo>
                <a:lnTo>
                  <a:pt x="609600" y="749300"/>
                </a:lnTo>
                <a:lnTo>
                  <a:pt x="520700" y="635000"/>
                </a:lnTo>
                <a:close/>
              </a:path>
              <a:path w="2247900" h="2870200">
                <a:moveTo>
                  <a:pt x="685800" y="850900"/>
                </a:moveTo>
                <a:lnTo>
                  <a:pt x="660400" y="863600"/>
                </a:lnTo>
                <a:lnTo>
                  <a:pt x="749300" y="990600"/>
                </a:lnTo>
                <a:lnTo>
                  <a:pt x="774700" y="965200"/>
                </a:lnTo>
                <a:lnTo>
                  <a:pt x="685800" y="850900"/>
                </a:lnTo>
                <a:close/>
              </a:path>
              <a:path w="2247900" h="2870200">
                <a:moveTo>
                  <a:pt x="850900" y="1054100"/>
                </a:moveTo>
                <a:lnTo>
                  <a:pt x="812800" y="1079500"/>
                </a:lnTo>
                <a:lnTo>
                  <a:pt x="914400" y="1193800"/>
                </a:lnTo>
                <a:lnTo>
                  <a:pt x="939800" y="1181100"/>
                </a:lnTo>
                <a:lnTo>
                  <a:pt x="850900" y="1054100"/>
                </a:lnTo>
                <a:close/>
              </a:path>
              <a:path w="2247900" h="2870200">
                <a:moveTo>
                  <a:pt x="1016000" y="1270000"/>
                </a:moveTo>
                <a:lnTo>
                  <a:pt x="977900" y="1295400"/>
                </a:lnTo>
                <a:lnTo>
                  <a:pt x="1079500" y="1409700"/>
                </a:lnTo>
                <a:lnTo>
                  <a:pt x="1104900" y="1384300"/>
                </a:lnTo>
                <a:lnTo>
                  <a:pt x="1016000" y="1270000"/>
                </a:lnTo>
                <a:close/>
              </a:path>
              <a:path w="2247900" h="2870200">
                <a:moveTo>
                  <a:pt x="1181100" y="1473200"/>
                </a:moveTo>
                <a:lnTo>
                  <a:pt x="1143000" y="1498600"/>
                </a:lnTo>
                <a:lnTo>
                  <a:pt x="1244600" y="1625600"/>
                </a:lnTo>
                <a:lnTo>
                  <a:pt x="1270000" y="1600200"/>
                </a:lnTo>
                <a:lnTo>
                  <a:pt x="1181100" y="1473200"/>
                </a:lnTo>
                <a:close/>
              </a:path>
              <a:path w="2247900" h="2870200">
                <a:moveTo>
                  <a:pt x="1346200" y="1689100"/>
                </a:moveTo>
                <a:lnTo>
                  <a:pt x="1308100" y="1714500"/>
                </a:lnTo>
                <a:lnTo>
                  <a:pt x="1409700" y="1828800"/>
                </a:lnTo>
                <a:lnTo>
                  <a:pt x="1435100" y="1803400"/>
                </a:lnTo>
                <a:lnTo>
                  <a:pt x="1346200" y="1689100"/>
                </a:lnTo>
                <a:close/>
              </a:path>
              <a:path w="2247900" h="2870200">
                <a:moveTo>
                  <a:pt x="1498600" y="1892300"/>
                </a:moveTo>
                <a:lnTo>
                  <a:pt x="1473200" y="1917700"/>
                </a:lnTo>
                <a:lnTo>
                  <a:pt x="1562100" y="2044700"/>
                </a:lnTo>
                <a:lnTo>
                  <a:pt x="1600200" y="2019300"/>
                </a:lnTo>
                <a:lnTo>
                  <a:pt x="1498600" y="1892300"/>
                </a:lnTo>
                <a:close/>
              </a:path>
              <a:path w="2247900" h="2870200">
                <a:moveTo>
                  <a:pt x="1663700" y="2108200"/>
                </a:moveTo>
                <a:lnTo>
                  <a:pt x="1638300" y="2133600"/>
                </a:lnTo>
                <a:lnTo>
                  <a:pt x="1727200" y="2247900"/>
                </a:lnTo>
                <a:lnTo>
                  <a:pt x="1765300" y="2222500"/>
                </a:lnTo>
                <a:lnTo>
                  <a:pt x="1663700" y="2108200"/>
                </a:lnTo>
                <a:close/>
              </a:path>
              <a:path w="2247900" h="2870200">
                <a:moveTo>
                  <a:pt x="1828800" y="2311400"/>
                </a:moveTo>
                <a:lnTo>
                  <a:pt x="1803400" y="2336800"/>
                </a:lnTo>
                <a:lnTo>
                  <a:pt x="1892300" y="2463800"/>
                </a:lnTo>
                <a:lnTo>
                  <a:pt x="1930400" y="2438400"/>
                </a:lnTo>
                <a:lnTo>
                  <a:pt x="1828800" y="2311400"/>
                </a:lnTo>
                <a:close/>
              </a:path>
              <a:path w="2247900" h="2870200">
                <a:moveTo>
                  <a:pt x="1993900" y="2527300"/>
                </a:moveTo>
                <a:lnTo>
                  <a:pt x="1968500" y="2552700"/>
                </a:lnTo>
                <a:lnTo>
                  <a:pt x="2057400" y="2667000"/>
                </a:lnTo>
                <a:lnTo>
                  <a:pt x="2095500" y="2641600"/>
                </a:lnTo>
                <a:lnTo>
                  <a:pt x="1993900" y="2527300"/>
                </a:lnTo>
                <a:close/>
              </a:path>
              <a:path w="2247900" h="2870200">
                <a:moveTo>
                  <a:pt x="2159000" y="2743200"/>
                </a:moveTo>
                <a:lnTo>
                  <a:pt x="2133600" y="2755900"/>
                </a:lnTo>
                <a:lnTo>
                  <a:pt x="2209800" y="2870200"/>
                </a:lnTo>
                <a:lnTo>
                  <a:pt x="2247900" y="2844800"/>
                </a:lnTo>
                <a:lnTo>
                  <a:pt x="2159000" y="274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25700" y="3416307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27000" h="1143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1478" y="74075"/>
                </a:lnTo>
                <a:lnTo>
                  <a:pt x="37333" y="108459"/>
                </a:lnTo>
                <a:lnTo>
                  <a:pt x="72248" y="113832"/>
                </a:lnTo>
                <a:lnTo>
                  <a:pt x="87828" y="110474"/>
                </a:lnTo>
                <a:lnTo>
                  <a:pt x="120171" y="85441"/>
                </a:lnTo>
                <a:lnTo>
                  <a:pt x="126972" y="61335"/>
                </a:lnTo>
                <a:lnTo>
                  <a:pt x="125116" y="46319"/>
                </a:lnTo>
                <a:lnTo>
                  <a:pt x="10365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25700" y="34036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27000" h="139700">
                <a:moveTo>
                  <a:pt x="63500" y="0"/>
                </a:moveTo>
                <a:lnTo>
                  <a:pt x="12700" y="25400"/>
                </a:lnTo>
                <a:lnTo>
                  <a:pt x="0" y="38100"/>
                </a:lnTo>
                <a:lnTo>
                  <a:pt x="0" y="101600"/>
                </a:lnTo>
                <a:lnTo>
                  <a:pt x="12700" y="114300"/>
                </a:lnTo>
                <a:lnTo>
                  <a:pt x="12700" y="127000"/>
                </a:lnTo>
                <a:lnTo>
                  <a:pt x="38100" y="139700"/>
                </a:lnTo>
                <a:lnTo>
                  <a:pt x="88900" y="139700"/>
                </a:lnTo>
                <a:lnTo>
                  <a:pt x="114300" y="127000"/>
                </a:lnTo>
                <a:lnTo>
                  <a:pt x="38100" y="127000"/>
                </a:lnTo>
                <a:lnTo>
                  <a:pt x="25400" y="114300"/>
                </a:lnTo>
                <a:lnTo>
                  <a:pt x="12700" y="88900"/>
                </a:lnTo>
                <a:lnTo>
                  <a:pt x="12700" y="50800"/>
                </a:lnTo>
                <a:lnTo>
                  <a:pt x="38100" y="25400"/>
                </a:lnTo>
                <a:lnTo>
                  <a:pt x="63500" y="12700"/>
                </a:lnTo>
                <a:lnTo>
                  <a:pt x="88900" y="12700"/>
                </a:lnTo>
                <a:lnTo>
                  <a:pt x="63500" y="0"/>
                </a:lnTo>
                <a:close/>
              </a:path>
              <a:path w="127000" h="139700">
                <a:moveTo>
                  <a:pt x="88900" y="12700"/>
                </a:moveTo>
                <a:lnTo>
                  <a:pt x="63500" y="12700"/>
                </a:lnTo>
                <a:lnTo>
                  <a:pt x="88900" y="25400"/>
                </a:lnTo>
                <a:lnTo>
                  <a:pt x="114300" y="50800"/>
                </a:lnTo>
                <a:lnTo>
                  <a:pt x="114300" y="88900"/>
                </a:lnTo>
                <a:lnTo>
                  <a:pt x="101600" y="114300"/>
                </a:lnTo>
                <a:lnTo>
                  <a:pt x="88900" y="127000"/>
                </a:lnTo>
                <a:lnTo>
                  <a:pt x="114300" y="127000"/>
                </a:lnTo>
                <a:lnTo>
                  <a:pt x="114300" y="114300"/>
                </a:lnTo>
                <a:lnTo>
                  <a:pt x="127000" y="101600"/>
                </a:lnTo>
                <a:lnTo>
                  <a:pt x="127000" y="38100"/>
                </a:lnTo>
                <a:lnTo>
                  <a:pt x="1143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33787" y="40894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267" y="0"/>
                </a:moveTo>
                <a:lnTo>
                  <a:pt x="21997" y="13325"/>
                </a:lnTo>
                <a:lnTo>
                  <a:pt x="1400" y="48125"/>
                </a:lnTo>
                <a:lnTo>
                  <a:pt x="0" y="67325"/>
                </a:lnTo>
                <a:lnTo>
                  <a:pt x="2116" y="81953"/>
                </a:lnTo>
                <a:lnTo>
                  <a:pt x="24134" y="114820"/>
                </a:lnTo>
                <a:lnTo>
                  <a:pt x="66462" y="126937"/>
                </a:lnTo>
                <a:lnTo>
                  <a:pt x="81271" y="124942"/>
                </a:lnTo>
                <a:lnTo>
                  <a:pt x="114575" y="103184"/>
                </a:lnTo>
                <a:lnTo>
                  <a:pt x="126885" y="61335"/>
                </a:lnTo>
                <a:lnTo>
                  <a:pt x="125029" y="46319"/>
                </a:lnTo>
                <a:lnTo>
                  <a:pt x="103566" y="12519"/>
                </a:lnTo>
                <a:lnTo>
                  <a:pt x="62267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21000" y="4089400"/>
            <a:ext cx="139700" cy="127000"/>
          </a:xfrm>
          <a:custGeom>
            <a:avLst/>
            <a:gdLst/>
            <a:ahLst/>
            <a:cxnLst/>
            <a:rect l="l" t="t" r="r" b="b"/>
            <a:pathLst>
              <a:path w="139700" h="127000">
                <a:moveTo>
                  <a:pt x="101600" y="0"/>
                </a:moveTo>
                <a:lnTo>
                  <a:pt x="50800" y="0"/>
                </a:lnTo>
                <a:lnTo>
                  <a:pt x="25400" y="12700"/>
                </a:lnTo>
                <a:lnTo>
                  <a:pt x="0" y="63500"/>
                </a:lnTo>
                <a:lnTo>
                  <a:pt x="25400" y="114300"/>
                </a:lnTo>
                <a:lnTo>
                  <a:pt x="50800" y="127000"/>
                </a:lnTo>
                <a:lnTo>
                  <a:pt x="101600" y="127000"/>
                </a:lnTo>
                <a:lnTo>
                  <a:pt x="127000" y="114300"/>
                </a:lnTo>
                <a:lnTo>
                  <a:pt x="50800" y="114300"/>
                </a:lnTo>
                <a:lnTo>
                  <a:pt x="25400" y="88900"/>
                </a:lnTo>
                <a:lnTo>
                  <a:pt x="12700" y="63500"/>
                </a:lnTo>
                <a:lnTo>
                  <a:pt x="25400" y="38100"/>
                </a:lnTo>
                <a:lnTo>
                  <a:pt x="31750" y="38100"/>
                </a:lnTo>
                <a:lnTo>
                  <a:pt x="38100" y="25400"/>
                </a:lnTo>
                <a:lnTo>
                  <a:pt x="50800" y="12700"/>
                </a:lnTo>
                <a:lnTo>
                  <a:pt x="127000" y="12700"/>
                </a:lnTo>
                <a:lnTo>
                  <a:pt x="101600" y="0"/>
                </a:lnTo>
                <a:close/>
              </a:path>
              <a:path w="139700" h="127000">
                <a:moveTo>
                  <a:pt x="139700" y="38100"/>
                </a:moveTo>
                <a:lnTo>
                  <a:pt x="127000" y="38100"/>
                </a:lnTo>
                <a:lnTo>
                  <a:pt x="127000" y="88900"/>
                </a:lnTo>
                <a:lnTo>
                  <a:pt x="101600" y="114300"/>
                </a:lnTo>
                <a:lnTo>
                  <a:pt x="127000" y="114300"/>
                </a:lnTo>
                <a:lnTo>
                  <a:pt x="139700" y="88900"/>
                </a:lnTo>
                <a:lnTo>
                  <a:pt x="139700" y="38100"/>
                </a:lnTo>
                <a:close/>
              </a:path>
              <a:path w="139700" h="127000">
                <a:moveTo>
                  <a:pt x="31750" y="38100"/>
                </a:moveTo>
                <a:lnTo>
                  <a:pt x="25400" y="38100"/>
                </a:lnTo>
                <a:lnTo>
                  <a:pt x="25400" y="50800"/>
                </a:lnTo>
                <a:lnTo>
                  <a:pt x="31750" y="38100"/>
                </a:lnTo>
                <a:close/>
              </a:path>
              <a:path w="139700" h="127000">
                <a:moveTo>
                  <a:pt x="127000" y="12700"/>
                </a:moveTo>
                <a:lnTo>
                  <a:pt x="101600" y="12700"/>
                </a:lnTo>
                <a:lnTo>
                  <a:pt x="114300" y="25400"/>
                </a:lnTo>
                <a:lnTo>
                  <a:pt x="127000" y="50800"/>
                </a:lnTo>
                <a:lnTo>
                  <a:pt x="127000" y="38100"/>
                </a:lnTo>
                <a:lnTo>
                  <a:pt x="139700" y="38100"/>
                </a:lnTo>
                <a:lnTo>
                  <a:pt x="1270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78200" y="33528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2355" y="0"/>
                </a:moveTo>
                <a:lnTo>
                  <a:pt x="22085" y="13325"/>
                </a:lnTo>
                <a:lnTo>
                  <a:pt x="1488" y="48125"/>
                </a:lnTo>
                <a:lnTo>
                  <a:pt x="0" y="63492"/>
                </a:lnTo>
                <a:lnTo>
                  <a:pt x="54" y="65559"/>
                </a:lnTo>
                <a:lnTo>
                  <a:pt x="23789" y="110777"/>
                </a:lnTo>
                <a:lnTo>
                  <a:pt x="65585" y="126909"/>
                </a:lnTo>
                <a:lnTo>
                  <a:pt x="76968" y="124064"/>
                </a:lnTo>
                <a:lnTo>
                  <a:pt x="110800" y="97781"/>
                </a:lnTo>
                <a:lnTo>
                  <a:pt x="126959" y="61335"/>
                </a:lnTo>
                <a:lnTo>
                  <a:pt x="124305" y="46319"/>
                </a:lnTo>
                <a:lnTo>
                  <a:pt x="98273" y="12519"/>
                </a:lnTo>
                <a:lnTo>
                  <a:pt x="623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65500" y="33401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25400" y="50800"/>
                </a:moveTo>
                <a:lnTo>
                  <a:pt x="12700" y="50800"/>
                </a:lnTo>
                <a:lnTo>
                  <a:pt x="0" y="76200"/>
                </a:lnTo>
                <a:lnTo>
                  <a:pt x="25400" y="127000"/>
                </a:lnTo>
                <a:lnTo>
                  <a:pt x="50800" y="139700"/>
                </a:lnTo>
                <a:lnTo>
                  <a:pt x="101600" y="139700"/>
                </a:lnTo>
                <a:lnTo>
                  <a:pt x="127000" y="127000"/>
                </a:lnTo>
                <a:lnTo>
                  <a:pt x="50800" y="127000"/>
                </a:lnTo>
                <a:lnTo>
                  <a:pt x="25400" y="114300"/>
                </a:lnTo>
                <a:lnTo>
                  <a:pt x="38100" y="114300"/>
                </a:lnTo>
                <a:lnTo>
                  <a:pt x="12700" y="88900"/>
                </a:lnTo>
                <a:lnTo>
                  <a:pt x="19050" y="88900"/>
                </a:lnTo>
                <a:lnTo>
                  <a:pt x="12700" y="76200"/>
                </a:lnTo>
                <a:lnTo>
                  <a:pt x="25400" y="50800"/>
                </a:lnTo>
                <a:close/>
              </a:path>
              <a:path w="139700" h="139700">
                <a:moveTo>
                  <a:pt x="127000" y="88900"/>
                </a:moveTo>
                <a:lnTo>
                  <a:pt x="114300" y="114300"/>
                </a:lnTo>
                <a:lnTo>
                  <a:pt x="88900" y="127000"/>
                </a:lnTo>
                <a:lnTo>
                  <a:pt x="127000" y="127000"/>
                </a:lnTo>
                <a:lnTo>
                  <a:pt x="139700" y="101600"/>
                </a:lnTo>
                <a:lnTo>
                  <a:pt x="127000" y="101600"/>
                </a:lnTo>
                <a:lnTo>
                  <a:pt x="127000" y="88900"/>
                </a:lnTo>
                <a:close/>
              </a:path>
              <a:path w="139700" h="139700">
                <a:moveTo>
                  <a:pt x="19050" y="88900"/>
                </a:moveTo>
                <a:lnTo>
                  <a:pt x="12700" y="88900"/>
                </a:lnTo>
                <a:lnTo>
                  <a:pt x="25400" y="101600"/>
                </a:lnTo>
                <a:lnTo>
                  <a:pt x="19050" y="88900"/>
                </a:lnTo>
                <a:close/>
              </a:path>
              <a:path w="139700" h="139700">
                <a:moveTo>
                  <a:pt x="76200" y="0"/>
                </a:moveTo>
                <a:lnTo>
                  <a:pt x="50800" y="12700"/>
                </a:lnTo>
                <a:lnTo>
                  <a:pt x="76200" y="12700"/>
                </a:lnTo>
                <a:lnTo>
                  <a:pt x="101600" y="25400"/>
                </a:lnTo>
                <a:lnTo>
                  <a:pt x="88900" y="25400"/>
                </a:lnTo>
                <a:lnTo>
                  <a:pt x="114300" y="38100"/>
                </a:lnTo>
                <a:lnTo>
                  <a:pt x="127000" y="50800"/>
                </a:lnTo>
                <a:lnTo>
                  <a:pt x="127000" y="101600"/>
                </a:lnTo>
                <a:lnTo>
                  <a:pt x="139700" y="101600"/>
                </a:lnTo>
                <a:lnTo>
                  <a:pt x="139700" y="50800"/>
                </a:lnTo>
                <a:lnTo>
                  <a:pt x="127000" y="25400"/>
                </a:lnTo>
                <a:lnTo>
                  <a:pt x="76200" y="0"/>
                </a:lnTo>
                <a:close/>
              </a:path>
              <a:path w="139700" h="139700">
                <a:moveTo>
                  <a:pt x="76200" y="12700"/>
                </a:moveTo>
                <a:lnTo>
                  <a:pt x="38100" y="12700"/>
                </a:lnTo>
                <a:lnTo>
                  <a:pt x="25400" y="25400"/>
                </a:lnTo>
                <a:lnTo>
                  <a:pt x="12700" y="50800"/>
                </a:lnTo>
                <a:lnTo>
                  <a:pt x="38100" y="38100"/>
                </a:lnTo>
                <a:lnTo>
                  <a:pt x="50800" y="25400"/>
                </a:lnTo>
                <a:lnTo>
                  <a:pt x="76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56000" y="4495800"/>
            <a:ext cx="444500" cy="342900"/>
          </a:xfrm>
          <a:custGeom>
            <a:avLst/>
            <a:gdLst/>
            <a:ahLst/>
            <a:cxnLst/>
            <a:rect l="l" t="t" r="r" b="b"/>
            <a:pathLst>
              <a:path w="444500" h="342900">
                <a:moveTo>
                  <a:pt x="381559" y="34799"/>
                </a:moveTo>
                <a:lnTo>
                  <a:pt x="0" y="330200"/>
                </a:lnTo>
                <a:lnTo>
                  <a:pt x="12700" y="342900"/>
                </a:lnTo>
                <a:lnTo>
                  <a:pt x="395854" y="58624"/>
                </a:lnTo>
                <a:lnTo>
                  <a:pt x="381559" y="34799"/>
                </a:lnTo>
                <a:close/>
              </a:path>
              <a:path w="444500" h="342900">
                <a:moveTo>
                  <a:pt x="431800" y="25400"/>
                </a:moveTo>
                <a:lnTo>
                  <a:pt x="393700" y="25400"/>
                </a:lnTo>
                <a:lnTo>
                  <a:pt x="406400" y="50800"/>
                </a:lnTo>
                <a:lnTo>
                  <a:pt x="395854" y="58624"/>
                </a:lnTo>
                <a:lnTo>
                  <a:pt x="406400" y="76200"/>
                </a:lnTo>
                <a:lnTo>
                  <a:pt x="431800" y="25400"/>
                </a:lnTo>
                <a:close/>
              </a:path>
              <a:path w="444500" h="342900">
                <a:moveTo>
                  <a:pt x="393700" y="25400"/>
                </a:moveTo>
                <a:lnTo>
                  <a:pt x="381559" y="34799"/>
                </a:lnTo>
                <a:lnTo>
                  <a:pt x="395854" y="58624"/>
                </a:lnTo>
                <a:lnTo>
                  <a:pt x="406400" y="50800"/>
                </a:lnTo>
                <a:lnTo>
                  <a:pt x="393700" y="25400"/>
                </a:lnTo>
                <a:close/>
              </a:path>
              <a:path w="444500" h="342900">
                <a:moveTo>
                  <a:pt x="444500" y="0"/>
                </a:moveTo>
                <a:lnTo>
                  <a:pt x="368300" y="12700"/>
                </a:lnTo>
                <a:lnTo>
                  <a:pt x="381559" y="34799"/>
                </a:lnTo>
                <a:lnTo>
                  <a:pt x="393700" y="25400"/>
                </a:lnTo>
                <a:lnTo>
                  <a:pt x="431800" y="25400"/>
                </a:lnTo>
                <a:lnTo>
                  <a:pt x="4445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74900" y="2501900"/>
            <a:ext cx="393700" cy="304800"/>
          </a:xfrm>
          <a:custGeom>
            <a:avLst/>
            <a:gdLst/>
            <a:ahLst/>
            <a:cxnLst/>
            <a:rect l="l" t="t" r="r" b="b"/>
            <a:pathLst>
              <a:path w="393700" h="304800">
                <a:moveTo>
                  <a:pt x="38100" y="228600"/>
                </a:moveTo>
                <a:lnTo>
                  <a:pt x="0" y="304800"/>
                </a:lnTo>
                <a:lnTo>
                  <a:pt x="76200" y="292100"/>
                </a:lnTo>
                <a:lnTo>
                  <a:pt x="68580" y="279400"/>
                </a:lnTo>
                <a:lnTo>
                  <a:pt x="50800" y="279400"/>
                </a:lnTo>
                <a:lnTo>
                  <a:pt x="38100" y="254000"/>
                </a:lnTo>
                <a:lnTo>
                  <a:pt x="48768" y="246379"/>
                </a:lnTo>
                <a:lnTo>
                  <a:pt x="38100" y="228600"/>
                </a:lnTo>
                <a:close/>
              </a:path>
              <a:path w="393700" h="304800">
                <a:moveTo>
                  <a:pt x="48768" y="246379"/>
                </a:moveTo>
                <a:lnTo>
                  <a:pt x="38100" y="254000"/>
                </a:lnTo>
                <a:lnTo>
                  <a:pt x="50800" y="279400"/>
                </a:lnTo>
                <a:lnTo>
                  <a:pt x="62922" y="269971"/>
                </a:lnTo>
                <a:lnTo>
                  <a:pt x="48768" y="246379"/>
                </a:lnTo>
                <a:close/>
              </a:path>
              <a:path w="393700" h="304800">
                <a:moveTo>
                  <a:pt x="62922" y="269971"/>
                </a:moveTo>
                <a:lnTo>
                  <a:pt x="50800" y="279400"/>
                </a:lnTo>
                <a:lnTo>
                  <a:pt x="68580" y="279400"/>
                </a:lnTo>
                <a:lnTo>
                  <a:pt x="62922" y="269971"/>
                </a:lnTo>
                <a:close/>
              </a:path>
              <a:path w="393700" h="304800">
                <a:moveTo>
                  <a:pt x="393700" y="0"/>
                </a:moveTo>
                <a:lnTo>
                  <a:pt x="48768" y="246379"/>
                </a:lnTo>
                <a:lnTo>
                  <a:pt x="62922" y="269971"/>
                </a:lnTo>
                <a:lnTo>
                  <a:pt x="393700" y="12700"/>
                </a:lnTo>
                <a:lnTo>
                  <a:pt x="3937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454400" y="4356100"/>
            <a:ext cx="176530" cy="34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ξ</a:t>
            </a:r>
            <a:r>
              <a:rPr sz="1950" baseline="-17094" dirty="0">
                <a:latin typeface="Arial"/>
                <a:cs typeface="Arial"/>
              </a:rPr>
              <a:t>i</a:t>
            </a:r>
            <a:endParaRPr sz="1950" baseline="-17094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87600" y="2298700"/>
            <a:ext cx="176530" cy="34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ξ</a:t>
            </a:r>
            <a:r>
              <a:rPr sz="1950" baseline="-17094" dirty="0">
                <a:latin typeface="Arial"/>
                <a:cs typeface="Arial"/>
              </a:rPr>
              <a:t>j</a:t>
            </a:r>
            <a:endParaRPr sz="1950" baseline="-17094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978400" y="1823720"/>
            <a:ext cx="554989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  <a:tabLst>
                <a:tab pos="30353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	</a:t>
            </a:r>
            <a:r>
              <a:rPr sz="2000" spc="-20" dirty="0">
                <a:latin typeface="Arial"/>
                <a:cs typeface="Arial"/>
              </a:rPr>
              <a:t>«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»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ере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: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1112103" y="5816600"/>
            <a:ext cx="721614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В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реа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ск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30" dirty="0">
                <a:latin typeface="Arial"/>
                <a:cs typeface="Arial"/>
              </a:rPr>
              <a:t>г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0</a:t>
            </a:r>
            <a:r>
              <a:rPr sz="2000" dirty="0">
                <a:latin typeface="Arial"/>
                <a:cs typeface="Arial"/>
              </a:rPr>
              <a:t>)</a:t>
            </a:r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334" y="2289175"/>
            <a:ext cx="1771650" cy="523875"/>
          </a:xfrm>
          <a:prstGeom prst="rect">
            <a:avLst/>
          </a:prstGeom>
        </p:spPr>
      </p:pic>
      <p:pic>
        <p:nvPicPr>
          <p:cNvPr id="63" name="Рисунок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3233737"/>
            <a:ext cx="4191000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500" y="1460500"/>
            <a:ext cx="703072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18161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	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SV</a:t>
            </a:r>
            <a:r>
              <a:rPr sz="2000" dirty="0">
                <a:latin typeface="Arial"/>
                <a:cs typeface="Arial"/>
              </a:rPr>
              <a:t>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9500" y="3111500"/>
            <a:ext cx="504952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8100" y="6718300"/>
            <a:ext cx="1397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5500" y="6718300"/>
            <a:ext cx="1270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76600" y="384810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86200" y="0"/>
                </a:moveTo>
                <a:lnTo>
                  <a:pt x="3886200" y="76200"/>
                </a:lnTo>
                <a:lnTo>
                  <a:pt x="3937000" y="50800"/>
                </a:lnTo>
                <a:lnTo>
                  <a:pt x="3898900" y="50800"/>
                </a:lnTo>
                <a:lnTo>
                  <a:pt x="3898900" y="25400"/>
                </a:lnTo>
                <a:lnTo>
                  <a:pt x="3937000" y="25400"/>
                </a:lnTo>
                <a:lnTo>
                  <a:pt x="3886200" y="0"/>
                </a:lnTo>
                <a:close/>
              </a:path>
              <a:path w="3962400" h="76200">
                <a:moveTo>
                  <a:pt x="38862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886200" y="50800"/>
                </a:lnTo>
                <a:lnTo>
                  <a:pt x="3886200" y="25400"/>
                </a:lnTo>
                <a:close/>
              </a:path>
              <a:path w="3962400" h="76200">
                <a:moveTo>
                  <a:pt x="3937000" y="25400"/>
                </a:moveTo>
                <a:lnTo>
                  <a:pt x="3898900" y="25400"/>
                </a:lnTo>
                <a:lnTo>
                  <a:pt x="3898900" y="50800"/>
                </a:lnTo>
                <a:lnTo>
                  <a:pt x="3937000" y="50800"/>
                </a:lnTo>
                <a:lnTo>
                  <a:pt x="3962400" y="38100"/>
                </a:lnTo>
                <a:lnTo>
                  <a:pt x="39370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11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084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86350" y="3822700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767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76700" y="3822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4666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4666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4666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593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466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625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625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261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134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547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420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864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864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357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230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643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51600" y="383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59600" y="3835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46900" y="3822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381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4666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4666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4666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38500" y="219710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86200" y="0"/>
                </a:moveTo>
                <a:lnTo>
                  <a:pt x="3886200" y="76200"/>
                </a:lnTo>
                <a:lnTo>
                  <a:pt x="3937000" y="50800"/>
                </a:lnTo>
                <a:lnTo>
                  <a:pt x="3898900" y="50800"/>
                </a:lnTo>
                <a:lnTo>
                  <a:pt x="3898900" y="25400"/>
                </a:lnTo>
                <a:lnTo>
                  <a:pt x="3937000" y="25400"/>
                </a:lnTo>
                <a:lnTo>
                  <a:pt x="3886200" y="0"/>
                </a:lnTo>
                <a:close/>
              </a:path>
              <a:path w="3962400" h="76200">
                <a:moveTo>
                  <a:pt x="38862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886200" y="50800"/>
                </a:lnTo>
                <a:lnTo>
                  <a:pt x="3886200" y="25400"/>
                </a:lnTo>
                <a:close/>
              </a:path>
              <a:path w="3962400" h="76200">
                <a:moveTo>
                  <a:pt x="3937000" y="25400"/>
                </a:moveTo>
                <a:lnTo>
                  <a:pt x="3898900" y="25400"/>
                </a:lnTo>
                <a:lnTo>
                  <a:pt x="3898900" y="50800"/>
                </a:lnTo>
                <a:lnTo>
                  <a:pt x="3937000" y="50800"/>
                </a:lnTo>
                <a:lnTo>
                  <a:pt x="3962400" y="38100"/>
                </a:lnTo>
                <a:lnTo>
                  <a:pt x="39370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83000" y="219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670300" y="219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0" y="25400"/>
                </a:lnTo>
                <a:lnTo>
                  <a:pt x="0" y="635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48250" y="2184400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38600" y="218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038600" y="218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254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101600" y="25400"/>
                </a:move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close/>
              </a:path>
              <a:path w="101600" h="101600">
                <a:moveTo>
                  <a:pt x="2540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25400" y="254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254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21200" y="219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08500" y="219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0" y="25400"/>
                </a:lnTo>
                <a:lnTo>
                  <a:pt x="0" y="635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24400" y="219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724400" y="219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88000" y="219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75300" y="219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0" y="25400"/>
                </a:lnTo>
                <a:lnTo>
                  <a:pt x="0" y="635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16600" y="219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03900" y="219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0" y="25400"/>
                </a:lnTo>
                <a:lnTo>
                  <a:pt x="0" y="635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448300" y="219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448300" y="219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162550" y="1993900"/>
            <a:ext cx="0" cy="546100"/>
          </a:xfrm>
          <a:custGeom>
            <a:avLst/>
            <a:gdLst/>
            <a:ahLst/>
            <a:cxnLst/>
            <a:rect l="l" t="t" r="r" b="b"/>
            <a:pathLst>
              <a:path h="546100">
                <a:moveTo>
                  <a:pt x="0" y="0"/>
                </a:moveTo>
                <a:lnTo>
                  <a:pt x="0" y="5461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372100" y="21209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7000" y="0"/>
                </a:moveTo>
                <a:lnTo>
                  <a:pt x="1143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12700" y="1778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120650" y="227012"/>
                </a:lnTo>
                <a:lnTo>
                  <a:pt x="76200" y="2159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39700"/>
                </a:lnTo>
                <a:lnTo>
                  <a:pt x="12700" y="127000"/>
                </a:lnTo>
                <a:lnTo>
                  <a:pt x="25400" y="101600"/>
                </a:lnTo>
                <a:lnTo>
                  <a:pt x="12700" y="1016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90500" y="25400"/>
                </a:lnTo>
                <a:lnTo>
                  <a:pt x="177800" y="12700"/>
                </a:lnTo>
                <a:lnTo>
                  <a:pt x="165100" y="12700"/>
                </a:lnTo>
                <a:lnTo>
                  <a:pt x="127000" y="0"/>
                </a:lnTo>
                <a:close/>
              </a:path>
              <a:path w="241300" h="241300">
                <a:moveTo>
                  <a:pt x="120650" y="227012"/>
                </a:moveTo>
                <a:lnTo>
                  <a:pt x="114300" y="228600"/>
                </a:lnTo>
                <a:lnTo>
                  <a:pt x="127000" y="228600"/>
                </a:lnTo>
                <a:lnTo>
                  <a:pt x="120650" y="227012"/>
                </a:lnTo>
                <a:close/>
              </a:path>
              <a:path w="241300" h="241300">
                <a:moveTo>
                  <a:pt x="241300" y="76200"/>
                </a:moveTo>
                <a:lnTo>
                  <a:pt x="215900" y="762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190500"/>
                </a:lnTo>
                <a:lnTo>
                  <a:pt x="203200" y="190500"/>
                </a:lnTo>
                <a:lnTo>
                  <a:pt x="165100" y="215900"/>
                </a:lnTo>
                <a:lnTo>
                  <a:pt x="120650" y="227012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215900" y="203200"/>
                </a:lnTo>
                <a:lnTo>
                  <a:pt x="241300" y="177800"/>
                </a:lnTo>
                <a:lnTo>
                  <a:pt x="241300" y="76200"/>
                </a:lnTo>
                <a:close/>
              </a:path>
              <a:path w="241300" h="241300">
                <a:moveTo>
                  <a:pt x="190500" y="25400"/>
                </a:moveTo>
                <a:lnTo>
                  <a:pt x="165100" y="25400"/>
                </a:lnTo>
                <a:lnTo>
                  <a:pt x="203200" y="50800"/>
                </a:lnTo>
                <a:lnTo>
                  <a:pt x="190500" y="50800"/>
                </a:lnTo>
                <a:lnTo>
                  <a:pt x="215900" y="88900"/>
                </a:lnTo>
                <a:lnTo>
                  <a:pt x="215900" y="76200"/>
                </a:lnTo>
                <a:lnTo>
                  <a:pt x="241300" y="76200"/>
                </a:lnTo>
                <a:lnTo>
                  <a:pt x="215900" y="38100"/>
                </a:lnTo>
                <a:lnTo>
                  <a:pt x="203200" y="38100"/>
                </a:lnTo>
                <a:lnTo>
                  <a:pt x="190500" y="25400"/>
                </a:lnTo>
                <a:close/>
              </a:path>
              <a:path w="241300" h="241300">
                <a:moveTo>
                  <a:pt x="114300" y="25400"/>
                </a:moveTo>
                <a:lnTo>
                  <a:pt x="88900" y="25400"/>
                </a:lnTo>
                <a:lnTo>
                  <a:pt x="76200" y="38100"/>
                </a:lnTo>
                <a:lnTo>
                  <a:pt x="120650" y="26987"/>
                </a:lnTo>
                <a:lnTo>
                  <a:pt x="114300" y="25400"/>
                </a:lnTo>
                <a:close/>
              </a:path>
              <a:path w="241300" h="241300">
                <a:moveTo>
                  <a:pt x="165100" y="25400"/>
                </a:moveTo>
                <a:lnTo>
                  <a:pt x="127000" y="25400"/>
                </a:lnTo>
                <a:lnTo>
                  <a:pt x="120650" y="26987"/>
                </a:lnTo>
                <a:lnTo>
                  <a:pt x="165100" y="38100"/>
                </a:lnTo>
                <a:lnTo>
                  <a:pt x="165100" y="25400"/>
                </a:lnTo>
                <a:close/>
              </a:path>
              <a:path w="241300" h="241300">
                <a:moveTo>
                  <a:pt x="127000" y="25400"/>
                </a:moveTo>
                <a:lnTo>
                  <a:pt x="114300" y="25400"/>
                </a:lnTo>
                <a:lnTo>
                  <a:pt x="120650" y="26987"/>
                </a:lnTo>
                <a:lnTo>
                  <a:pt x="1270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60900" y="2120900"/>
            <a:ext cx="241300" cy="228600"/>
          </a:xfrm>
          <a:custGeom>
            <a:avLst/>
            <a:gdLst/>
            <a:ahLst/>
            <a:cxnLst/>
            <a:rect l="l" t="t" r="r" b="b"/>
            <a:pathLst>
              <a:path w="241300" h="228600">
                <a:moveTo>
                  <a:pt x="165100" y="0"/>
                </a:moveTo>
                <a:lnTo>
                  <a:pt x="63500" y="0"/>
                </a:lnTo>
                <a:lnTo>
                  <a:pt x="38100" y="25400"/>
                </a:lnTo>
                <a:lnTo>
                  <a:pt x="25400" y="25400"/>
                </a:lnTo>
                <a:lnTo>
                  <a:pt x="0" y="63500"/>
                </a:lnTo>
                <a:lnTo>
                  <a:pt x="0" y="165100"/>
                </a:lnTo>
                <a:lnTo>
                  <a:pt x="25400" y="203200"/>
                </a:lnTo>
                <a:lnTo>
                  <a:pt x="38100" y="203200"/>
                </a:lnTo>
                <a:lnTo>
                  <a:pt x="63500" y="228600"/>
                </a:lnTo>
                <a:lnTo>
                  <a:pt x="165100" y="228600"/>
                </a:lnTo>
                <a:lnTo>
                  <a:pt x="184150" y="215900"/>
                </a:lnTo>
                <a:lnTo>
                  <a:pt x="114300" y="215900"/>
                </a:lnTo>
                <a:lnTo>
                  <a:pt x="76200" y="203200"/>
                </a:lnTo>
                <a:lnTo>
                  <a:pt x="57150" y="190500"/>
                </a:lnTo>
                <a:lnTo>
                  <a:pt x="50800" y="1905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25400" y="152400"/>
                </a:lnTo>
                <a:lnTo>
                  <a:pt x="19050" y="139700"/>
                </a:lnTo>
                <a:lnTo>
                  <a:pt x="12700" y="139700"/>
                </a:lnTo>
                <a:lnTo>
                  <a:pt x="12700" y="88900"/>
                </a:lnTo>
                <a:lnTo>
                  <a:pt x="25400" y="762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114300" y="12700"/>
                </a:lnTo>
                <a:lnTo>
                  <a:pt x="184150" y="12700"/>
                </a:lnTo>
                <a:lnTo>
                  <a:pt x="165100" y="0"/>
                </a:lnTo>
                <a:close/>
              </a:path>
              <a:path w="241300" h="228600">
                <a:moveTo>
                  <a:pt x="190500" y="177800"/>
                </a:moveTo>
                <a:lnTo>
                  <a:pt x="152400" y="203200"/>
                </a:lnTo>
                <a:lnTo>
                  <a:pt x="165100" y="203200"/>
                </a:lnTo>
                <a:lnTo>
                  <a:pt x="114300" y="215900"/>
                </a:lnTo>
                <a:lnTo>
                  <a:pt x="184150" y="215900"/>
                </a:lnTo>
                <a:lnTo>
                  <a:pt x="203200" y="203200"/>
                </a:lnTo>
                <a:lnTo>
                  <a:pt x="211666" y="190500"/>
                </a:lnTo>
                <a:lnTo>
                  <a:pt x="190500" y="190500"/>
                </a:lnTo>
                <a:lnTo>
                  <a:pt x="190500" y="177800"/>
                </a:lnTo>
                <a:close/>
              </a:path>
              <a:path w="241300" h="228600">
                <a:moveTo>
                  <a:pt x="38100" y="177800"/>
                </a:moveTo>
                <a:lnTo>
                  <a:pt x="50800" y="190500"/>
                </a:lnTo>
                <a:lnTo>
                  <a:pt x="45720" y="182879"/>
                </a:lnTo>
                <a:lnTo>
                  <a:pt x="38100" y="177800"/>
                </a:lnTo>
                <a:close/>
              </a:path>
              <a:path w="241300" h="228600">
                <a:moveTo>
                  <a:pt x="45720" y="182879"/>
                </a:moveTo>
                <a:lnTo>
                  <a:pt x="50800" y="190500"/>
                </a:lnTo>
                <a:lnTo>
                  <a:pt x="57150" y="190500"/>
                </a:lnTo>
                <a:lnTo>
                  <a:pt x="45720" y="182879"/>
                </a:lnTo>
                <a:close/>
              </a:path>
              <a:path w="241300" h="228600">
                <a:moveTo>
                  <a:pt x="211666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8600" y="114300"/>
                </a:lnTo>
                <a:lnTo>
                  <a:pt x="215900" y="152400"/>
                </a:lnTo>
                <a:lnTo>
                  <a:pt x="190500" y="190500"/>
                </a:lnTo>
                <a:lnTo>
                  <a:pt x="211666" y="190500"/>
                </a:lnTo>
                <a:lnTo>
                  <a:pt x="228600" y="165100"/>
                </a:lnTo>
                <a:lnTo>
                  <a:pt x="228600" y="152400"/>
                </a:lnTo>
                <a:lnTo>
                  <a:pt x="241300" y="114300"/>
                </a:lnTo>
                <a:lnTo>
                  <a:pt x="228600" y="63500"/>
                </a:lnTo>
                <a:lnTo>
                  <a:pt x="211666" y="38100"/>
                </a:lnTo>
                <a:close/>
              </a:path>
              <a:path w="241300" h="228600">
                <a:moveTo>
                  <a:pt x="42333" y="177800"/>
                </a:moveTo>
                <a:lnTo>
                  <a:pt x="38100" y="177800"/>
                </a:lnTo>
                <a:lnTo>
                  <a:pt x="45720" y="182879"/>
                </a:lnTo>
                <a:lnTo>
                  <a:pt x="42333" y="177800"/>
                </a:lnTo>
                <a:close/>
              </a:path>
              <a:path w="241300" h="228600">
                <a:moveTo>
                  <a:pt x="12700" y="127000"/>
                </a:moveTo>
                <a:lnTo>
                  <a:pt x="12700" y="139700"/>
                </a:lnTo>
                <a:lnTo>
                  <a:pt x="19050" y="139700"/>
                </a:lnTo>
                <a:lnTo>
                  <a:pt x="12700" y="127000"/>
                </a:lnTo>
                <a:close/>
              </a:path>
              <a:path w="241300" h="228600">
                <a:moveTo>
                  <a:pt x="50800" y="38100"/>
                </a:moveTo>
                <a:lnTo>
                  <a:pt x="38100" y="50800"/>
                </a:lnTo>
                <a:lnTo>
                  <a:pt x="45720" y="45720"/>
                </a:lnTo>
                <a:lnTo>
                  <a:pt x="50800" y="38100"/>
                </a:lnTo>
                <a:close/>
              </a:path>
              <a:path w="241300" h="228600">
                <a:moveTo>
                  <a:pt x="45720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20" y="45720"/>
                </a:lnTo>
                <a:close/>
              </a:path>
              <a:path w="241300" h="228600">
                <a:moveTo>
                  <a:pt x="184150" y="12700"/>
                </a:moveTo>
                <a:lnTo>
                  <a:pt x="114300" y="127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11666" y="38100"/>
                </a:lnTo>
                <a:lnTo>
                  <a:pt x="203200" y="25400"/>
                </a:lnTo>
                <a:lnTo>
                  <a:pt x="184150" y="12700"/>
                </a:lnTo>
                <a:close/>
              </a:path>
              <a:path w="241300" h="228600">
                <a:moveTo>
                  <a:pt x="57150" y="38100"/>
                </a:moveTo>
                <a:lnTo>
                  <a:pt x="50800" y="38100"/>
                </a:lnTo>
                <a:lnTo>
                  <a:pt x="45720" y="45720"/>
                </a:lnTo>
                <a:lnTo>
                  <a:pt x="57150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99100" y="2552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499100" y="2527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99100" y="2501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86400" y="2476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486400" y="2451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486400" y="2425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486400" y="2400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486400" y="2374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486400" y="2349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486400" y="2324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486400" y="2298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86400" y="2273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486400" y="2247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486400" y="2222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486400" y="2197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486400" y="2171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86400" y="2146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86400" y="2120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486400" y="2095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86400" y="2070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86400" y="2044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486400" y="2019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486400" y="1993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486400" y="1968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775200" y="2552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775200" y="2527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775200" y="2501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775200" y="2476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775200" y="2451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775200" y="2425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775200" y="2400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775200" y="2374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775200" y="2349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775200" y="2324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775200" y="2298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775200" y="2273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775200" y="2247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775200" y="2222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775200" y="2197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775200" y="2171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775200" y="2146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775200" y="2120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775200" y="2095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775200" y="2070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775200" y="20447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775200" y="2019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775200" y="19939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775200" y="19685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0" y="6350"/>
                </a:moveTo>
                <a:lnTo>
                  <a:pt x="12700" y="635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289300" y="668020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86200" y="0"/>
                </a:moveTo>
                <a:lnTo>
                  <a:pt x="3886200" y="76200"/>
                </a:lnTo>
                <a:lnTo>
                  <a:pt x="3937000" y="50800"/>
                </a:lnTo>
                <a:lnTo>
                  <a:pt x="3898900" y="50800"/>
                </a:lnTo>
                <a:lnTo>
                  <a:pt x="3898900" y="25400"/>
                </a:lnTo>
                <a:lnTo>
                  <a:pt x="3937000" y="25400"/>
                </a:lnTo>
                <a:lnTo>
                  <a:pt x="3886200" y="0"/>
                </a:lnTo>
                <a:close/>
              </a:path>
              <a:path w="3962400" h="76200">
                <a:moveTo>
                  <a:pt x="38862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886200" y="50800"/>
                </a:lnTo>
                <a:lnTo>
                  <a:pt x="3886200" y="25400"/>
                </a:lnTo>
                <a:close/>
              </a:path>
              <a:path w="3962400" h="76200">
                <a:moveTo>
                  <a:pt x="3937000" y="25400"/>
                </a:moveTo>
                <a:lnTo>
                  <a:pt x="3898900" y="25400"/>
                </a:lnTo>
                <a:lnTo>
                  <a:pt x="3898900" y="50800"/>
                </a:lnTo>
                <a:lnTo>
                  <a:pt x="3937000" y="50800"/>
                </a:lnTo>
                <a:lnTo>
                  <a:pt x="3962400" y="38100"/>
                </a:lnTo>
                <a:lnTo>
                  <a:pt x="39370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797300" y="5689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784600" y="5689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254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101600" y="25400"/>
                </a:move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close/>
              </a:path>
              <a:path w="101600" h="101600">
                <a:moveTo>
                  <a:pt x="2540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25400" y="254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254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099050" y="6654800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114800" y="6172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114800" y="6159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4666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4666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4666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572000" y="6489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572000" y="6477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800600" y="6578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800600" y="6578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638800" y="6489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638800" y="6489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254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101600" y="25400"/>
                </a:move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close/>
              </a:path>
              <a:path w="101600" h="101600">
                <a:moveTo>
                  <a:pt x="2540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25400" y="254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254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867400" y="63119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867400" y="6311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448300" y="65659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448300" y="6553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248400" y="5994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248400" y="5981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540500" y="5689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527800" y="5676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959600" y="5156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946900" y="5156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254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101600" y="25400"/>
                </a:move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close/>
              </a:path>
              <a:path w="101600" h="101600">
                <a:moveTo>
                  <a:pt x="2540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25400" y="254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254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067300" y="5270500"/>
            <a:ext cx="76200" cy="1485900"/>
          </a:xfrm>
          <a:custGeom>
            <a:avLst/>
            <a:gdLst/>
            <a:ahLst/>
            <a:cxnLst/>
            <a:rect l="l" t="t" r="r" b="b"/>
            <a:pathLst>
              <a:path w="76200" h="1485900">
                <a:moveTo>
                  <a:pt x="50800" y="63500"/>
                </a:moveTo>
                <a:lnTo>
                  <a:pt x="25400" y="63500"/>
                </a:lnTo>
                <a:lnTo>
                  <a:pt x="25400" y="1485900"/>
                </a:lnTo>
                <a:lnTo>
                  <a:pt x="50800" y="1485900"/>
                </a:lnTo>
                <a:lnTo>
                  <a:pt x="50800" y="63500"/>
                </a:lnTo>
                <a:close/>
              </a:path>
              <a:path w="76200" h="148590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4859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1079500" y="4508500"/>
            <a:ext cx="8460740" cy="895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0353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	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R="46355" algn="ctr">
              <a:lnSpc>
                <a:spcPts val="1660"/>
              </a:lnSpc>
            </a:pPr>
            <a:r>
              <a:rPr sz="2700" i="1" baseline="-15432" dirty="0">
                <a:latin typeface="Times New Roman"/>
                <a:cs typeface="Times New Roman"/>
              </a:rPr>
              <a:t>x</a:t>
            </a:r>
            <a:r>
              <a:rPr sz="1200" i="1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016500" y="3911600"/>
            <a:ext cx="1397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175500" y="3848100"/>
            <a:ext cx="1270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978400" y="2260600"/>
            <a:ext cx="1397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175500" y="2184400"/>
            <a:ext cx="1270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4457700" y="5562600"/>
            <a:ext cx="3200400" cy="1308100"/>
          </a:xfrm>
          <a:custGeom>
            <a:avLst/>
            <a:gdLst/>
            <a:ahLst/>
            <a:cxnLst/>
            <a:rect l="l" t="t" r="r" b="b"/>
            <a:pathLst>
              <a:path w="3200400" h="1308100">
                <a:moveTo>
                  <a:pt x="3187700" y="0"/>
                </a:moveTo>
                <a:lnTo>
                  <a:pt x="0" y="1295400"/>
                </a:lnTo>
                <a:lnTo>
                  <a:pt x="12700" y="1308100"/>
                </a:lnTo>
                <a:lnTo>
                  <a:pt x="3200400" y="12700"/>
                </a:lnTo>
                <a:lnTo>
                  <a:pt x="3187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457700" y="5499100"/>
            <a:ext cx="3111500" cy="1282700"/>
          </a:xfrm>
          <a:custGeom>
            <a:avLst/>
            <a:gdLst/>
            <a:ahLst/>
            <a:cxnLst/>
            <a:rect l="l" t="t" r="r" b="b"/>
            <a:pathLst>
              <a:path w="3111500" h="1282700">
                <a:moveTo>
                  <a:pt x="12700" y="1270000"/>
                </a:moveTo>
                <a:lnTo>
                  <a:pt x="0" y="1270000"/>
                </a:lnTo>
                <a:lnTo>
                  <a:pt x="0" y="1282700"/>
                </a:lnTo>
                <a:lnTo>
                  <a:pt x="12700" y="1282700"/>
                </a:lnTo>
                <a:lnTo>
                  <a:pt x="12700" y="1270000"/>
                </a:lnTo>
                <a:close/>
              </a:path>
              <a:path w="3111500" h="1282700">
                <a:moveTo>
                  <a:pt x="38100" y="1270000"/>
                </a:moveTo>
                <a:lnTo>
                  <a:pt x="25400" y="1270000"/>
                </a:lnTo>
                <a:lnTo>
                  <a:pt x="25400" y="1282700"/>
                </a:lnTo>
                <a:lnTo>
                  <a:pt x="38100" y="1270000"/>
                </a:lnTo>
                <a:close/>
              </a:path>
              <a:path w="3111500" h="1282700">
                <a:moveTo>
                  <a:pt x="63500" y="1257300"/>
                </a:moveTo>
                <a:lnTo>
                  <a:pt x="50800" y="1257300"/>
                </a:lnTo>
                <a:lnTo>
                  <a:pt x="46587" y="1258435"/>
                </a:lnTo>
                <a:lnTo>
                  <a:pt x="47582" y="1266387"/>
                </a:lnTo>
                <a:lnTo>
                  <a:pt x="50800" y="1270000"/>
                </a:lnTo>
                <a:lnTo>
                  <a:pt x="63500" y="1257300"/>
                </a:lnTo>
                <a:close/>
              </a:path>
              <a:path w="3111500" h="1282700">
                <a:moveTo>
                  <a:pt x="76200" y="1244600"/>
                </a:moveTo>
                <a:lnTo>
                  <a:pt x="63500" y="1244600"/>
                </a:lnTo>
                <a:lnTo>
                  <a:pt x="63500" y="1257300"/>
                </a:lnTo>
                <a:lnTo>
                  <a:pt x="76200" y="1257300"/>
                </a:lnTo>
                <a:lnTo>
                  <a:pt x="76200" y="1244600"/>
                </a:lnTo>
                <a:close/>
              </a:path>
              <a:path w="3111500" h="1282700">
                <a:moveTo>
                  <a:pt x="101600" y="1231900"/>
                </a:moveTo>
                <a:lnTo>
                  <a:pt x="88900" y="1231900"/>
                </a:lnTo>
                <a:lnTo>
                  <a:pt x="88900" y="1244600"/>
                </a:lnTo>
                <a:lnTo>
                  <a:pt x="101600" y="1244600"/>
                </a:lnTo>
                <a:lnTo>
                  <a:pt x="101600" y="1231900"/>
                </a:lnTo>
                <a:close/>
              </a:path>
              <a:path w="3111500" h="1282700">
                <a:moveTo>
                  <a:pt x="125864" y="1227687"/>
                </a:moveTo>
                <a:lnTo>
                  <a:pt x="117912" y="1228682"/>
                </a:lnTo>
                <a:lnTo>
                  <a:pt x="114300" y="1231900"/>
                </a:lnTo>
                <a:lnTo>
                  <a:pt x="119648" y="1236112"/>
                </a:lnTo>
                <a:lnTo>
                  <a:pt x="126605" y="1235117"/>
                </a:lnTo>
                <a:lnTo>
                  <a:pt x="127000" y="1231900"/>
                </a:lnTo>
                <a:lnTo>
                  <a:pt x="125864" y="1227687"/>
                </a:lnTo>
                <a:close/>
              </a:path>
              <a:path w="3111500" h="1282700">
                <a:moveTo>
                  <a:pt x="152400" y="1219200"/>
                </a:moveTo>
                <a:lnTo>
                  <a:pt x="139700" y="1219200"/>
                </a:lnTo>
                <a:lnTo>
                  <a:pt x="139700" y="1231900"/>
                </a:lnTo>
                <a:lnTo>
                  <a:pt x="152400" y="1231900"/>
                </a:lnTo>
                <a:lnTo>
                  <a:pt x="152400" y="1219200"/>
                </a:lnTo>
                <a:close/>
              </a:path>
              <a:path w="3111500" h="1282700">
                <a:moveTo>
                  <a:pt x="177800" y="1206500"/>
                </a:moveTo>
                <a:lnTo>
                  <a:pt x="165100" y="1206500"/>
                </a:lnTo>
                <a:lnTo>
                  <a:pt x="165100" y="1219200"/>
                </a:lnTo>
                <a:lnTo>
                  <a:pt x="177800" y="1219200"/>
                </a:lnTo>
                <a:lnTo>
                  <a:pt x="177800" y="1206500"/>
                </a:lnTo>
                <a:close/>
              </a:path>
              <a:path w="3111500" h="1282700">
                <a:moveTo>
                  <a:pt x="203200" y="1193800"/>
                </a:moveTo>
                <a:lnTo>
                  <a:pt x="190500" y="1193800"/>
                </a:lnTo>
                <a:lnTo>
                  <a:pt x="190500" y="1206500"/>
                </a:lnTo>
                <a:lnTo>
                  <a:pt x="203200" y="1206500"/>
                </a:lnTo>
                <a:lnTo>
                  <a:pt x="203200" y="1193800"/>
                </a:lnTo>
                <a:close/>
              </a:path>
              <a:path w="3111500" h="1282700">
                <a:moveTo>
                  <a:pt x="241300" y="1181100"/>
                </a:moveTo>
                <a:lnTo>
                  <a:pt x="228600" y="1181100"/>
                </a:lnTo>
                <a:lnTo>
                  <a:pt x="241300" y="1193800"/>
                </a:lnTo>
                <a:lnTo>
                  <a:pt x="241300" y="1181100"/>
                </a:lnTo>
                <a:close/>
              </a:path>
              <a:path w="3111500" h="1282700">
                <a:moveTo>
                  <a:pt x="266700" y="1168400"/>
                </a:moveTo>
                <a:lnTo>
                  <a:pt x="254000" y="1168400"/>
                </a:lnTo>
                <a:lnTo>
                  <a:pt x="254000" y="1181100"/>
                </a:lnTo>
                <a:lnTo>
                  <a:pt x="266700" y="1181100"/>
                </a:lnTo>
                <a:lnTo>
                  <a:pt x="266700" y="1168400"/>
                </a:lnTo>
                <a:close/>
              </a:path>
              <a:path w="3111500" h="1282700">
                <a:moveTo>
                  <a:pt x="292100" y="1155700"/>
                </a:moveTo>
                <a:lnTo>
                  <a:pt x="279400" y="1155700"/>
                </a:lnTo>
                <a:lnTo>
                  <a:pt x="279400" y="1168400"/>
                </a:lnTo>
                <a:lnTo>
                  <a:pt x="292100" y="1168400"/>
                </a:lnTo>
                <a:lnTo>
                  <a:pt x="292100" y="1155700"/>
                </a:lnTo>
                <a:close/>
              </a:path>
              <a:path w="3111500" h="1282700">
                <a:moveTo>
                  <a:pt x="317500" y="1143000"/>
                </a:moveTo>
                <a:lnTo>
                  <a:pt x="304800" y="1143000"/>
                </a:lnTo>
                <a:lnTo>
                  <a:pt x="304800" y="1155700"/>
                </a:lnTo>
                <a:lnTo>
                  <a:pt x="317500" y="1155700"/>
                </a:lnTo>
                <a:lnTo>
                  <a:pt x="317500" y="1143000"/>
                </a:lnTo>
                <a:close/>
              </a:path>
              <a:path w="3111500" h="1282700">
                <a:moveTo>
                  <a:pt x="342900" y="1143000"/>
                </a:moveTo>
                <a:lnTo>
                  <a:pt x="330200" y="1143000"/>
                </a:lnTo>
                <a:lnTo>
                  <a:pt x="330200" y="1155700"/>
                </a:lnTo>
                <a:lnTo>
                  <a:pt x="342900" y="1155700"/>
                </a:lnTo>
                <a:lnTo>
                  <a:pt x="342900" y="1143000"/>
                </a:lnTo>
                <a:close/>
              </a:path>
              <a:path w="3111500" h="1282700">
                <a:moveTo>
                  <a:pt x="368300" y="1130300"/>
                </a:moveTo>
                <a:lnTo>
                  <a:pt x="355600" y="1130300"/>
                </a:lnTo>
                <a:lnTo>
                  <a:pt x="355600" y="1143000"/>
                </a:lnTo>
                <a:lnTo>
                  <a:pt x="368300" y="1143000"/>
                </a:lnTo>
                <a:lnTo>
                  <a:pt x="368300" y="1130300"/>
                </a:lnTo>
                <a:close/>
              </a:path>
              <a:path w="3111500" h="1282700">
                <a:moveTo>
                  <a:pt x="381000" y="1117600"/>
                </a:moveTo>
                <a:lnTo>
                  <a:pt x="376787" y="1122948"/>
                </a:lnTo>
                <a:lnTo>
                  <a:pt x="377782" y="1129905"/>
                </a:lnTo>
                <a:lnTo>
                  <a:pt x="381000" y="1130300"/>
                </a:lnTo>
                <a:lnTo>
                  <a:pt x="385212" y="1129164"/>
                </a:lnTo>
                <a:lnTo>
                  <a:pt x="384217" y="1121212"/>
                </a:lnTo>
                <a:lnTo>
                  <a:pt x="381000" y="1117600"/>
                </a:lnTo>
                <a:close/>
              </a:path>
              <a:path w="3111500" h="1282700">
                <a:moveTo>
                  <a:pt x="406400" y="1104900"/>
                </a:moveTo>
                <a:lnTo>
                  <a:pt x="393700" y="1117600"/>
                </a:lnTo>
                <a:lnTo>
                  <a:pt x="406400" y="1117600"/>
                </a:lnTo>
                <a:lnTo>
                  <a:pt x="406400" y="1104900"/>
                </a:lnTo>
                <a:close/>
              </a:path>
              <a:path w="3111500" h="1282700">
                <a:moveTo>
                  <a:pt x="431800" y="1104900"/>
                </a:moveTo>
                <a:lnTo>
                  <a:pt x="419100" y="1104900"/>
                </a:lnTo>
                <a:lnTo>
                  <a:pt x="419100" y="1117600"/>
                </a:lnTo>
                <a:lnTo>
                  <a:pt x="431800" y="1117600"/>
                </a:lnTo>
                <a:lnTo>
                  <a:pt x="431800" y="1104900"/>
                </a:lnTo>
                <a:close/>
              </a:path>
              <a:path w="3111500" h="1282700">
                <a:moveTo>
                  <a:pt x="457200" y="1092200"/>
                </a:moveTo>
                <a:lnTo>
                  <a:pt x="444500" y="1092200"/>
                </a:lnTo>
                <a:lnTo>
                  <a:pt x="444500" y="1104900"/>
                </a:lnTo>
                <a:lnTo>
                  <a:pt x="457200" y="1104900"/>
                </a:lnTo>
                <a:lnTo>
                  <a:pt x="457200" y="1092200"/>
                </a:lnTo>
                <a:close/>
              </a:path>
              <a:path w="3111500" h="1282700">
                <a:moveTo>
                  <a:pt x="482600" y="1079500"/>
                </a:moveTo>
                <a:lnTo>
                  <a:pt x="469900" y="1079500"/>
                </a:lnTo>
                <a:lnTo>
                  <a:pt x="469900" y="1092200"/>
                </a:lnTo>
                <a:lnTo>
                  <a:pt x="482600" y="1092200"/>
                </a:lnTo>
                <a:lnTo>
                  <a:pt x="482600" y="1079500"/>
                </a:lnTo>
                <a:close/>
              </a:path>
              <a:path w="3111500" h="1282700">
                <a:moveTo>
                  <a:pt x="508000" y="1066800"/>
                </a:moveTo>
                <a:lnTo>
                  <a:pt x="495300" y="1066800"/>
                </a:lnTo>
                <a:lnTo>
                  <a:pt x="495300" y="1079500"/>
                </a:lnTo>
                <a:lnTo>
                  <a:pt x="508000" y="1079500"/>
                </a:lnTo>
                <a:lnTo>
                  <a:pt x="508000" y="1066800"/>
                </a:lnTo>
                <a:close/>
              </a:path>
              <a:path w="3111500" h="1282700">
                <a:moveTo>
                  <a:pt x="522845" y="1062587"/>
                </a:moveTo>
                <a:lnTo>
                  <a:pt x="520714" y="1063582"/>
                </a:lnTo>
                <a:lnTo>
                  <a:pt x="520700" y="1079500"/>
                </a:lnTo>
                <a:lnTo>
                  <a:pt x="533400" y="1066800"/>
                </a:lnTo>
                <a:lnTo>
                  <a:pt x="522845" y="1062587"/>
                </a:lnTo>
                <a:close/>
              </a:path>
              <a:path w="3111500" h="1282700">
                <a:moveTo>
                  <a:pt x="546100" y="1054100"/>
                </a:moveTo>
                <a:lnTo>
                  <a:pt x="533400" y="1054100"/>
                </a:lnTo>
                <a:lnTo>
                  <a:pt x="546100" y="1066800"/>
                </a:lnTo>
                <a:lnTo>
                  <a:pt x="550312" y="1061451"/>
                </a:lnTo>
                <a:lnTo>
                  <a:pt x="549317" y="1054494"/>
                </a:lnTo>
                <a:lnTo>
                  <a:pt x="546100" y="1054100"/>
                </a:lnTo>
                <a:close/>
              </a:path>
              <a:path w="3111500" h="1282700">
                <a:moveTo>
                  <a:pt x="571500" y="1041400"/>
                </a:moveTo>
                <a:lnTo>
                  <a:pt x="558800" y="1041400"/>
                </a:lnTo>
                <a:lnTo>
                  <a:pt x="558800" y="1054100"/>
                </a:lnTo>
                <a:lnTo>
                  <a:pt x="571500" y="1054100"/>
                </a:lnTo>
                <a:lnTo>
                  <a:pt x="571500" y="1041400"/>
                </a:lnTo>
                <a:close/>
              </a:path>
              <a:path w="3111500" h="1282700">
                <a:moveTo>
                  <a:pt x="596900" y="1028700"/>
                </a:moveTo>
                <a:lnTo>
                  <a:pt x="584200" y="1028700"/>
                </a:lnTo>
                <a:lnTo>
                  <a:pt x="584200" y="1041400"/>
                </a:lnTo>
                <a:lnTo>
                  <a:pt x="596900" y="1041400"/>
                </a:lnTo>
                <a:lnTo>
                  <a:pt x="596900" y="1028700"/>
                </a:lnTo>
                <a:close/>
              </a:path>
              <a:path w="3111500" h="1282700">
                <a:moveTo>
                  <a:pt x="621164" y="1024487"/>
                </a:moveTo>
                <a:lnTo>
                  <a:pt x="613212" y="1025482"/>
                </a:lnTo>
                <a:lnTo>
                  <a:pt x="609600" y="1028700"/>
                </a:lnTo>
                <a:lnTo>
                  <a:pt x="610735" y="1032912"/>
                </a:lnTo>
                <a:lnTo>
                  <a:pt x="618687" y="1031917"/>
                </a:lnTo>
                <a:lnTo>
                  <a:pt x="622300" y="1028700"/>
                </a:lnTo>
                <a:lnTo>
                  <a:pt x="621164" y="1024487"/>
                </a:lnTo>
                <a:close/>
              </a:path>
              <a:path w="3111500" h="1282700">
                <a:moveTo>
                  <a:pt x="647700" y="1016000"/>
                </a:moveTo>
                <a:lnTo>
                  <a:pt x="635000" y="1016000"/>
                </a:lnTo>
                <a:lnTo>
                  <a:pt x="635000" y="1028700"/>
                </a:lnTo>
                <a:lnTo>
                  <a:pt x="647700" y="1028700"/>
                </a:lnTo>
                <a:lnTo>
                  <a:pt x="647700" y="1016000"/>
                </a:lnTo>
                <a:close/>
              </a:path>
              <a:path w="3111500" h="1282700">
                <a:moveTo>
                  <a:pt x="673100" y="1003300"/>
                </a:moveTo>
                <a:lnTo>
                  <a:pt x="660400" y="1003300"/>
                </a:lnTo>
                <a:lnTo>
                  <a:pt x="660400" y="1016000"/>
                </a:lnTo>
                <a:lnTo>
                  <a:pt x="673100" y="1016000"/>
                </a:lnTo>
                <a:lnTo>
                  <a:pt x="673100" y="1003300"/>
                </a:lnTo>
                <a:close/>
              </a:path>
              <a:path w="3111500" h="1282700">
                <a:moveTo>
                  <a:pt x="685800" y="990600"/>
                </a:moveTo>
                <a:lnTo>
                  <a:pt x="681587" y="995948"/>
                </a:lnTo>
                <a:lnTo>
                  <a:pt x="682582" y="1002905"/>
                </a:lnTo>
                <a:lnTo>
                  <a:pt x="685800" y="1003300"/>
                </a:lnTo>
                <a:lnTo>
                  <a:pt x="698500" y="1003300"/>
                </a:lnTo>
                <a:lnTo>
                  <a:pt x="685800" y="990600"/>
                </a:lnTo>
                <a:close/>
              </a:path>
              <a:path w="3111500" h="1282700">
                <a:moveTo>
                  <a:pt x="711200" y="977900"/>
                </a:moveTo>
                <a:lnTo>
                  <a:pt x="698500" y="990600"/>
                </a:lnTo>
                <a:lnTo>
                  <a:pt x="709054" y="994812"/>
                </a:lnTo>
                <a:lnTo>
                  <a:pt x="711185" y="993817"/>
                </a:lnTo>
                <a:lnTo>
                  <a:pt x="711200" y="977900"/>
                </a:lnTo>
                <a:close/>
              </a:path>
              <a:path w="3111500" h="1282700">
                <a:moveTo>
                  <a:pt x="736600" y="977900"/>
                </a:moveTo>
                <a:lnTo>
                  <a:pt x="723900" y="977900"/>
                </a:lnTo>
                <a:lnTo>
                  <a:pt x="723900" y="990600"/>
                </a:lnTo>
                <a:lnTo>
                  <a:pt x="736600" y="990600"/>
                </a:lnTo>
                <a:lnTo>
                  <a:pt x="736600" y="977900"/>
                </a:lnTo>
                <a:close/>
              </a:path>
              <a:path w="3111500" h="1282700">
                <a:moveTo>
                  <a:pt x="762000" y="965200"/>
                </a:moveTo>
                <a:lnTo>
                  <a:pt x="749300" y="965200"/>
                </a:lnTo>
                <a:lnTo>
                  <a:pt x="749300" y="977900"/>
                </a:lnTo>
                <a:lnTo>
                  <a:pt x="762000" y="977900"/>
                </a:lnTo>
                <a:lnTo>
                  <a:pt x="762000" y="965200"/>
                </a:lnTo>
                <a:close/>
              </a:path>
              <a:path w="3111500" h="1282700">
                <a:moveTo>
                  <a:pt x="787400" y="952500"/>
                </a:moveTo>
                <a:lnTo>
                  <a:pt x="774700" y="952500"/>
                </a:lnTo>
                <a:lnTo>
                  <a:pt x="774700" y="965200"/>
                </a:lnTo>
                <a:lnTo>
                  <a:pt x="787400" y="965200"/>
                </a:lnTo>
                <a:lnTo>
                  <a:pt x="787400" y="952500"/>
                </a:lnTo>
                <a:close/>
              </a:path>
              <a:path w="3111500" h="1282700">
                <a:moveTo>
                  <a:pt x="812800" y="939800"/>
                </a:moveTo>
                <a:lnTo>
                  <a:pt x="800100" y="939800"/>
                </a:lnTo>
                <a:lnTo>
                  <a:pt x="800100" y="952500"/>
                </a:lnTo>
                <a:lnTo>
                  <a:pt x="812800" y="952500"/>
                </a:lnTo>
                <a:lnTo>
                  <a:pt x="812800" y="939800"/>
                </a:lnTo>
                <a:close/>
              </a:path>
              <a:path w="3111500" h="1282700">
                <a:moveTo>
                  <a:pt x="838200" y="939800"/>
                </a:moveTo>
                <a:lnTo>
                  <a:pt x="825500" y="939800"/>
                </a:lnTo>
                <a:lnTo>
                  <a:pt x="825500" y="952500"/>
                </a:lnTo>
                <a:lnTo>
                  <a:pt x="838200" y="939800"/>
                </a:lnTo>
                <a:close/>
              </a:path>
              <a:path w="3111500" h="1282700">
                <a:moveTo>
                  <a:pt x="850900" y="927100"/>
                </a:moveTo>
                <a:lnTo>
                  <a:pt x="846687" y="928235"/>
                </a:lnTo>
                <a:lnTo>
                  <a:pt x="847682" y="936187"/>
                </a:lnTo>
                <a:lnTo>
                  <a:pt x="850900" y="939800"/>
                </a:lnTo>
                <a:lnTo>
                  <a:pt x="855112" y="934451"/>
                </a:lnTo>
                <a:lnTo>
                  <a:pt x="854117" y="927494"/>
                </a:lnTo>
                <a:lnTo>
                  <a:pt x="850900" y="927100"/>
                </a:lnTo>
                <a:close/>
              </a:path>
              <a:path w="3111500" h="1282700">
                <a:moveTo>
                  <a:pt x="876300" y="914400"/>
                </a:moveTo>
                <a:lnTo>
                  <a:pt x="863600" y="914400"/>
                </a:lnTo>
                <a:lnTo>
                  <a:pt x="863600" y="927100"/>
                </a:lnTo>
                <a:lnTo>
                  <a:pt x="876300" y="927100"/>
                </a:lnTo>
                <a:lnTo>
                  <a:pt x="876300" y="914400"/>
                </a:lnTo>
                <a:close/>
              </a:path>
              <a:path w="3111500" h="1282700">
                <a:moveTo>
                  <a:pt x="901700" y="901700"/>
                </a:moveTo>
                <a:lnTo>
                  <a:pt x="889000" y="901700"/>
                </a:lnTo>
                <a:lnTo>
                  <a:pt x="889000" y="914400"/>
                </a:lnTo>
                <a:lnTo>
                  <a:pt x="901700" y="914400"/>
                </a:lnTo>
                <a:lnTo>
                  <a:pt x="901700" y="901700"/>
                </a:lnTo>
                <a:close/>
              </a:path>
              <a:path w="3111500" h="1282700">
                <a:moveTo>
                  <a:pt x="925964" y="897487"/>
                </a:moveTo>
                <a:lnTo>
                  <a:pt x="918012" y="898482"/>
                </a:lnTo>
                <a:lnTo>
                  <a:pt x="914400" y="901700"/>
                </a:lnTo>
                <a:lnTo>
                  <a:pt x="914400" y="914400"/>
                </a:lnTo>
                <a:lnTo>
                  <a:pt x="927100" y="914400"/>
                </a:lnTo>
                <a:lnTo>
                  <a:pt x="927100" y="901700"/>
                </a:lnTo>
                <a:lnTo>
                  <a:pt x="925964" y="897487"/>
                </a:lnTo>
                <a:close/>
              </a:path>
              <a:path w="3111500" h="1282700">
                <a:moveTo>
                  <a:pt x="952500" y="889000"/>
                </a:moveTo>
                <a:lnTo>
                  <a:pt x="939800" y="889000"/>
                </a:lnTo>
                <a:lnTo>
                  <a:pt x="939800" y="901700"/>
                </a:lnTo>
                <a:lnTo>
                  <a:pt x="952500" y="901700"/>
                </a:lnTo>
                <a:lnTo>
                  <a:pt x="952500" y="889000"/>
                </a:lnTo>
                <a:close/>
              </a:path>
              <a:path w="3111500" h="1282700">
                <a:moveTo>
                  <a:pt x="977900" y="876300"/>
                </a:moveTo>
                <a:lnTo>
                  <a:pt x="965200" y="876300"/>
                </a:lnTo>
                <a:lnTo>
                  <a:pt x="965200" y="889000"/>
                </a:lnTo>
                <a:lnTo>
                  <a:pt x="977900" y="889000"/>
                </a:lnTo>
                <a:lnTo>
                  <a:pt x="977900" y="876300"/>
                </a:lnTo>
                <a:close/>
              </a:path>
              <a:path w="3111500" h="1282700">
                <a:moveTo>
                  <a:pt x="990600" y="863600"/>
                </a:moveTo>
                <a:lnTo>
                  <a:pt x="990600" y="876300"/>
                </a:lnTo>
                <a:lnTo>
                  <a:pt x="1003300" y="876300"/>
                </a:lnTo>
                <a:lnTo>
                  <a:pt x="990600" y="863600"/>
                </a:lnTo>
                <a:close/>
              </a:path>
              <a:path w="3111500" h="1282700">
                <a:moveTo>
                  <a:pt x="1041400" y="850900"/>
                </a:moveTo>
                <a:lnTo>
                  <a:pt x="1028700" y="850900"/>
                </a:lnTo>
                <a:lnTo>
                  <a:pt x="1028700" y="863600"/>
                </a:lnTo>
                <a:lnTo>
                  <a:pt x="1041400" y="863600"/>
                </a:lnTo>
                <a:lnTo>
                  <a:pt x="1041400" y="850900"/>
                </a:lnTo>
                <a:close/>
              </a:path>
              <a:path w="3111500" h="1282700">
                <a:moveTo>
                  <a:pt x="1066800" y="838200"/>
                </a:moveTo>
                <a:lnTo>
                  <a:pt x="1054100" y="838200"/>
                </a:lnTo>
                <a:lnTo>
                  <a:pt x="1054100" y="850900"/>
                </a:lnTo>
                <a:lnTo>
                  <a:pt x="1066800" y="850900"/>
                </a:lnTo>
                <a:lnTo>
                  <a:pt x="1066800" y="838200"/>
                </a:lnTo>
                <a:close/>
              </a:path>
              <a:path w="3111500" h="1282700">
                <a:moveTo>
                  <a:pt x="1092200" y="825500"/>
                </a:moveTo>
                <a:lnTo>
                  <a:pt x="1079500" y="825500"/>
                </a:lnTo>
                <a:lnTo>
                  <a:pt x="1079500" y="838200"/>
                </a:lnTo>
                <a:lnTo>
                  <a:pt x="1092200" y="838200"/>
                </a:lnTo>
                <a:lnTo>
                  <a:pt x="1092200" y="825500"/>
                </a:lnTo>
                <a:close/>
              </a:path>
              <a:path w="3111500" h="1282700">
                <a:moveTo>
                  <a:pt x="1104900" y="812800"/>
                </a:moveTo>
                <a:lnTo>
                  <a:pt x="1104900" y="825500"/>
                </a:lnTo>
                <a:lnTo>
                  <a:pt x="1106035" y="829712"/>
                </a:lnTo>
                <a:lnTo>
                  <a:pt x="1113987" y="828717"/>
                </a:lnTo>
                <a:lnTo>
                  <a:pt x="1117600" y="825500"/>
                </a:lnTo>
                <a:lnTo>
                  <a:pt x="1104900" y="812800"/>
                </a:lnTo>
                <a:close/>
              </a:path>
              <a:path w="3111500" h="1282700">
                <a:moveTo>
                  <a:pt x="1143000" y="812800"/>
                </a:moveTo>
                <a:lnTo>
                  <a:pt x="1130300" y="812800"/>
                </a:lnTo>
                <a:lnTo>
                  <a:pt x="1130300" y="825500"/>
                </a:lnTo>
                <a:lnTo>
                  <a:pt x="1143000" y="825500"/>
                </a:lnTo>
                <a:lnTo>
                  <a:pt x="1143000" y="812800"/>
                </a:lnTo>
                <a:close/>
              </a:path>
              <a:path w="3111500" h="1282700">
                <a:moveTo>
                  <a:pt x="1168400" y="800100"/>
                </a:moveTo>
                <a:lnTo>
                  <a:pt x="1155700" y="800100"/>
                </a:lnTo>
                <a:lnTo>
                  <a:pt x="1155700" y="812800"/>
                </a:lnTo>
                <a:lnTo>
                  <a:pt x="1168400" y="812800"/>
                </a:lnTo>
                <a:lnTo>
                  <a:pt x="1168400" y="800100"/>
                </a:lnTo>
                <a:close/>
              </a:path>
              <a:path w="3111500" h="1282700">
                <a:moveTo>
                  <a:pt x="1181100" y="787400"/>
                </a:moveTo>
                <a:lnTo>
                  <a:pt x="1168400" y="787400"/>
                </a:lnTo>
                <a:lnTo>
                  <a:pt x="1168400" y="800100"/>
                </a:lnTo>
                <a:lnTo>
                  <a:pt x="1181100" y="800100"/>
                </a:lnTo>
                <a:lnTo>
                  <a:pt x="1185312" y="798964"/>
                </a:lnTo>
                <a:lnTo>
                  <a:pt x="1184317" y="791012"/>
                </a:lnTo>
                <a:lnTo>
                  <a:pt x="1181100" y="787400"/>
                </a:lnTo>
                <a:close/>
              </a:path>
              <a:path w="3111500" h="1282700">
                <a:moveTo>
                  <a:pt x="1206500" y="774700"/>
                </a:moveTo>
                <a:lnTo>
                  <a:pt x="1193800" y="787400"/>
                </a:lnTo>
                <a:lnTo>
                  <a:pt x="1206500" y="787400"/>
                </a:lnTo>
                <a:lnTo>
                  <a:pt x="1206500" y="774700"/>
                </a:lnTo>
                <a:close/>
              </a:path>
              <a:path w="3111500" h="1282700">
                <a:moveTo>
                  <a:pt x="1231900" y="774700"/>
                </a:moveTo>
                <a:lnTo>
                  <a:pt x="1219200" y="774700"/>
                </a:lnTo>
                <a:lnTo>
                  <a:pt x="1219200" y="787400"/>
                </a:lnTo>
                <a:lnTo>
                  <a:pt x="1231900" y="787400"/>
                </a:lnTo>
                <a:lnTo>
                  <a:pt x="1231900" y="774700"/>
                </a:lnTo>
                <a:close/>
              </a:path>
              <a:path w="3111500" h="1282700">
                <a:moveTo>
                  <a:pt x="1257300" y="762000"/>
                </a:moveTo>
                <a:lnTo>
                  <a:pt x="1244600" y="762000"/>
                </a:lnTo>
                <a:lnTo>
                  <a:pt x="1244600" y="774700"/>
                </a:lnTo>
                <a:lnTo>
                  <a:pt x="1257300" y="774700"/>
                </a:lnTo>
                <a:lnTo>
                  <a:pt x="1257300" y="762000"/>
                </a:lnTo>
                <a:close/>
              </a:path>
              <a:path w="3111500" h="1282700">
                <a:moveTo>
                  <a:pt x="1282700" y="749300"/>
                </a:moveTo>
                <a:lnTo>
                  <a:pt x="1270000" y="749300"/>
                </a:lnTo>
                <a:lnTo>
                  <a:pt x="1270000" y="762000"/>
                </a:lnTo>
                <a:lnTo>
                  <a:pt x="1282700" y="762000"/>
                </a:lnTo>
                <a:lnTo>
                  <a:pt x="1282700" y="749300"/>
                </a:lnTo>
                <a:close/>
              </a:path>
              <a:path w="3111500" h="1282700">
                <a:moveTo>
                  <a:pt x="1308100" y="736600"/>
                </a:moveTo>
                <a:lnTo>
                  <a:pt x="1295400" y="736600"/>
                </a:lnTo>
                <a:lnTo>
                  <a:pt x="1295400" y="749300"/>
                </a:lnTo>
                <a:lnTo>
                  <a:pt x="1308100" y="749300"/>
                </a:lnTo>
                <a:lnTo>
                  <a:pt x="1308100" y="736600"/>
                </a:lnTo>
                <a:close/>
              </a:path>
              <a:path w="3111500" h="1282700">
                <a:moveTo>
                  <a:pt x="1346200" y="723900"/>
                </a:moveTo>
                <a:lnTo>
                  <a:pt x="1333500" y="723900"/>
                </a:lnTo>
                <a:lnTo>
                  <a:pt x="1333500" y="736600"/>
                </a:lnTo>
                <a:lnTo>
                  <a:pt x="1346200" y="736600"/>
                </a:lnTo>
                <a:lnTo>
                  <a:pt x="1346200" y="723900"/>
                </a:lnTo>
                <a:close/>
              </a:path>
              <a:path w="3111500" h="1282700">
                <a:moveTo>
                  <a:pt x="1371600" y="711200"/>
                </a:moveTo>
                <a:lnTo>
                  <a:pt x="1358900" y="711200"/>
                </a:lnTo>
                <a:lnTo>
                  <a:pt x="1358900" y="723900"/>
                </a:lnTo>
                <a:lnTo>
                  <a:pt x="1371600" y="723900"/>
                </a:lnTo>
                <a:lnTo>
                  <a:pt x="1371600" y="711200"/>
                </a:lnTo>
                <a:close/>
              </a:path>
              <a:path w="3111500" h="1282700">
                <a:moveTo>
                  <a:pt x="1397000" y="698500"/>
                </a:moveTo>
                <a:lnTo>
                  <a:pt x="1384300" y="698500"/>
                </a:lnTo>
                <a:lnTo>
                  <a:pt x="1384300" y="711200"/>
                </a:lnTo>
                <a:lnTo>
                  <a:pt x="1397000" y="711200"/>
                </a:lnTo>
                <a:lnTo>
                  <a:pt x="1397000" y="698500"/>
                </a:lnTo>
                <a:close/>
              </a:path>
              <a:path w="3111500" h="1282700">
                <a:moveTo>
                  <a:pt x="1421264" y="694287"/>
                </a:moveTo>
                <a:lnTo>
                  <a:pt x="1413312" y="695282"/>
                </a:lnTo>
                <a:lnTo>
                  <a:pt x="1409700" y="698500"/>
                </a:lnTo>
                <a:lnTo>
                  <a:pt x="1410835" y="702712"/>
                </a:lnTo>
                <a:lnTo>
                  <a:pt x="1418787" y="701717"/>
                </a:lnTo>
                <a:lnTo>
                  <a:pt x="1422400" y="698500"/>
                </a:lnTo>
                <a:lnTo>
                  <a:pt x="1421264" y="694287"/>
                </a:lnTo>
                <a:close/>
              </a:path>
              <a:path w="3111500" h="1282700">
                <a:moveTo>
                  <a:pt x="1447800" y="685800"/>
                </a:moveTo>
                <a:lnTo>
                  <a:pt x="1435100" y="685800"/>
                </a:lnTo>
                <a:lnTo>
                  <a:pt x="1435100" y="698500"/>
                </a:lnTo>
                <a:lnTo>
                  <a:pt x="1447800" y="698500"/>
                </a:lnTo>
                <a:lnTo>
                  <a:pt x="1447800" y="685800"/>
                </a:lnTo>
                <a:close/>
              </a:path>
              <a:path w="3111500" h="1282700">
                <a:moveTo>
                  <a:pt x="1473200" y="673100"/>
                </a:moveTo>
                <a:lnTo>
                  <a:pt x="1460500" y="673100"/>
                </a:lnTo>
                <a:lnTo>
                  <a:pt x="1460500" y="685800"/>
                </a:lnTo>
                <a:lnTo>
                  <a:pt x="1473200" y="685800"/>
                </a:lnTo>
                <a:lnTo>
                  <a:pt x="1473200" y="673100"/>
                </a:lnTo>
                <a:close/>
              </a:path>
              <a:path w="3111500" h="1282700">
                <a:moveTo>
                  <a:pt x="1485900" y="660400"/>
                </a:moveTo>
                <a:lnTo>
                  <a:pt x="1481687" y="665748"/>
                </a:lnTo>
                <a:lnTo>
                  <a:pt x="1482682" y="672705"/>
                </a:lnTo>
                <a:lnTo>
                  <a:pt x="1485900" y="673100"/>
                </a:lnTo>
                <a:lnTo>
                  <a:pt x="1485900" y="660400"/>
                </a:lnTo>
                <a:close/>
              </a:path>
              <a:path w="3111500" h="1282700">
                <a:moveTo>
                  <a:pt x="1511300" y="660400"/>
                </a:moveTo>
                <a:lnTo>
                  <a:pt x="1498600" y="660400"/>
                </a:lnTo>
                <a:lnTo>
                  <a:pt x="1503948" y="664612"/>
                </a:lnTo>
                <a:lnTo>
                  <a:pt x="1510905" y="663617"/>
                </a:lnTo>
                <a:lnTo>
                  <a:pt x="1511300" y="660400"/>
                </a:lnTo>
                <a:close/>
              </a:path>
              <a:path w="3111500" h="1282700">
                <a:moveTo>
                  <a:pt x="1536700" y="647700"/>
                </a:moveTo>
                <a:lnTo>
                  <a:pt x="1524000" y="647700"/>
                </a:lnTo>
                <a:lnTo>
                  <a:pt x="1524000" y="660400"/>
                </a:lnTo>
                <a:lnTo>
                  <a:pt x="1536700" y="660400"/>
                </a:lnTo>
                <a:lnTo>
                  <a:pt x="1536700" y="647700"/>
                </a:lnTo>
                <a:close/>
              </a:path>
              <a:path w="3111500" h="1282700">
                <a:moveTo>
                  <a:pt x="1562100" y="635000"/>
                </a:moveTo>
                <a:lnTo>
                  <a:pt x="1549400" y="635000"/>
                </a:lnTo>
                <a:lnTo>
                  <a:pt x="1549400" y="647700"/>
                </a:lnTo>
                <a:lnTo>
                  <a:pt x="1562100" y="647700"/>
                </a:lnTo>
                <a:lnTo>
                  <a:pt x="1562100" y="635000"/>
                </a:lnTo>
                <a:close/>
              </a:path>
              <a:path w="3111500" h="1282700">
                <a:moveTo>
                  <a:pt x="1587500" y="622300"/>
                </a:moveTo>
                <a:lnTo>
                  <a:pt x="1574800" y="622300"/>
                </a:lnTo>
                <a:lnTo>
                  <a:pt x="1574800" y="635000"/>
                </a:lnTo>
                <a:lnTo>
                  <a:pt x="1587500" y="635000"/>
                </a:lnTo>
                <a:lnTo>
                  <a:pt x="1587500" y="622300"/>
                </a:lnTo>
                <a:close/>
              </a:path>
              <a:path w="3111500" h="1282700">
                <a:moveTo>
                  <a:pt x="1612900" y="609600"/>
                </a:moveTo>
                <a:lnTo>
                  <a:pt x="1600200" y="609600"/>
                </a:lnTo>
                <a:lnTo>
                  <a:pt x="1600200" y="622300"/>
                </a:lnTo>
                <a:lnTo>
                  <a:pt x="1612900" y="622300"/>
                </a:lnTo>
                <a:lnTo>
                  <a:pt x="1612900" y="609600"/>
                </a:lnTo>
                <a:close/>
              </a:path>
              <a:path w="3111500" h="1282700">
                <a:moveTo>
                  <a:pt x="1638300" y="609600"/>
                </a:moveTo>
                <a:lnTo>
                  <a:pt x="1625600" y="609600"/>
                </a:lnTo>
                <a:lnTo>
                  <a:pt x="1625600" y="622300"/>
                </a:lnTo>
                <a:lnTo>
                  <a:pt x="1638300" y="622300"/>
                </a:lnTo>
                <a:lnTo>
                  <a:pt x="1638300" y="609600"/>
                </a:lnTo>
                <a:close/>
              </a:path>
              <a:path w="3111500" h="1282700">
                <a:moveTo>
                  <a:pt x="1651000" y="596900"/>
                </a:moveTo>
                <a:lnTo>
                  <a:pt x="1646787" y="598035"/>
                </a:lnTo>
                <a:lnTo>
                  <a:pt x="1647782" y="605987"/>
                </a:lnTo>
                <a:lnTo>
                  <a:pt x="1651000" y="609600"/>
                </a:lnTo>
                <a:lnTo>
                  <a:pt x="1655212" y="604251"/>
                </a:lnTo>
                <a:lnTo>
                  <a:pt x="1654217" y="597294"/>
                </a:lnTo>
                <a:lnTo>
                  <a:pt x="1651000" y="596900"/>
                </a:lnTo>
                <a:close/>
              </a:path>
              <a:path w="3111500" h="1282700">
                <a:moveTo>
                  <a:pt x="1676400" y="584200"/>
                </a:moveTo>
                <a:lnTo>
                  <a:pt x="1663700" y="584200"/>
                </a:lnTo>
                <a:lnTo>
                  <a:pt x="1663700" y="596900"/>
                </a:lnTo>
                <a:lnTo>
                  <a:pt x="1676400" y="596900"/>
                </a:lnTo>
                <a:lnTo>
                  <a:pt x="1676400" y="584200"/>
                </a:lnTo>
                <a:close/>
              </a:path>
              <a:path w="3111500" h="1282700">
                <a:moveTo>
                  <a:pt x="1701800" y="571500"/>
                </a:moveTo>
                <a:lnTo>
                  <a:pt x="1689100" y="571500"/>
                </a:lnTo>
                <a:lnTo>
                  <a:pt x="1689100" y="584200"/>
                </a:lnTo>
                <a:lnTo>
                  <a:pt x="1701800" y="584200"/>
                </a:lnTo>
                <a:lnTo>
                  <a:pt x="1701800" y="571500"/>
                </a:lnTo>
                <a:close/>
              </a:path>
              <a:path w="3111500" h="1282700">
                <a:moveTo>
                  <a:pt x="1727200" y="571500"/>
                </a:moveTo>
                <a:lnTo>
                  <a:pt x="1714500" y="571500"/>
                </a:lnTo>
                <a:lnTo>
                  <a:pt x="1714500" y="584200"/>
                </a:lnTo>
                <a:lnTo>
                  <a:pt x="1727200" y="584200"/>
                </a:lnTo>
                <a:lnTo>
                  <a:pt x="1727200" y="571500"/>
                </a:lnTo>
                <a:close/>
              </a:path>
              <a:path w="3111500" h="1282700">
                <a:moveTo>
                  <a:pt x="1752600" y="558800"/>
                </a:moveTo>
                <a:lnTo>
                  <a:pt x="1739900" y="558800"/>
                </a:lnTo>
                <a:lnTo>
                  <a:pt x="1739900" y="571500"/>
                </a:lnTo>
                <a:lnTo>
                  <a:pt x="1752600" y="571500"/>
                </a:lnTo>
                <a:lnTo>
                  <a:pt x="1752600" y="558800"/>
                </a:lnTo>
                <a:close/>
              </a:path>
              <a:path w="3111500" h="1282700">
                <a:moveTo>
                  <a:pt x="1778000" y="546100"/>
                </a:moveTo>
                <a:lnTo>
                  <a:pt x="1765300" y="546100"/>
                </a:lnTo>
                <a:lnTo>
                  <a:pt x="1765300" y="558800"/>
                </a:lnTo>
                <a:lnTo>
                  <a:pt x="1778000" y="558800"/>
                </a:lnTo>
                <a:lnTo>
                  <a:pt x="1778000" y="546100"/>
                </a:lnTo>
                <a:close/>
              </a:path>
              <a:path w="3111500" h="1282700">
                <a:moveTo>
                  <a:pt x="1790700" y="533400"/>
                </a:moveTo>
                <a:lnTo>
                  <a:pt x="1790700" y="546100"/>
                </a:lnTo>
                <a:lnTo>
                  <a:pt x="1803400" y="546100"/>
                </a:lnTo>
                <a:lnTo>
                  <a:pt x="1790700" y="533400"/>
                </a:lnTo>
                <a:close/>
              </a:path>
              <a:path w="3111500" h="1282700">
                <a:moveTo>
                  <a:pt x="1841500" y="520700"/>
                </a:moveTo>
                <a:lnTo>
                  <a:pt x="1828800" y="520700"/>
                </a:lnTo>
                <a:lnTo>
                  <a:pt x="1828800" y="533400"/>
                </a:lnTo>
                <a:lnTo>
                  <a:pt x="1841500" y="533400"/>
                </a:lnTo>
                <a:lnTo>
                  <a:pt x="1841500" y="520700"/>
                </a:lnTo>
                <a:close/>
              </a:path>
              <a:path w="3111500" h="1282700">
                <a:moveTo>
                  <a:pt x="1866900" y="508000"/>
                </a:moveTo>
                <a:lnTo>
                  <a:pt x="1854200" y="508000"/>
                </a:lnTo>
                <a:lnTo>
                  <a:pt x="1854200" y="520700"/>
                </a:lnTo>
                <a:lnTo>
                  <a:pt x="1866900" y="520700"/>
                </a:lnTo>
                <a:lnTo>
                  <a:pt x="1866900" y="508000"/>
                </a:lnTo>
                <a:close/>
              </a:path>
              <a:path w="3111500" h="1282700">
                <a:moveTo>
                  <a:pt x="1892300" y="495300"/>
                </a:moveTo>
                <a:lnTo>
                  <a:pt x="1879600" y="495300"/>
                </a:lnTo>
                <a:lnTo>
                  <a:pt x="1879600" y="508000"/>
                </a:lnTo>
                <a:lnTo>
                  <a:pt x="1892300" y="508000"/>
                </a:lnTo>
                <a:lnTo>
                  <a:pt x="1892300" y="495300"/>
                </a:lnTo>
                <a:close/>
              </a:path>
              <a:path w="3111500" h="1282700">
                <a:moveTo>
                  <a:pt x="1912351" y="491087"/>
                </a:moveTo>
                <a:lnTo>
                  <a:pt x="1905394" y="492082"/>
                </a:lnTo>
                <a:lnTo>
                  <a:pt x="1905000" y="495300"/>
                </a:lnTo>
                <a:lnTo>
                  <a:pt x="1906135" y="499512"/>
                </a:lnTo>
                <a:lnTo>
                  <a:pt x="1914087" y="498517"/>
                </a:lnTo>
                <a:lnTo>
                  <a:pt x="1917700" y="495300"/>
                </a:lnTo>
                <a:lnTo>
                  <a:pt x="1912351" y="491087"/>
                </a:lnTo>
                <a:close/>
              </a:path>
              <a:path w="3111500" h="1282700">
                <a:moveTo>
                  <a:pt x="1943100" y="482600"/>
                </a:moveTo>
                <a:lnTo>
                  <a:pt x="1930400" y="482600"/>
                </a:lnTo>
                <a:lnTo>
                  <a:pt x="1930400" y="495300"/>
                </a:lnTo>
                <a:lnTo>
                  <a:pt x="1943100" y="495300"/>
                </a:lnTo>
                <a:lnTo>
                  <a:pt x="1943100" y="482600"/>
                </a:lnTo>
                <a:close/>
              </a:path>
              <a:path w="3111500" h="1282700">
                <a:moveTo>
                  <a:pt x="1968500" y="469900"/>
                </a:moveTo>
                <a:lnTo>
                  <a:pt x="1955800" y="469900"/>
                </a:lnTo>
                <a:lnTo>
                  <a:pt x="1951587" y="471035"/>
                </a:lnTo>
                <a:lnTo>
                  <a:pt x="1952582" y="478987"/>
                </a:lnTo>
                <a:lnTo>
                  <a:pt x="1955800" y="482600"/>
                </a:lnTo>
                <a:lnTo>
                  <a:pt x="1968500" y="482600"/>
                </a:lnTo>
                <a:lnTo>
                  <a:pt x="1968500" y="469900"/>
                </a:lnTo>
                <a:close/>
              </a:path>
              <a:path w="3111500" h="1282700">
                <a:moveTo>
                  <a:pt x="1981200" y="457200"/>
                </a:moveTo>
                <a:lnTo>
                  <a:pt x="1968500" y="457200"/>
                </a:lnTo>
                <a:lnTo>
                  <a:pt x="1968500" y="469900"/>
                </a:lnTo>
                <a:lnTo>
                  <a:pt x="1981200" y="469900"/>
                </a:lnTo>
                <a:lnTo>
                  <a:pt x="1981200" y="457200"/>
                </a:lnTo>
                <a:close/>
              </a:path>
              <a:path w="3111500" h="1282700">
                <a:moveTo>
                  <a:pt x="2006600" y="444500"/>
                </a:moveTo>
                <a:lnTo>
                  <a:pt x="1993900" y="457200"/>
                </a:lnTo>
                <a:lnTo>
                  <a:pt x="1999248" y="461412"/>
                </a:lnTo>
                <a:lnTo>
                  <a:pt x="2006205" y="460417"/>
                </a:lnTo>
                <a:lnTo>
                  <a:pt x="2006600" y="457200"/>
                </a:lnTo>
                <a:lnTo>
                  <a:pt x="2006600" y="444500"/>
                </a:lnTo>
                <a:close/>
              </a:path>
              <a:path w="3111500" h="1282700">
                <a:moveTo>
                  <a:pt x="2032000" y="444500"/>
                </a:moveTo>
                <a:lnTo>
                  <a:pt x="2019300" y="444500"/>
                </a:lnTo>
                <a:lnTo>
                  <a:pt x="2019300" y="457200"/>
                </a:lnTo>
                <a:lnTo>
                  <a:pt x="2032000" y="457200"/>
                </a:lnTo>
                <a:lnTo>
                  <a:pt x="2032000" y="444500"/>
                </a:lnTo>
                <a:close/>
              </a:path>
              <a:path w="3111500" h="1282700">
                <a:moveTo>
                  <a:pt x="2057400" y="431800"/>
                </a:moveTo>
                <a:lnTo>
                  <a:pt x="2044700" y="431800"/>
                </a:lnTo>
                <a:lnTo>
                  <a:pt x="2044700" y="444500"/>
                </a:lnTo>
                <a:lnTo>
                  <a:pt x="2057400" y="444500"/>
                </a:lnTo>
                <a:lnTo>
                  <a:pt x="2057400" y="431800"/>
                </a:lnTo>
                <a:close/>
              </a:path>
              <a:path w="3111500" h="1282700">
                <a:moveTo>
                  <a:pt x="2082800" y="419100"/>
                </a:moveTo>
                <a:lnTo>
                  <a:pt x="2070100" y="419100"/>
                </a:lnTo>
                <a:lnTo>
                  <a:pt x="2070100" y="431800"/>
                </a:lnTo>
                <a:lnTo>
                  <a:pt x="2082800" y="431800"/>
                </a:lnTo>
                <a:lnTo>
                  <a:pt x="2082800" y="419100"/>
                </a:lnTo>
                <a:close/>
              </a:path>
              <a:path w="3111500" h="1282700">
                <a:moveTo>
                  <a:pt x="2108200" y="406400"/>
                </a:moveTo>
                <a:lnTo>
                  <a:pt x="2095500" y="406400"/>
                </a:lnTo>
                <a:lnTo>
                  <a:pt x="2095500" y="419100"/>
                </a:lnTo>
                <a:lnTo>
                  <a:pt x="2108200" y="419100"/>
                </a:lnTo>
                <a:lnTo>
                  <a:pt x="2108200" y="406400"/>
                </a:lnTo>
                <a:close/>
              </a:path>
              <a:path w="3111500" h="1282700">
                <a:moveTo>
                  <a:pt x="2120900" y="406408"/>
                </a:moveTo>
                <a:lnTo>
                  <a:pt x="2120900" y="419100"/>
                </a:lnTo>
                <a:lnTo>
                  <a:pt x="2125112" y="408545"/>
                </a:lnTo>
                <a:lnTo>
                  <a:pt x="2124117" y="406414"/>
                </a:lnTo>
                <a:lnTo>
                  <a:pt x="2120900" y="406408"/>
                </a:lnTo>
                <a:close/>
              </a:path>
              <a:path w="3111500" h="1282700">
                <a:moveTo>
                  <a:pt x="2120900" y="406400"/>
                </a:moveTo>
                <a:lnTo>
                  <a:pt x="2116137" y="406400"/>
                </a:lnTo>
                <a:lnTo>
                  <a:pt x="2120900" y="406408"/>
                </a:lnTo>
                <a:close/>
              </a:path>
              <a:path w="3111500" h="1282700">
                <a:moveTo>
                  <a:pt x="2146300" y="393700"/>
                </a:moveTo>
                <a:lnTo>
                  <a:pt x="2133600" y="393700"/>
                </a:lnTo>
                <a:lnTo>
                  <a:pt x="2133600" y="406400"/>
                </a:lnTo>
                <a:lnTo>
                  <a:pt x="2146300" y="406400"/>
                </a:lnTo>
                <a:lnTo>
                  <a:pt x="2146300" y="393700"/>
                </a:lnTo>
                <a:close/>
              </a:path>
              <a:path w="3111500" h="1282700">
                <a:moveTo>
                  <a:pt x="2171700" y="381000"/>
                </a:moveTo>
                <a:lnTo>
                  <a:pt x="2159000" y="381000"/>
                </a:lnTo>
                <a:lnTo>
                  <a:pt x="2159000" y="393700"/>
                </a:lnTo>
                <a:lnTo>
                  <a:pt x="2171700" y="393700"/>
                </a:lnTo>
                <a:lnTo>
                  <a:pt x="2171700" y="381000"/>
                </a:lnTo>
                <a:close/>
              </a:path>
              <a:path w="3111500" h="1282700">
                <a:moveTo>
                  <a:pt x="2197100" y="368300"/>
                </a:moveTo>
                <a:lnTo>
                  <a:pt x="2184400" y="368300"/>
                </a:lnTo>
                <a:lnTo>
                  <a:pt x="2184400" y="381000"/>
                </a:lnTo>
                <a:lnTo>
                  <a:pt x="2197100" y="381000"/>
                </a:lnTo>
                <a:lnTo>
                  <a:pt x="2197100" y="368300"/>
                </a:lnTo>
                <a:close/>
              </a:path>
              <a:path w="3111500" h="1282700">
                <a:moveTo>
                  <a:pt x="2222500" y="368300"/>
                </a:moveTo>
                <a:lnTo>
                  <a:pt x="2209800" y="368300"/>
                </a:lnTo>
                <a:lnTo>
                  <a:pt x="2209800" y="381000"/>
                </a:lnTo>
                <a:lnTo>
                  <a:pt x="2222500" y="381000"/>
                </a:lnTo>
                <a:lnTo>
                  <a:pt x="2222500" y="368300"/>
                </a:lnTo>
                <a:close/>
              </a:path>
              <a:path w="3111500" h="1282700">
                <a:moveTo>
                  <a:pt x="2247900" y="355600"/>
                </a:moveTo>
                <a:lnTo>
                  <a:pt x="2235200" y="355600"/>
                </a:lnTo>
                <a:lnTo>
                  <a:pt x="2235200" y="368300"/>
                </a:lnTo>
                <a:lnTo>
                  <a:pt x="2247900" y="368300"/>
                </a:lnTo>
                <a:lnTo>
                  <a:pt x="2247900" y="355600"/>
                </a:lnTo>
                <a:close/>
              </a:path>
              <a:path w="3111500" h="1282700">
                <a:moveTo>
                  <a:pt x="2273300" y="342900"/>
                </a:moveTo>
                <a:lnTo>
                  <a:pt x="2260600" y="342900"/>
                </a:lnTo>
                <a:lnTo>
                  <a:pt x="2260600" y="355600"/>
                </a:lnTo>
                <a:lnTo>
                  <a:pt x="2273300" y="355600"/>
                </a:lnTo>
                <a:lnTo>
                  <a:pt x="2273300" y="342900"/>
                </a:lnTo>
                <a:close/>
              </a:path>
              <a:path w="3111500" h="1282700">
                <a:moveTo>
                  <a:pt x="2286000" y="330200"/>
                </a:moveTo>
                <a:lnTo>
                  <a:pt x="2281787" y="335548"/>
                </a:lnTo>
                <a:lnTo>
                  <a:pt x="2282782" y="342505"/>
                </a:lnTo>
                <a:lnTo>
                  <a:pt x="2286000" y="342900"/>
                </a:lnTo>
                <a:lnTo>
                  <a:pt x="2286000" y="330200"/>
                </a:lnTo>
                <a:close/>
              </a:path>
              <a:path w="3111500" h="1282700">
                <a:moveTo>
                  <a:pt x="2311400" y="330200"/>
                </a:moveTo>
                <a:lnTo>
                  <a:pt x="2298700" y="330200"/>
                </a:lnTo>
                <a:lnTo>
                  <a:pt x="2304048" y="334412"/>
                </a:lnTo>
                <a:lnTo>
                  <a:pt x="2311005" y="333417"/>
                </a:lnTo>
                <a:lnTo>
                  <a:pt x="2311400" y="330200"/>
                </a:lnTo>
                <a:close/>
              </a:path>
              <a:path w="3111500" h="1282700">
                <a:moveTo>
                  <a:pt x="2336800" y="317500"/>
                </a:moveTo>
                <a:lnTo>
                  <a:pt x="2324100" y="317500"/>
                </a:lnTo>
                <a:lnTo>
                  <a:pt x="2324100" y="330200"/>
                </a:lnTo>
                <a:lnTo>
                  <a:pt x="2336800" y="330200"/>
                </a:lnTo>
                <a:lnTo>
                  <a:pt x="2336800" y="317500"/>
                </a:lnTo>
                <a:close/>
              </a:path>
              <a:path w="3111500" h="1282700">
                <a:moveTo>
                  <a:pt x="2362200" y="304800"/>
                </a:moveTo>
                <a:lnTo>
                  <a:pt x="2349500" y="304800"/>
                </a:lnTo>
                <a:lnTo>
                  <a:pt x="2349500" y="317500"/>
                </a:lnTo>
                <a:lnTo>
                  <a:pt x="2362200" y="317500"/>
                </a:lnTo>
                <a:lnTo>
                  <a:pt x="2362200" y="304800"/>
                </a:lnTo>
                <a:close/>
              </a:path>
              <a:path w="3111500" h="1282700">
                <a:moveTo>
                  <a:pt x="2387600" y="292100"/>
                </a:moveTo>
                <a:lnTo>
                  <a:pt x="2374900" y="292100"/>
                </a:lnTo>
                <a:lnTo>
                  <a:pt x="2374900" y="304800"/>
                </a:lnTo>
                <a:lnTo>
                  <a:pt x="2387600" y="304800"/>
                </a:lnTo>
                <a:lnTo>
                  <a:pt x="2387600" y="292100"/>
                </a:lnTo>
                <a:close/>
              </a:path>
              <a:path w="3111500" h="1282700">
                <a:moveTo>
                  <a:pt x="2400300" y="279400"/>
                </a:moveTo>
                <a:lnTo>
                  <a:pt x="2400300" y="292100"/>
                </a:lnTo>
                <a:lnTo>
                  <a:pt x="2413000" y="292100"/>
                </a:lnTo>
                <a:lnTo>
                  <a:pt x="2400300" y="279400"/>
                </a:lnTo>
                <a:close/>
              </a:path>
              <a:path w="3111500" h="1282700">
                <a:moveTo>
                  <a:pt x="2438400" y="279400"/>
                </a:moveTo>
                <a:lnTo>
                  <a:pt x="2425700" y="279400"/>
                </a:lnTo>
                <a:lnTo>
                  <a:pt x="2425700" y="292100"/>
                </a:lnTo>
                <a:lnTo>
                  <a:pt x="2438400" y="292100"/>
                </a:lnTo>
                <a:lnTo>
                  <a:pt x="2438400" y="279400"/>
                </a:lnTo>
                <a:close/>
              </a:path>
              <a:path w="3111500" h="1282700">
                <a:moveTo>
                  <a:pt x="2451100" y="266700"/>
                </a:moveTo>
                <a:lnTo>
                  <a:pt x="2438400" y="266700"/>
                </a:lnTo>
                <a:lnTo>
                  <a:pt x="2438400" y="279400"/>
                </a:lnTo>
                <a:lnTo>
                  <a:pt x="2451100" y="279400"/>
                </a:lnTo>
                <a:lnTo>
                  <a:pt x="2451100" y="266700"/>
                </a:lnTo>
                <a:close/>
              </a:path>
              <a:path w="3111500" h="1282700">
                <a:moveTo>
                  <a:pt x="2476500" y="254000"/>
                </a:moveTo>
                <a:lnTo>
                  <a:pt x="2463800" y="254000"/>
                </a:lnTo>
                <a:lnTo>
                  <a:pt x="2463800" y="266700"/>
                </a:lnTo>
                <a:lnTo>
                  <a:pt x="2476500" y="266700"/>
                </a:lnTo>
                <a:lnTo>
                  <a:pt x="2476500" y="254000"/>
                </a:lnTo>
                <a:close/>
              </a:path>
              <a:path w="3111500" h="1282700">
                <a:moveTo>
                  <a:pt x="2501900" y="241300"/>
                </a:moveTo>
                <a:lnTo>
                  <a:pt x="2489200" y="241300"/>
                </a:lnTo>
                <a:lnTo>
                  <a:pt x="2489200" y="254000"/>
                </a:lnTo>
                <a:lnTo>
                  <a:pt x="2501900" y="254000"/>
                </a:lnTo>
                <a:lnTo>
                  <a:pt x="2501900" y="241300"/>
                </a:lnTo>
                <a:close/>
              </a:path>
              <a:path w="3111500" h="1282700">
                <a:moveTo>
                  <a:pt x="2527300" y="241300"/>
                </a:moveTo>
                <a:lnTo>
                  <a:pt x="2514600" y="241300"/>
                </a:lnTo>
                <a:lnTo>
                  <a:pt x="2514600" y="254000"/>
                </a:lnTo>
                <a:lnTo>
                  <a:pt x="2527300" y="254000"/>
                </a:lnTo>
                <a:lnTo>
                  <a:pt x="2527300" y="241300"/>
                </a:lnTo>
                <a:close/>
              </a:path>
              <a:path w="3111500" h="1282700">
                <a:moveTo>
                  <a:pt x="2552700" y="228600"/>
                </a:moveTo>
                <a:lnTo>
                  <a:pt x="2540000" y="228600"/>
                </a:lnTo>
                <a:lnTo>
                  <a:pt x="2540000" y="241300"/>
                </a:lnTo>
                <a:lnTo>
                  <a:pt x="2552700" y="241300"/>
                </a:lnTo>
                <a:lnTo>
                  <a:pt x="2552700" y="228600"/>
                </a:lnTo>
                <a:close/>
              </a:path>
              <a:path w="3111500" h="1282700">
                <a:moveTo>
                  <a:pt x="2578100" y="215900"/>
                </a:moveTo>
                <a:lnTo>
                  <a:pt x="2565400" y="215900"/>
                </a:lnTo>
                <a:lnTo>
                  <a:pt x="2565400" y="228600"/>
                </a:lnTo>
                <a:lnTo>
                  <a:pt x="2578100" y="228600"/>
                </a:lnTo>
                <a:lnTo>
                  <a:pt x="2578100" y="215900"/>
                </a:lnTo>
                <a:close/>
              </a:path>
              <a:path w="3111500" h="1282700">
                <a:moveTo>
                  <a:pt x="2590800" y="203200"/>
                </a:moveTo>
                <a:lnTo>
                  <a:pt x="2586587" y="208548"/>
                </a:lnTo>
                <a:lnTo>
                  <a:pt x="2587582" y="215505"/>
                </a:lnTo>
                <a:lnTo>
                  <a:pt x="2590800" y="215900"/>
                </a:lnTo>
                <a:lnTo>
                  <a:pt x="2603500" y="215900"/>
                </a:lnTo>
                <a:lnTo>
                  <a:pt x="2590800" y="203200"/>
                </a:lnTo>
                <a:close/>
              </a:path>
              <a:path w="3111500" h="1282700">
                <a:moveTo>
                  <a:pt x="2616200" y="203200"/>
                </a:moveTo>
                <a:lnTo>
                  <a:pt x="2603500" y="203200"/>
                </a:lnTo>
                <a:lnTo>
                  <a:pt x="2616200" y="215900"/>
                </a:lnTo>
                <a:lnTo>
                  <a:pt x="2616200" y="203200"/>
                </a:lnTo>
                <a:close/>
              </a:path>
              <a:path w="3111500" h="1282700">
                <a:moveTo>
                  <a:pt x="2641600" y="190500"/>
                </a:moveTo>
                <a:lnTo>
                  <a:pt x="2628900" y="190500"/>
                </a:lnTo>
                <a:lnTo>
                  <a:pt x="2628900" y="203200"/>
                </a:lnTo>
                <a:lnTo>
                  <a:pt x="2641600" y="203200"/>
                </a:lnTo>
                <a:lnTo>
                  <a:pt x="2641600" y="190500"/>
                </a:lnTo>
                <a:close/>
              </a:path>
              <a:path w="3111500" h="1282700">
                <a:moveTo>
                  <a:pt x="2667000" y="177800"/>
                </a:moveTo>
                <a:lnTo>
                  <a:pt x="2654300" y="177800"/>
                </a:lnTo>
                <a:lnTo>
                  <a:pt x="2654300" y="190500"/>
                </a:lnTo>
                <a:lnTo>
                  <a:pt x="2667000" y="190500"/>
                </a:lnTo>
                <a:lnTo>
                  <a:pt x="2667000" y="177800"/>
                </a:lnTo>
                <a:close/>
              </a:path>
              <a:path w="3111500" h="1282700">
                <a:moveTo>
                  <a:pt x="2692400" y="165100"/>
                </a:moveTo>
                <a:lnTo>
                  <a:pt x="2679700" y="165100"/>
                </a:lnTo>
                <a:lnTo>
                  <a:pt x="2679700" y="177800"/>
                </a:lnTo>
                <a:lnTo>
                  <a:pt x="2692400" y="177800"/>
                </a:lnTo>
                <a:lnTo>
                  <a:pt x="2692400" y="165100"/>
                </a:lnTo>
                <a:close/>
              </a:path>
              <a:path w="3111500" h="1282700">
                <a:moveTo>
                  <a:pt x="2712451" y="160887"/>
                </a:moveTo>
                <a:lnTo>
                  <a:pt x="2705494" y="161882"/>
                </a:lnTo>
                <a:lnTo>
                  <a:pt x="2705100" y="165100"/>
                </a:lnTo>
                <a:lnTo>
                  <a:pt x="2717800" y="165100"/>
                </a:lnTo>
                <a:lnTo>
                  <a:pt x="2712451" y="160887"/>
                </a:lnTo>
                <a:close/>
              </a:path>
              <a:path w="3111500" h="1282700">
                <a:moveTo>
                  <a:pt x="2743200" y="152400"/>
                </a:moveTo>
                <a:lnTo>
                  <a:pt x="2730500" y="152400"/>
                </a:lnTo>
                <a:lnTo>
                  <a:pt x="2730500" y="165100"/>
                </a:lnTo>
                <a:lnTo>
                  <a:pt x="2743200" y="165100"/>
                </a:lnTo>
                <a:lnTo>
                  <a:pt x="2743200" y="152400"/>
                </a:lnTo>
                <a:close/>
              </a:path>
              <a:path w="3111500" h="1282700">
                <a:moveTo>
                  <a:pt x="2755900" y="139700"/>
                </a:moveTo>
                <a:lnTo>
                  <a:pt x="2751687" y="140835"/>
                </a:lnTo>
                <a:lnTo>
                  <a:pt x="2752682" y="148787"/>
                </a:lnTo>
                <a:lnTo>
                  <a:pt x="2755900" y="152400"/>
                </a:lnTo>
                <a:lnTo>
                  <a:pt x="2760112" y="151264"/>
                </a:lnTo>
                <a:lnTo>
                  <a:pt x="2759117" y="143312"/>
                </a:lnTo>
                <a:lnTo>
                  <a:pt x="2755900" y="139700"/>
                </a:lnTo>
                <a:close/>
              </a:path>
              <a:path w="3111500" h="1282700">
                <a:moveTo>
                  <a:pt x="2781300" y="127000"/>
                </a:moveTo>
                <a:lnTo>
                  <a:pt x="2768600" y="127000"/>
                </a:lnTo>
                <a:lnTo>
                  <a:pt x="2768600" y="139700"/>
                </a:lnTo>
                <a:lnTo>
                  <a:pt x="2781300" y="139700"/>
                </a:lnTo>
                <a:lnTo>
                  <a:pt x="2781300" y="127000"/>
                </a:lnTo>
                <a:close/>
              </a:path>
              <a:path w="3111500" h="1282700">
                <a:moveTo>
                  <a:pt x="2806700" y="127000"/>
                </a:moveTo>
                <a:lnTo>
                  <a:pt x="2794000" y="127000"/>
                </a:lnTo>
                <a:lnTo>
                  <a:pt x="2799348" y="131212"/>
                </a:lnTo>
                <a:lnTo>
                  <a:pt x="2806305" y="130217"/>
                </a:lnTo>
                <a:lnTo>
                  <a:pt x="2806700" y="127000"/>
                </a:lnTo>
                <a:close/>
              </a:path>
              <a:path w="3111500" h="1282700">
                <a:moveTo>
                  <a:pt x="2832100" y="114300"/>
                </a:moveTo>
                <a:lnTo>
                  <a:pt x="2819400" y="114300"/>
                </a:lnTo>
                <a:lnTo>
                  <a:pt x="2819400" y="127000"/>
                </a:lnTo>
                <a:lnTo>
                  <a:pt x="2832100" y="127000"/>
                </a:lnTo>
                <a:lnTo>
                  <a:pt x="2832100" y="114300"/>
                </a:lnTo>
                <a:close/>
              </a:path>
              <a:path w="3111500" h="1282700">
                <a:moveTo>
                  <a:pt x="2857500" y="101600"/>
                </a:moveTo>
                <a:lnTo>
                  <a:pt x="2844800" y="101600"/>
                </a:lnTo>
                <a:lnTo>
                  <a:pt x="2844800" y="114300"/>
                </a:lnTo>
                <a:lnTo>
                  <a:pt x="2857500" y="114300"/>
                </a:lnTo>
                <a:lnTo>
                  <a:pt x="2857500" y="101600"/>
                </a:lnTo>
                <a:close/>
              </a:path>
              <a:path w="3111500" h="1282700">
                <a:moveTo>
                  <a:pt x="2882900" y="88900"/>
                </a:moveTo>
                <a:lnTo>
                  <a:pt x="2870200" y="88900"/>
                </a:lnTo>
                <a:lnTo>
                  <a:pt x="2870200" y="101600"/>
                </a:lnTo>
                <a:lnTo>
                  <a:pt x="2882900" y="101600"/>
                </a:lnTo>
                <a:lnTo>
                  <a:pt x="2882900" y="88900"/>
                </a:lnTo>
                <a:close/>
              </a:path>
              <a:path w="3111500" h="1282700">
                <a:moveTo>
                  <a:pt x="2895600" y="76200"/>
                </a:moveTo>
                <a:lnTo>
                  <a:pt x="2895600" y="88900"/>
                </a:lnTo>
                <a:lnTo>
                  <a:pt x="2908300" y="88900"/>
                </a:lnTo>
                <a:lnTo>
                  <a:pt x="2895600" y="76200"/>
                </a:lnTo>
                <a:close/>
              </a:path>
              <a:path w="3111500" h="1282700">
                <a:moveTo>
                  <a:pt x="2921000" y="76200"/>
                </a:moveTo>
                <a:lnTo>
                  <a:pt x="2908300" y="76200"/>
                </a:lnTo>
                <a:lnTo>
                  <a:pt x="2921000" y="88900"/>
                </a:lnTo>
                <a:lnTo>
                  <a:pt x="2925212" y="83551"/>
                </a:lnTo>
                <a:lnTo>
                  <a:pt x="2924217" y="76594"/>
                </a:lnTo>
                <a:lnTo>
                  <a:pt x="2921000" y="76200"/>
                </a:lnTo>
                <a:close/>
              </a:path>
              <a:path w="3111500" h="1282700">
                <a:moveTo>
                  <a:pt x="2946400" y="63500"/>
                </a:moveTo>
                <a:lnTo>
                  <a:pt x="2933700" y="63500"/>
                </a:lnTo>
                <a:lnTo>
                  <a:pt x="2933700" y="76200"/>
                </a:lnTo>
                <a:lnTo>
                  <a:pt x="2946400" y="76200"/>
                </a:lnTo>
                <a:lnTo>
                  <a:pt x="2946400" y="63500"/>
                </a:lnTo>
                <a:close/>
              </a:path>
              <a:path w="3111500" h="1282700">
                <a:moveTo>
                  <a:pt x="2971800" y="50800"/>
                </a:moveTo>
                <a:lnTo>
                  <a:pt x="2959100" y="50800"/>
                </a:lnTo>
                <a:lnTo>
                  <a:pt x="2959100" y="63500"/>
                </a:lnTo>
                <a:lnTo>
                  <a:pt x="2971800" y="63500"/>
                </a:lnTo>
                <a:lnTo>
                  <a:pt x="2971800" y="50800"/>
                </a:lnTo>
                <a:close/>
              </a:path>
              <a:path w="3111500" h="1282700">
                <a:moveTo>
                  <a:pt x="2997200" y="38100"/>
                </a:moveTo>
                <a:lnTo>
                  <a:pt x="2984500" y="38100"/>
                </a:lnTo>
                <a:lnTo>
                  <a:pt x="2984500" y="50800"/>
                </a:lnTo>
                <a:lnTo>
                  <a:pt x="2997200" y="50800"/>
                </a:lnTo>
                <a:lnTo>
                  <a:pt x="2997200" y="38100"/>
                </a:lnTo>
                <a:close/>
              </a:path>
              <a:path w="3111500" h="1282700">
                <a:moveTo>
                  <a:pt x="3022600" y="38100"/>
                </a:moveTo>
                <a:lnTo>
                  <a:pt x="3009900" y="38100"/>
                </a:lnTo>
                <a:lnTo>
                  <a:pt x="3009900" y="50800"/>
                </a:lnTo>
                <a:lnTo>
                  <a:pt x="3022600" y="50800"/>
                </a:lnTo>
                <a:lnTo>
                  <a:pt x="3022600" y="38100"/>
                </a:lnTo>
                <a:close/>
              </a:path>
              <a:path w="3111500" h="1282700">
                <a:moveTo>
                  <a:pt x="3048000" y="25400"/>
                </a:moveTo>
                <a:lnTo>
                  <a:pt x="3035300" y="25400"/>
                </a:lnTo>
                <a:lnTo>
                  <a:pt x="3035300" y="38100"/>
                </a:lnTo>
                <a:lnTo>
                  <a:pt x="3048000" y="38100"/>
                </a:lnTo>
                <a:lnTo>
                  <a:pt x="3048000" y="25400"/>
                </a:lnTo>
                <a:close/>
              </a:path>
              <a:path w="3111500" h="1282700">
                <a:moveTo>
                  <a:pt x="3073400" y="12700"/>
                </a:moveTo>
                <a:lnTo>
                  <a:pt x="3060700" y="12700"/>
                </a:lnTo>
                <a:lnTo>
                  <a:pt x="3060700" y="25400"/>
                </a:lnTo>
                <a:lnTo>
                  <a:pt x="3073400" y="25400"/>
                </a:lnTo>
                <a:lnTo>
                  <a:pt x="3073400" y="12700"/>
                </a:lnTo>
                <a:close/>
              </a:path>
              <a:path w="3111500" h="1282700">
                <a:moveTo>
                  <a:pt x="3086100" y="0"/>
                </a:moveTo>
                <a:lnTo>
                  <a:pt x="3073400" y="0"/>
                </a:lnTo>
                <a:lnTo>
                  <a:pt x="3073400" y="12700"/>
                </a:lnTo>
                <a:lnTo>
                  <a:pt x="3086100" y="12700"/>
                </a:lnTo>
                <a:lnTo>
                  <a:pt x="3086100" y="0"/>
                </a:lnTo>
                <a:close/>
              </a:path>
              <a:path w="3111500" h="1282700">
                <a:moveTo>
                  <a:pt x="3111500" y="0"/>
                </a:moveTo>
                <a:lnTo>
                  <a:pt x="3098800" y="0"/>
                </a:lnTo>
                <a:lnTo>
                  <a:pt x="3111500" y="12700"/>
                </a:lnTo>
                <a:lnTo>
                  <a:pt x="311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4572000" y="5664200"/>
            <a:ext cx="3048000" cy="1257300"/>
          </a:xfrm>
          <a:custGeom>
            <a:avLst/>
            <a:gdLst/>
            <a:ahLst/>
            <a:cxnLst/>
            <a:rect l="l" t="t" r="r" b="b"/>
            <a:pathLst>
              <a:path w="3048000" h="1257300">
                <a:moveTo>
                  <a:pt x="12700" y="1244600"/>
                </a:moveTo>
                <a:lnTo>
                  <a:pt x="0" y="1244600"/>
                </a:lnTo>
                <a:lnTo>
                  <a:pt x="0" y="1257300"/>
                </a:lnTo>
                <a:lnTo>
                  <a:pt x="12700" y="1257300"/>
                </a:lnTo>
                <a:lnTo>
                  <a:pt x="12700" y="1244600"/>
                </a:lnTo>
                <a:close/>
              </a:path>
              <a:path w="3048000" h="1257300">
                <a:moveTo>
                  <a:pt x="38100" y="1231900"/>
                </a:moveTo>
                <a:lnTo>
                  <a:pt x="25400" y="1231900"/>
                </a:lnTo>
                <a:lnTo>
                  <a:pt x="25400" y="1244600"/>
                </a:lnTo>
                <a:lnTo>
                  <a:pt x="38100" y="1244600"/>
                </a:lnTo>
                <a:lnTo>
                  <a:pt x="38100" y="1231900"/>
                </a:lnTo>
                <a:close/>
              </a:path>
              <a:path w="3048000" h="1257300">
                <a:moveTo>
                  <a:pt x="50800" y="1219200"/>
                </a:moveTo>
                <a:lnTo>
                  <a:pt x="46587" y="1224548"/>
                </a:lnTo>
                <a:lnTo>
                  <a:pt x="47582" y="1231505"/>
                </a:lnTo>
                <a:lnTo>
                  <a:pt x="50800" y="1231900"/>
                </a:lnTo>
                <a:lnTo>
                  <a:pt x="63500" y="1231900"/>
                </a:lnTo>
                <a:lnTo>
                  <a:pt x="50800" y="1219200"/>
                </a:lnTo>
                <a:close/>
              </a:path>
              <a:path w="3048000" h="1257300">
                <a:moveTo>
                  <a:pt x="76200" y="1219200"/>
                </a:moveTo>
                <a:lnTo>
                  <a:pt x="63500" y="1219200"/>
                </a:lnTo>
                <a:lnTo>
                  <a:pt x="76200" y="1231900"/>
                </a:lnTo>
                <a:lnTo>
                  <a:pt x="76200" y="1219200"/>
                </a:lnTo>
                <a:close/>
              </a:path>
              <a:path w="3048000" h="1257300">
                <a:moveTo>
                  <a:pt x="101600" y="1206500"/>
                </a:moveTo>
                <a:lnTo>
                  <a:pt x="88900" y="1206500"/>
                </a:lnTo>
                <a:lnTo>
                  <a:pt x="88900" y="1219200"/>
                </a:lnTo>
                <a:lnTo>
                  <a:pt x="101600" y="1219200"/>
                </a:lnTo>
                <a:lnTo>
                  <a:pt x="101600" y="1206500"/>
                </a:lnTo>
                <a:close/>
              </a:path>
              <a:path w="3048000" h="1257300">
                <a:moveTo>
                  <a:pt x="127000" y="1193800"/>
                </a:moveTo>
                <a:lnTo>
                  <a:pt x="114300" y="1193800"/>
                </a:lnTo>
                <a:lnTo>
                  <a:pt x="114300" y="1206500"/>
                </a:lnTo>
                <a:lnTo>
                  <a:pt x="127000" y="1206500"/>
                </a:lnTo>
                <a:lnTo>
                  <a:pt x="127000" y="1193800"/>
                </a:lnTo>
                <a:close/>
              </a:path>
              <a:path w="3048000" h="1257300">
                <a:moveTo>
                  <a:pt x="152400" y="1181100"/>
                </a:moveTo>
                <a:lnTo>
                  <a:pt x="139700" y="1181100"/>
                </a:lnTo>
                <a:lnTo>
                  <a:pt x="139700" y="1193800"/>
                </a:lnTo>
                <a:lnTo>
                  <a:pt x="152400" y="1193800"/>
                </a:lnTo>
                <a:lnTo>
                  <a:pt x="152400" y="1181100"/>
                </a:lnTo>
                <a:close/>
              </a:path>
              <a:path w="3048000" h="1257300">
                <a:moveTo>
                  <a:pt x="172451" y="1176887"/>
                </a:moveTo>
                <a:lnTo>
                  <a:pt x="165494" y="1177882"/>
                </a:lnTo>
                <a:lnTo>
                  <a:pt x="165100" y="1181100"/>
                </a:lnTo>
                <a:lnTo>
                  <a:pt x="165100" y="1193800"/>
                </a:lnTo>
                <a:lnTo>
                  <a:pt x="177800" y="1193800"/>
                </a:lnTo>
                <a:lnTo>
                  <a:pt x="177800" y="1181100"/>
                </a:lnTo>
                <a:lnTo>
                  <a:pt x="172451" y="1176887"/>
                </a:lnTo>
                <a:close/>
              </a:path>
              <a:path w="3048000" h="1257300">
                <a:moveTo>
                  <a:pt x="203200" y="1168400"/>
                </a:moveTo>
                <a:lnTo>
                  <a:pt x="190500" y="1168400"/>
                </a:lnTo>
                <a:lnTo>
                  <a:pt x="190500" y="1181100"/>
                </a:lnTo>
                <a:lnTo>
                  <a:pt x="203200" y="1181100"/>
                </a:lnTo>
                <a:lnTo>
                  <a:pt x="203200" y="1168400"/>
                </a:lnTo>
                <a:close/>
              </a:path>
              <a:path w="3048000" h="1257300">
                <a:moveTo>
                  <a:pt x="228600" y="1155700"/>
                </a:moveTo>
                <a:lnTo>
                  <a:pt x="215900" y="1155700"/>
                </a:lnTo>
                <a:lnTo>
                  <a:pt x="211687" y="1156835"/>
                </a:lnTo>
                <a:lnTo>
                  <a:pt x="212682" y="1164787"/>
                </a:lnTo>
                <a:lnTo>
                  <a:pt x="215900" y="1168400"/>
                </a:lnTo>
                <a:lnTo>
                  <a:pt x="228600" y="1168400"/>
                </a:lnTo>
                <a:lnTo>
                  <a:pt x="228600" y="1155700"/>
                </a:lnTo>
                <a:close/>
              </a:path>
              <a:path w="3048000" h="1257300">
                <a:moveTo>
                  <a:pt x="241300" y="1143000"/>
                </a:moveTo>
                <a:lnTo>
                  <a:pt x="228600" y="1143000"/>
                </a:lnTo>
                <a:lnTo>
                  <a:pt x="228600" y="1155700"/>
                </a:lnTo>
                <a:lnTo>
                  <a:pt x="241300" y="1155700"/>
                </a:lnTo>
                <a:lnTo>
                  <a:pt x="241300" y="1143000"/>
                </a:lnTo>
                <a:close/>
              </a:path>
              <a:path w="3048000" h="1257300">
                <a:moveTo>
                  <a:pt x="266700" y="1143000"/>
                </a:moveTo>
                <a:lnTo>
                  <a:pt x="254000" y="1143000"/>
                </a:lnTo>
                <a:lnTo>
                  <a:pt x="259348" y="1147212"/>
                </a:lnTo>
                <a:lnTo>
                  <a:pt x="266305" y="1146217"/>
                </a:lnTo>
                <a:lnTo>
                  <a:pt x="266700" y="1143000"/>
                </a:lnTo>
                <a:close/>
              </a:path>
              <a:path w="3048000" h="1257300">
                <a:moveTo>
                  <a:pt x="292100" y="1130300"/>
                </a:moveTo>
                <a:lnTo>
                  <a:pt x="279400" y="1130300"/>
                </a:lnTo>
                <a:lnTo>
                  <a:pt x="279400" y="1143000"/>
                </a:lnTo>
                <a:lnTo>
                  <a:pt x="292100" y="1143000"/>
                </a:lnTo>
                <a:lnTo>
                  <a:pt x="292100" y="1130300"/>
                </a:lnTo>
                <a:close/>
              </a:path>
              <a:path w="3048000" h="1257300">
                <a:moveTo>
                  <a:pt x="317500" y="1117600"/>
                </a:moveTo>
                <a:lnTo>
                  <a:pt x="304800" y="1117600"/>
                </a:lnTo>
                <a:lnTo>
                  <a:pt x="304800" y="1130300"/>
                </a:lnTo>
                <a:lnTo>
                  <a:pt x="317500" y="1130300"/>
                </a:lnTo>
                <a:lnTo>
                  <a:pt x="317500" y="1117600"/>
                </a:lnTo>
                <a:close/>
              </a:path>
              <a:path w="3048000" h="1257300">
                <a:moveTo>
                  <a:pt x="342900" y="1104900"/>
                </a:moveTo>
                <a:lnTo>
                  <a:pt x="330200" y="1104900"/>
                </a:lnTo>
                <a:lnTo>
                  <a:pt x="330200" y="1117600"/>
                </a:lnTo>
                <a:lnTo>
                  <a:pt x="342900" y="1117600"/>
                </a:lnTo>
                <a:lnTo>
                  <a:pt x="342900" y="1104900"/>
                </a:lnTo>
                <a:close/>
              </a:path>
              <a:path w="3048000" h="1257300">
                <a:moveTo>
                  <a:pt x="362951" y="1100687"/>
                </a:moveTo>
                <a:lnTo>
                  <a:pt x="355994" y="1101682"/>
                </a:lnTo>
                <a:lnTo>
                  <a:pt x="355600" y="1104900"/>
                </a:lnTo>
                <a:lnTo>
                  <a:pt x="368300" y="1104900"/>
                </a:lnTo>
                <a:lnTo>
                  <a:pt x="362951" y="1100687"/>
                </a:lnTo>
                <a:close/>
              </a:path>
              <a:path w="3048000" h="1257300">
                <a:moveTo>
                  <a:pt x="381000" y="1092200"/>
                </a:moveTo>
                <a:lnTo>
                  <a:pt x="381000" y="1104900"/>
                </a:lnTo>
                <a:lnTo>
                  <a:pt x="385212" y="1099551"/>
                </a:lnTo>
                <a:lnTo>
                  <a:pt x="384217" y="1092594"/>
                </a:lnTo>
                <a:lnTo>
                  <a:pt x="381000" y="1092200"/>
                </a:lnTo>
                <a:close/>
              </a:path>
              <a:path w="3048000" h="1257300">
                <a:moveTo>
                  <a:pt x="406400" y="1079500"/>
                </a:moveTo>
                <a:lnTo>
                  <a:pt x="393700" y="1079500"/>
                </a:lnTo>
                <a:lnTo>
                  <a:pt x="393700" y="1092200"/>
                </a:lnTo>
                <a:lnTo>
                  <a:pt x="406400" y="1092200"/>
                </a:lnTo>
                <a:lnTo>
                  <a:pt x="406400" y="1079500"/>
                </a:lnTo>
                <a:close/>
              </a:path>
              <a:path w="3048000" h="1257300">
                <a:moveTo>
                  <a:pt x="431800" y="1066800"/>
                </a:moveTo>
                <a:lnTo>
                  <a:pt x="419100" y="1066800"/>
                </a:lnTo>
                <a:lnTo>
                  <a:pt x="419100" y="1079500"/>
                </a:lnTo>
                <a:lnTo>
                  <a:pt x="431800" y="1079500"/>
                </a:lnTo>
                <a:lnTo>
                  <a:pt x="431800" y="1066800"/>
                </a:lnTo>
                <a:close/>
              </a:path>
              <a:path w="3048000" h="1257300">
                <a:moveTo>
                  <a:pt x="456064" y="1062587"/>
                </a:moveTo>
                <a:lnTo>
                  <a:pt x="448112" y="1063582"/>
                </a:lnTo>
                <a:lnTo>
                  <a:pt x="444500" y="1066800"/>
                </a:lnTo>
                <a:lnTo>
                  <a:pt x="449848" y="1071012"/>
                </a:lnTo>
                <a:lnTo>
                  <a:pt x="456805" y="1070017"/>
                </a:lnTo>
                <a:lnTo>
                  <a:pt x="457200" y="1066800"/>
                </a:lnTo>
                <a:lnTo>
                  <a:pt x="456064" y="1062587"/>
                </a:lnTo>
                <a:close/>
              </a:path>
              <a:path w="3048000" h="1257300">
                <a:moveTo>
                  <a:pt x="482600" y="1054100"/>
                </a:moveTo>
                <a:lnTo>
                  <a:pt x="469900" y="1054100"/>
                </a:lnTo>
                <a:lnTo>
                  <a:pt x="469900" y="1066800"/>
                </a:lnTo>
                <a:lnTo>
                  <a:pt x="482600" y="1066800"/>
                </a:lnTo>
                <a:lnTo>
                  <a:pt x="482600" y="1054100"/>
                </a:lnTo>
                <a:close/>
              </a:path>
              <a:path w="3048000" h="1257300">
                <a:moveTo>
                  <a:pt x="508000" y="1041400"/>
                </a:moveTo>
                <a:lnTo>
                  <a:pt x="495300" y="1041400"/>
                </a:lnTo>
                <a:lnTo>
                  <a:pt x="495300" y="1054100"/>
                </a:lnTo>
                <a:lnTo>
                  <a:pt x="508000" y="1054100"/>
                </a:lnTo>
                <a:lnTo>
                  <a:pt x="508000" y="1041400"/>
                </a:lnTo>
                <a:close/>
              </a:path>
              <a:path w="3048000" h="1257300">
                <a:moveTo>
                  <a:pt x="533400" y="1028700"/>
                </a:moveTo>
                <a:lnTo>
                  <a:pt x="520700" y="1028700"/>
                </a:lnTo>
                <a:lnTo>
                  <a:pt x="520700" y="1041400"/>
                </a:lnTo>
                <a:lnTo>
                  <a:pt x="533400" y="1041400"/>
                </a:lnTo>
                <a:lnTo>
                  <a:pt x="533400" y="1028700"/>
                </a:lnTo>
                <a:close/>
              </a:path>
              <a:path w="3048000" h="1257300">
                <a:moveTo>
                  <a:pt x="546100" y="1016000"/>
                </a:moveTo>
                <a:lnTo>
                  <a:pt x="541887" y="1026554"/>
                </a:lnTo>
                <a:lnTo>
                  <a:pt x="542890" y="1028700"/>
                </a:lnTo>
                <a:lnTo>
                  <a:pt x="545687" y="1033419"/>
                </a:lnTo>
                <a:lnTo>
                  <a:pt x="546099" y="1029018"/>
                </a:lnTo>
                <a:lnTo>
                  <a:pt x="546100" y="1016000"/>
                </a:lnTo>
                <a:close/>
              </a:path>
              <a:path w="3048000" h="1257300">
                <a:moveTo>
                  <a:pt x="571500" y="1016000"/>
                </a:moveTo>
                <a:lnTo>
                  <a:pt x="558800" y="1016000"/>
                </a:lnTo>
                <a:lnTo>
                  <a:pt x="571500" y="1028700"/>
                </a:lnTo>
                <a:lnTo>
                  <a:pt x="571500" y="1016000"/>
                </a:lnTo>
                <a:close/>
              </a:path>
              <a:path w="3048000" h="1257300">
                <a:moveTo>
                  <a:pt x="596900" y="1003300"/>
                </a:moveTo>
                <a:lnTo>
                  <a:pt x="584200" y="1003300"/>
                </a:lnTo>
                <a:lnTo>
                  <a:pt x="584200" y="1016000"/>
                </a:lnTo>
                <a:lnTo>
                  <a:pt x="596900" y="1016000"/>
                </a:lnTo>
                <a:lnTo>
                  <a:pt x="596900" y="1003300"/>
                </a:lnTo>
                <a:close/>
              </a:path>
              <a:path w="3048000" h="1257300">
                <a:moveTo>
                  <a:pt x="622300" y="990600"/>
                </a:moveTo>
                <a:lnTo>
                  <a:pt x="609600" y="990600"/>
                </a:lnTo>
                <a:lnTo>
                  <a:pt x="609600" y="1003300"/>
                </a:lnTo>
                <a:lnTo>
                  <a:pt x="622300" y="1003300"/>
                </a:lnTo>
                <a:lnTo>
                  <a:pt x="622300" y="990600"/>
                </a:lnTo>
                <a:close/>
              </a:path>
              <a:path w="3048000" h="1257300">
                <a:moveTo>
                  <a:pt x="647700" y="977900"/>
                </a:moveTo>
                <a:lnTo>
                  <a:pt x="635000" y="977900"/>
                </a:lnTo>
                <a:lnTo>
                  <a:pt x="635000" y="990600"/>
                </a:lnTo>
                <a:lnTo>
                  <a:pt x="647700" y="990600"/>
                </a:lnTo>
                <a:lnTo>
                  <a:pt x="647700" y="977900"/>
                </a:lnTo>
                <a:close/>
              </a:path>
              <a:path w="3048000" h="1257300">
                <a:moveTo>
                  <a:pt x="673100" y="977900"/>
                </a:moveTo>
                <a:lnTo>
                  <a:pt x="660400" y="977900"/>
                </a:lnTo>
                <a:lnTo>
                  <a:pt x="660400" y="990600"/>
                </a:lnTo>
                <a:lnTo>
                  <a:pt x="673100" y="990600"/>
                </a:lnTo>
                <a:lnTo>
                  <a:pt x="673100" y="977900"/>
                </a:lnTo>
                <a:close/>
              </a:path>
              <a:path w="3048000" h="1257300">
                <a:moveTo>
                  <a:pt x="698500" y="965200"/>
                </a:moveTo>
                <a:lnTo>
                  <a:pt x="685800" y="965200"/>
                </a:lnTo>
                <a:lnTo>
                  <a:pt x="685800" y="977900"/>
                </a:lnTo>
                <a:lnTo>
                  <a:pt x="698500" y="977900"/>
                </a:lnTo>
                <a:lnTo>
                  <a:pt x="698500" y="965200"/>
                </a:lnTo>
                <a:close/>
              </a:path>
              <a:path w="3048000" h="1257300">
                <a:moveTo>
                  <a:pt x="711200" y="952500"/>
                </a:moveTo>
                <a:lnTo>
                  <a:pt x="706987" y="957848"/>
                </a:lnTo>
                <a:lnTo>
                  <a:pt x="707982" y="964805"/>
                </a:lnTo>
                <a:lnTo>
                  <a:pt x="711200" y="965200"/>
                </a:lnTo>
                <a:lnTo>
                  <a:pt x="715412" y="964064"/>
                </a:lnTo>
                <a:lnTo>
                  <a:pt x="714417" y="956112"/>
                </a:lnTo>
                <a:lnTo>
                  <a:pt x="711200" y="952500"/>
                </a:lnTo>
                <a:close/>
              </a:path>
              <a:path w="3048000" h="1257300">
                <a:moveTo>
                  <a:pt x="736600" y="939800"/>
                </a:moveTo>
                <a:lnTo>
                  <a:pt x="723900" y="952500"/>
                </a:lnTo>
                <a:lnTo>
                  <a:pt x="736600" y="952500"/>
                </a:lnTo>
                <a:lnTo>
                  <a:pt x="736600" y="939800"/>
                </a:lnTo>
                <a:close/>
              </a:path>
              <a:path w="3048000" h="1257300">
                <a:moveTo>
                  <a:pt x="762000" y="939800"/>
                </a:moveTo>
                <a:lnTo>
                  <a:pt x="749300" y="939800"/>
                </a:lnTo>
                <a:lnTo>
                  <a:pt x="749300" y="952500"/>
                </a:lnTo>
                <a:lnTo>
                  <a:pt x="762000" y="952500"/>
                </a:lnTo>
                <a:lnTo>
                  <a:pt x="762000" y="939800"/>
                </a:lnTo>
                <a:close/>
              </a:path>
              <a:path w="3048000" h="1257300">
                <a:moveTo>
                  <a:pt x="787400" y="927100"/>
                </a:moveTo>
                <a:lnTo>
                  <a:pt x="774700" y="927100"/>
                </a:lnTo>
                <a:lnTo>
                  <a:pt x="774700" y="939800"/>
                </a:lnTo>
                <a:lnTo>
                  <a:pt x="787400" y="939800"/>
                </a:lnTo>
                <a:lnTo>
                  <a:pt x="787400" y="927100"/>
                </a:lnTo>
                <a:close/>
              </a:path>
              <a:path w="3048000" h="1257300">
                <a:moveTo>
                  <a:pt x="812800" y="914400"/>
                </a:moveTo>
                <a:lnTo>
                  <a:pt x="800100" y="914400"/>
                </a:lnTo>
                <a:lnTo>
                  <a:pt x="800100" y="927100"/>
                </a:lnTo>
                <a:lnTo>
                  <a:pt x="812800" y="927100"/>
                </a:lnTo>
                <a:lnTo>
                  <a:pt x="812800" y="914400"/>
                </a:lnTo>
                <a:close/>
              </a:path>
              <a:path w="3048000" h="1257300">
                <a:moveTo>
                  <a:pt x="838200" y="901700"/>
                </a:moveTo>
                <a:lnTo>
                  <a:pt x="825500" y="901700"/>
                </a:lnTo>
                <a:lnTo>
                  <a:pt x="825500" y="914400"/>
                </a:lnTo>
                <a:lnTo>
                  <a:pt x="838200" y="914400"/>
                </a:lnTo>
                <a:lnTo>
                  <a:pt x="838200" y="901700"/>
                </a:lnTo>
                <a:close/>
              </a:path>
              <a:path w="3048000" h="1257300">
                <a:moveTo>
                  <a:pt x="863600" y="901700"/>
                </a:moveTo>
                <a:lnTo>
                  <a:pt x="850900" y="901700"/>
                </a:lnTo>
                <a:lnTo>
                  <a:pt x="850900" y="914400"/>
                </a:lnTo>
                <a:lnTo>
                  <a:pt x="863600" y="901700"/>
                </a:lnTo>
                <a:close/>
              </a:path>
              <a:path w="3048000" h="1257300">
                <a:moveTo>
                  <a:pt x="876300" y="889000"/>
                </a:moveTo>
                <a:lnTo>
                  <a:pt x="872087" y="890135"/>
                </a:lnTo>
                <a:lnTo>
                  <a:pt x="873082" y="898087"/>
                </a:lnTo>
                <a:lnTo>
                  <a:pt x="876300" y="901700"/>
                </a:lnTo>
                <a:lnTo>
                  <a:pt x="880512" y="896351"/>
                </a:lnTo>
                <a:lnTo>
                  <a:pt x="879517" y="889394"/>
                </a:lnTo>
                <a:lnTo>
                  <a:pt x="876300" y="889000"/>
                </a:lnTo>
                <a:close/>
              </a:path>
              <a:path w="3048000" h="1257300">
                <a:moveTo>
                  <a:pt x="901700" y="876300"/>
                </a:moveTo>
                <a:lnTo>
                  <a:pt x="889000" y="876300"/>
                </a:lnTo>
                <a:lnTo>
                  <a:pt x="889000" y="889000"/>
                </a:lnTo>
                <a:lnTo>
                  <a:pt x="901700" y="889000"/>
                </a:lnTo>
                <a:lnTo>
                  <a:pt x="901700" y="876300"/>
                </a:lnTo>
                <a:close/>
              </a:path>
              <a:path w="3048000" h="1257300">
                <a:moveTo>
                  <a:pt x="927100" y="863600"/>
                </a:moveTo>
                <a:lnTo>
                  <a:pt x="914400" y="863600"/>
                </a:lnTo>
                <a:lnTo>
                  <a:pt x="914400" y="876300"/>
                </a:lnTo>
                <a:lnTo>
                  <a:pt x="927100" y="876300"/>
                </a:lnTo>
                <a:lnTo>
                  <a:pt x="927100" y="863600"/>
                </a:lnTo>
                <a:close/>
              </a:path>
              <a:path w="3048000" h="1257300">
                <a:moveTo>
                  <a:pt x="952500" y="863600"/>
                </a:moveTo>
                <a:lnTo>
                  <a:pt x="939800" y="863600"/>
                </a:lnTo>
                <a:lnTo>
                  <a:pt x="939800" y="876300"/>
                </a:lnTo>
                <a:lnTo>
                  <a:pt x="952500" y="876300"/>
                </a:lnTo>
                <a:lnTo>
                  <a:pt x="952500" y="863600"/>
                </a:lnTo>
                <a:close/>
              </a:path>
              <a:path w="3048000" h="1257300">
                <a:moveTo>
                  <a:pt x="977900" y="850900"/>
                </a:moveTo>
                <a:lnTo>
                  <a:pt x="965200" y="850900"/>
                </a:lnTo>
                <a:lnTo>
                  <a:pt x="965200" y="863600"/>
                </a:lnTo>
                <a:lnTo>
                  <a:pt x="977900" y="863600"/>
                </a:lnTo>
                <a:lnTo>
                  <a:pt x="977900" y="850900"/>
                </a:lnTo>
                <a:close/>
              </a:path>
              <a:path w="3048000" h="1257300">
                <a:moveTo>
                  <a:pt x="1003300" y="838200"/>
                </a:moveTo>
                <a:lnTo>
                  <a:pt x="990600" y="838200"/>
                </a:lnTo>
                <a:lnTo>
                  <a:pt x="990600" y="850900"/>
                </a:lnTo>
                <a:lnTo>
                  <a:pt x="1003300" y="850900"/>
                </a:lnTo>
                <a:lnTo>
                  <a:pt x="1003300" y="838200"/>
                </a:lnTo>
                <a:close/>
              </a:path>
              <a:path w="3048000" h="1257300">
                <a:moveTo>
                  <a:pt x="1016000" y="825500"/>
                </a:moveTo>
                <a:lnTo>
                  <a:pt x="1016000" y="838200"/>
                </a:lnTo>
                <a:lnTo>
                  <a:pt x="1028700" y="838200"/>
                </a:lnTo>
                <a:lnTo>
                  <a:pt x="1016000" y="825500"/>
                </a:lnTo>
                <a:close/>
              </a:path>
              <a:path w="3048000" h="1257300">
                <a:moveTo>
                  <a:pt x="1028700" y="825500"/>
                </a:moveTo>
                <a:lnTo>
                  <a:pt x="1041400" y="838200"/>
                </a:lnTo>
                <a:lnTo>
                  <a:pt x="1045612" y="827645"/>
                </a:lnTo>
                <a:lnTo>
                  <a:pt x="1044617" y="825514"/>
                </a:lnTo>
                <a:lnTo>
                  <a:pt x="1028700" y="825500"/>
                </a:lnTo>
                <a:close/>
              </a:path>
              <a:path w="3048000" h="1257300">
                <a:moveTo>
                  <a:pt x="1066800" y="812800"/>
                </a:moveTo>
                <a:lnTo>
                  <a:pt x="1054100" y="812800"/>
                </a:lnTo>
                <a:lnTo>
                  <a:pt x="1054100" y="825500"/>
                </a:lnTo>
                <a:lnTo>
                  <a:pt x="1066800" y="825500"/>
                </a:lnTo>
                <a:lnTo>
                  <a:pt x="1066800" y="812800"/>
                </a:lnTo>
                <a:close/>
              </a:path>
              <a:path w="3048000" h="1257300">
                <a:moveTo>
                  <a:pt x="1092200" y="800100"/>
                </a:moveTo>
                <a:lnTo>
                  <a:pt x="1079500" y="800100"/>
                </a:lnTo>
                <a:lnTo>
                  <a:pt x="1079500" y="812800"/>
                </a:lnTo>
                <a:lnTo>
                  <a:pt x="1092200" y="812800"/>
                </a:lnTo>
                <a:lnTo>
                  <a:pt x="1092200" y="800100"/>
                </a:lnTo>
                <a:close/>
              </a:path>
              <a:path w="3048000" h="1257300">
                <a:moveTo>
                  <a:pt x="1117600" y="787400"/>
                </a:moveTo>
                <a:lnTo>
                  <a:pt x="1104900" y="787400"/>
                </a:lnTo>
                <a:lnTo>
                  <a:pt x="1104900" y="800100"/>
                </a:lnTo>
                <a:lnTo>
                  <a:pt x="1117600" y="800100"/>
                </a:lnTo>
                <a:lnTo>
                  <a:pt x="1117600" y="787400"/>
                </a:lnTo>
                <a:close/>
              </a:path>
              <a:path w="3048000" h="1257300">
                <a:moveTo>
                  <a:pt x="1137651" y="783187"/>
                </a:moveTo>
                <a:lnTo>
                  <a:pt x="1130694" y="784182"/>
                </a:lnTo>
                <a:lnTo>
                  <a:pt x="1130300" y="787400"/>
                </a:lnTo>
                <a:lnTo>
                  <a:pt x="1130300" y="800100"/>
                </a:lnTo>
                <a:lnTo>
                  <a:pt x="1143000" y="800100"/>
                </a:lnTo>
                <a:lnTo>
                  <a:pt x="1143000" y="787400"/>
                </a:lnTo>
                <a:lnTo>
                  <a:pt x="1137651" y="783187"/>
                </a:lnTo>
                <a:close/>
              </a:path>
              <a:path w="3048000" h="1257300">
                <a:moveTo>
                  <a:pt x="1168400" y="774700"/>
                </a:moveTo>
                <a:lnTo>
                  <a:pt x="1155700" y="774700"/>
                </a:lnTo>
                <a:lnTo>
                  <a:pt x="1155700" y="787400"/>
                </a:lnTo>
                <a:lnTo>
                  <a:pt x="1168400" y="787400"/>
                </a:lnTo>
                <a:lnTo>
                  <a:pt x="1168400" y="774700"/>
                </a:lnTo>
                <a:close/>
              </a:path>
              <a:path w="3048000" h="1257300">
                <a:moveTo>
                  <a:pt x="1193800" y="762000"/>
                </a:moveTo>
                <a:lnTo>
                  <a:pt x="1181100" y="762000"/>
                </a:lnTo>
                <a:lnTo>
                  <a:pt x="1181100" y="774700"/>
                </a:lnTo>
                <a:lnTo>
                  <a:pt x="1193800" y="774700"/>
                </a:lnTo>
                <a:lnTo>
                  <a:pt x="1193800" y="762000"/>
                </a:lnTo>
                <a:close/>
              </a:path>
              <a:path w="3048000" h="1257300">
                <a:moveTo>
                  <a:pt x="1206500" y="749300"/>
                </a:moveTo>
                <a:lnTo>
                  <a:pt x="1193800" y="749300"/>
                </a:lnTo>
                <a:lnTo>
                  <a:pt x="1193800" y="762000"/>
                </a:lnTo>
                <a:lnTo>
                  <a:pt x="1206500" y="762000"/>
                </a:lnTo>
                <a:lnTo>
                  <a:pt x="1206500" y="749300"/>
                </a:lnTo>
                <a:close/>
              </a:path>
              <a:path w="3048000" h="1257300">
                <a:moveTo>
                  <a:pt x="1231900" y="749300"/>
                </a:moveTo>
                <a:lnTo>
                  <a:pt x="1219200" y="749300"/>
                </a:lnTo>
                <a:lnTo>
                  <a:pt x="1224548" y="753512"/>
                </a:lnTo>
                <a:lnTo>
                  <a:pt x="1231505" y="752517"/>
                </a:lnTo>
                <a:lnTo>
                  <a:pt x="1231900" y="749300"/>
                </a:lnTo>
                <a:close/>
              </a:path>
              <a:path w="3048000" h="1257300">
                <a:moveTo>
                  <a:pt x="1257300" y="736600"/>
                </a:moveTo>
                <a:lnTo>
                  <a:pt x="1244600" y="736600"/>
                </a:lnTo>
                <a:lnTo>
                  <a:pt x="1244600" y="749300"/>
                </a:lnTo>
                <a:lnTo>
                  <a:pt x="1257300" y="749300"/>
                </a:lnTo>
                <a:lnTo>
                  <a:pt x="1257300" y="736600"/>
                </a:lnTo>
                <a:close/>
              </a:path>
              <a:path w="3048000" h="1257300">
                <a:moveTo>
                  <a:pt x="1282700" y="723900"/>
                </a:moveTo>
                <a:lnTo>
                  <a:pt x="1270000" y="723900"/>
                </a:lnTo>
                <a:lnTo>
                  <a:pt x="1270000" y="736600"/>
                </a:lnTo>
                <a:lnTo>
                  <a:pt x="1282700" y="736600"/>
                </a:lnTo>
                <a:lnTo>
                  <a:pt x="1282700" y="723900"/>
                </a:lnTo>
                <a:close/>
              </a:path>
              <a:path w="3048000" h="1257300">
                <a:moveTo>
                  <a:pt x="1308100" y="711200"/>
                </a:moveTo>
                <a:lnTo>
                  <a:pt x="1295400" y="711200"/>
                </a:lnTo>
                <a:lnTo>
                  <a:pt x="1295400" y="723900"/>
                </a:lnTo>
                <a:lnTo>
                  <a:pt x="1308100" y="723900"/>
                </a:lnTo>
                <a:lnTo>
                  <a:pt x="1308100" y="711200"/>
                </a:lnTo>
                <a:close/>
              </a:path>
              <a:path w="3048000" h="1257300">
                <a:moveTo>
                  <a:pt x="1328151" y="706987"/>
                </a:moveTo>
                <a:lnTo>
                  <a:pt x="1321194" y="707982"/>
                </a:lnTo>
                <a:lnTo>
                  <a:pt x="1320800" y="711200"/>
                </a:lnTo>
                <a:lnTo>
                  <a:pt x="1333500" y="711200"/>
                </a:lnTo>
                <a:lnTo>
                  <a:pt x="1328151" y="706987"/>
                </a:lnTo>
                <a:close/>
              </a:path>
              <a:path w="3048000" h="1257300">
                <a:moveTo>
                  <a:pt x="1358900" y="698500"/>
                </a:moveTo>
                <a:lnTo>
                  <a:pt x="1346200" y="698500"/>
                </a:lnTo>
                <a:lnTo>
                  <a:pt x="1346200" y="711200"/>
                </a:lnTo>
                <a:lnTo>
                  <a:pt x="1358900" y="711200"/>
                </a:lnTo>
                <a:lnTo>
                  <a:pt x="1358900" y="698500"/>
                </a:lnTo>
                <a:close/>
              </a:path>
              <a:path w="3048000" h="1257300">
                <a:moveTo>
                  <a:pt x="1371600" y="685800"/>
                </a:moveTo>
                <a:lnTo>
                  <a:pt x="1358900" y="685800"/>
                </a:lnTo>
                <a:lnTo>
                  <a:pt x="1358900" y="698500"/>
                </a:lnTo>
                <a:lnTo>
                  <a:pt x="1371600" y="698500"/>
                </a:lnTo>
                <a:lnTo>
                  <a:pt x="1371600" y="685800"/>
                </a:lnTo>
                <a:close/>
              </a:path>
              <a:path w="3048000" h="1257300">
                <a:moveTo>
                  <a:pt x="1397000" y="673100"/>
                </a:moveTo>
                <a:lnTo>
                  <a:pt x="1384300" y="673100"/>
                </a:lnTo>
                <a:lnTo>
                  <a:pt x="1384300" y="685800"/>
                </a:lnTo>
                <a:lnTo>
                  <a:pt x="1397000" y="685800"/>
                </a:lnTo>
                <a:lnTo>
                  <a:pt x="1397000" y="673100"/>
                </a:lnTo>
                <a:close/>
              </a:path>
              <a:path w="3048000" h="1257300">
                <a:moveTo>
                  <a:pt x="1421264" y="668887"/>
                </a:moveTo>
                <a:lnTo>
                  <a:pt x="1413312" y="669882"/>
                </a:lnTo>
                <a:lnTo>
                  <a:pt x="1409700" y="673100"/>
                </a:lnTo>
                <a:lnTo>
                  <a:pt x="1415048" y="677312"/>
                </a:lnTo>
                <a:lnTo>
                  <a:pt x="1422005" y="676317"/>
                </a:lnTo>
                <a:lnTo>
                  <a:pt x="1422400" y="673100"/>
                </a:lnTo>
                <a:lnTo>
                  <a:pt x="1421264" y="668887"/>
                </a:lnTo>
                <a:close/>
              </a:path>
              <a:path w="3048000" h="1257300">
                <a:moveTo>
                  <a:pt x="1447800" y="660400"/>
                </a:moveTo>
                <a:lnTo>
                  <a:pt x="1435100" y="660400"/>
                </a:lnTo>
                <a:lnTo>
                  <a:pt x="1435100" y="673100"/>
                </a:lnTo>
                <a:lnTo>
                  <a:pt x="1447800" y="673100"/>
                </a:lnTo>
                <a:lnTo>
                  <a:pt x="1447800" y="660400"/>
                </a:lnTo>
                <a:close/>
              </a:path>
              <a:path w="3048000" h="1257300">
                <a:moveTo>
                  <a:pt x="1473200" y="647700"/>
                </a:moveTo>
                <a:lnTo>
                  <a:pt x="1460500" y="647700"/>
                </a:lnTo>
                <a:lnTo>
                  <a:pt x="1460500" y="660400"/>
                </a:lnTo>
                <a:lnTo>
                  <a:pt x="1473200" y="660400"/>
                </a:lnTo>
                <a:lnTo>
                  <a:pt x="1473200" y="647700"/>
                </a:lnTo>
                <a:close/>
              </a:path>
              <a:path w="3048000" h="1257300">
                <a:moveTo>
                  <a:pt x="1498600" y="635000"/>
                </a:moveTo>
                <a:lnTo>
                  <a:pt x="1485900" y="635000"/>
                </a:lnTo>
                <a:lnTo>
                  <a:pt x="1485900" y="647700"/>
                </a:lnTo>
                <a:lnTo>
                  <a:pt x="1498600" y="647700"/>
                </a:lnTo>
                <a:lnTo>
                  <a:pt x="1498600" y="635000"/>
                </a:lnTo>
                <a:close/>
              </a:path>
              <a:path w="3048000" h="1257300">
                <a:moveTo>
                  <a:pt x="1511300" y="622300"/>
                </a:moveTo>
                <a:lnTo>
                  <a:pt x="1507087" y="632854"/>
                </a:lnTo>
                <a:lnTo>
                  <a:pt x="1508090" y="635000"/>
                </a:lnTo>
                <a:lnTo>
                  <a:pt x="1510887" y="639719"/>
                </a:lnTo>
                <a:lnTo>
                  <a:pt x="1511299" y="635318"/>
                </a:lnTo>
                <a:lnTo>
                  <a:pt x="1511300" y="622300"/>
                </a:lnTo>
                <a:close/>
              </a:path>
              <a:path w="3048000" h="1257300">
                <a:moveTo>
                  <a:pt x="1536700" y="622300"/>
                </a:moveTo>
                <a:lnTo>
                  <a:pt x="1524000" y="622300"/>
                </a:lnTo>
                <a:lnTo>
                  <a:pt x="1536700" y="635000"/>
                </a:lnTo>
                <a:lnTo>
                  <a:pt x="1536700" y="622300"/>
                </a:lnTo>
                <a:close/>
              </a:path>
              <a:path w="3048000" h="1257300">
                <a:moveTo>
                  <a:pt x="1562100" y="609600"/>
                </a:moveTo>
                <a:lnTo>
                  <a:pt x="1549400" y="609600"/>
                </a:lnTo>
                <a:lnTo>
                  <a:pt x="1549400" y="622300"/>
                </a:lnTo>
                <a:lnTo>
                  <a:pt x="1562100" y="622300"/>
                </a:lnTo>
                <a:lnTo>
                  <a:pt x="1562100" y="609600"/>
                </a:lnTo>
                <a:close/>
              </a:path>
              <a:path w="3048000" h="1257300">
                <a:moveTo>
                  <a:pt x="1587500" y="596900"/>
                </a:moveTo>
                <a:lnTo>
                  <a:pt x="1574800" y="596900"/>
                </a:lnTo>
                <a:lnTo>
                  <a:pt x="1574800" y="609600"/>
                </a:lnTo>
                <a:lnTo>
                  <a:pt x="1587500" y="609600"/>
                </a:lnTo>
                <a:lnTo>
                  <a:pt x="1587500" y="596900"/>
                </a:lnTo>
                <a:close/>
              </a:path>
              <a:path w="3048000" h="1257300">
                <a:moveTo>
                  <a:pt x="1612900" y="584200"/>
                </a:moveTo>
                <a:lnTo>
                  <a:pt x="1600200" y="584200"/>
                </a:lnTo>
                <a:lnTo>
                  <a:pt x="1600200" y="596900"/>
                </a:lnTo>
                <a:lnTo>
                  <a:pt x="1601335" y="601112"/>
                </a:lnTo>
                <a:lnTo>
                  <a:pt x="1609287" y="600117"/>
                </a:lnTo>
                <a:lnTo>
                  <a:pt x="1612900" y="596900"/>
                </a:lnTo>
                <a:lnTo>
                  <a:pt x="1612900" y="584200"/>
                </a:lnTo>
                <a:close/>
              </a:path>
              <a:path w="3048000" h="1257300">
                <a:moveTo>
                  <a:pt x="1638300" y="584200"/>
                </a:moveTo>
                <a:lnTo>
                  <a:pt x="1625600" y="584200"/>
                </a:lnTo>
                <a:lnTo>
                  <a:pt x="1625600" y="596900"/>
                </a:lnTo>
                <a:lnTo>
                  <a:pt x="1638300" y="596900"/>
                </a:lnTo>
                <a:lnTo>
                  <a:pt x="1638300" y="584200"/>
                </a:lnTo>
                <a:close/>
              </a:path>
              <a:path w="3048000" h="1257300">
                <a:moveTo>
                  <a:pt x="1663700" y="571500"/>
                </a:moveTo>
                <a:lnTo>
                  <a:pt x="1651000" y="571500"/>
                </a:lnTo>
                <a:lnTo>
                  <a:pt x="1651000" y="584200"/>
                </a:lnTo>
                <a:lnTo>
                  <a:pt x="1663700" y="584200"/>
                </a:lnTo>
                <a:lnTo>
                  <a:pt x="1663700" y="571500"/>
                </a:lnTo>
                <a:close/>
              </a:path>
              <a:path w="3048000" h="1257300">
                <a:moveTo>
                  <a:pt x="1689100" y="558800"/>
                </a:moveTo>
                <a:lnTo>
                  <a:pt x="1676400" y="558800"/>
                </a:lnTo>
                <a:lnTo>
                  <a:pt x="1672187" y="564148"/>
                </a:lnTo>
                <a:lnTo>
                  <a:pt x="1673182" y="571105"/>
                </a:lnTo>
                <a:lnTo>
                  <a:pt x="1676400" y="571500"/>
                </a:lnTo>
                <a:lnTo>
                  <a:pt x="1689100" y="571500"/>
                </a:lnTo>
                <a:lnTo>
                  <a:pt x="1689100" y="558800"/>
                </a:lnTo>
                <a:close/>
              </a:path>
              <a:path w="3048000" h="1257300">
                <a:moveTo>
                  <a:pt x="1701800" y="546100"/>
                </a:moveTo>
                <a:lnTo>
                  <a:pt x="1689100" y="558800"/>
                </a:lnTo>
                <a:lnTo>
                  <a:pt x="1701800" y="558800"/>
                </a:lnTo>
                <a:lnTo>
                  <a:pt x="1701800" y="546100"/>
                </a:lnTo>
                <a:close/>
              </a:path>
              <a:path w="3048000" h="1257300">
                <a:moveTo>
                  <a:pt x="1727200" y="546100"/>
                </a:moveTo>
                <a:lnTo>
                  <a:pt x="1714500" y="546100"/>
                </a:lnTo>
                <a:lnTo>
                  <a:pt x="1714500" y="558800"/>
                </a:lnTo>
                <a:lnTo>
                  <a:pt x="1727200" y="558800"/>
                </a:lnTo>
                <a:lnTo>
                  <a:pt x="1727200" y="546100"/>
                </a:lnTo>
                <a:close/>
              </a:path>
              <a:path w="3048000" h="1257300">
                <a:moveTo>
                  <a:pt x="1752600" y="533400"/>
                </a:moveTo>
                <a:lnTo>
                  <a:pt x="1739900" y="533400"/>
                </a:lnTo>
                <a:lnTo>
                  <a:pt x="1739900" y="546100"/>
                </a:lnTo>
                <a:lnTo>
                  <a:pt x="1752600" y="546100"/>
                </a:lnTo>
                <a:lnTo>
                  <a:pt x="1752600" y="533400"/>
                </a:lnTo>
                <a:close/>
              </a:path>
              <a:path w="3048000" h="1257300">
                <a:moveTo>
                  <a:pt x="1778000" y="520700"/>
                </a:moveTo>
                <a:lnTo>
                  <a:pt x="1765300" y="520700"/>
                </a:lnTo>
                <a:lnTo>
                  <a:pt x="1765300" y="533400"/>
                </a:lnTo>
                <a:lnTo>
                  <a:pt x="1778000" y="533400"/>
                </a:lnTo>
                <a:lnTo>
                  <a:pt x="1778000" y="520700"/>
                </a:lnTo>
                <a:close/>
              </a:path>
              <a:path w="3048000" h="1257300">
                <a:moveTo>
                  <a:pt x="1803400" y="508000"/>
                </a:moveTo>
                <a:lnTo>
                  <a:pt x="1790700" y="508000"/>
                </a:lnTo>
                <a:lnTo>
                  <a:pt x="1790700" y="520700"/>
                </a:lnTo>
                <a:lnTo>
                  <a:pt x="1803400" y="520700"/>
                </a:lnTo>
                <a:lnTo>
                  <a:pt x="1803400" y="508000"/>
                </a:lnTo>
                <a:close/>
              </a:path>
              <a:path w="3048000" h="1257300">
                <a:moveTo>
                  <a:pt x="1828800" y="508000"/>
                </a:moveTo>
                <a:lnTo>
                  <a:pt x="1816100" y="508000"/>
                </a:lnTo>
                <a:lnTo>
                  <a:pt x="1816100" y="520700"/>
                </a:lnTo>
                <a:lnTo>
                  <a:pt x="1828800" y="508000"/>
                </a:lnTo>
                <a:close/>
              </a:path>
              <a:path w="3048000" h="1257300">
                <a:moveTo>
                  <a:pt x="1841500" y="495300"/>
                </a:moveTo>
                <a:lnTo>
                  <a:pt x="1837287" y="496435"/>
                </a:lnTo>
                <a:lnTo>
                  <a:pt x="1838282" y="504387"/>
                </a:lnTo>
                <a:lnTo>
                  <a:pt x="1841500" y="508000"/>
                </a:lnTo>
                <a:lnTo>
                  <a:pt x="1845712" y="502651"/>
                </a:lnTo>
                <a:lnTo>
                  <a:pt x="1844717" y="495694"/>
                </a:lnTo>
                <a:lnTo>
                  <a:pt x="1841500" y="495300"/>
                </a:lnTo>
                <a:close/>
              </a:path>
              <a:path w="3048000" h="1257300">
                <a:moveTo>
                  <a:pt x="1866900" y="482600"/>
                </a:moveTo>
                <a:lnTo>
                  <a:pt x="1854200" y="482600"/>
                </a:lnTo>
                <a:lnTo>
                  <a:pt x="1854200" y="495300"/>
                </a:lnTo>
                <a:lnTo>
                  <a:pt x="1866900" y="495300"/>
                </a:lnTo>
                <a:lnTo>
                  <a:pt x="1866900" y="482600"/>
                </a:lnTo>
                <a:close/>
              </a:path>
              <a:path w="3048000" h="1257300">
                <a:moveTo>
                  <a:pt x="1892300" y="469900"/>
                </a:moveTo>
                <a:lnTo>
                  <a:pt x="1879600" y="482600"/>
                </a:lnTo>
                <a:lnTo>
                  <a:pt x="1892300" y="482600"/>
                </a:lnTo>
                <a:lnTo>
                  <a:pt x="1892300" y="469900"/>
                </a:lnTo>
                <a:close/>
              </a:path>
              <a:path w="3048000" h="1257300">
                <a:moveTo>
                  <a:pt x="1917700" y="469900"/>
                </a:moveTo>
                <a:lnTo>
                  <a:pt x="1905000" y="469900"/>
                </a:lnTo>
                <a:lnTo>
                  <a:pt x="1905000" y="482600"/>
                </a:lnTo>
                <a:lnTo>
                  <a:pt x="1917700" y="482600"/>
                </a:lnTo>
                <a:lnTo>
                  <a:pt x="1917700" y="469900"/>
                </a:lnTo>
                <a:close/>
              </a:path>
              <a:path w="3048000" h="1257300">
                <a:moveTo>
                  <a:pt x="1943100" y="457200"/>
                </a:moveTo>
                <a:lnTo>
                  <a:pt x="1930400" y="457200"/>
                </a:lnTo>
                <a:lnTo>
                  <a:pt x="1930400" y="469900"/>
                </a:lnTo>
                <a:lnTo>
                  <a:pt x="1943100" y="469900"/>
                </a:lnTo>
                <a:lnTo>
                  <a:pt x="1943100" y="457200"/>
                </a:lnTo>
                <a:close/>
              </a:path>
              <a:path w="3048000" h="1257300">
                <a:moveTo>
                  <a:pt x="1968500" y="444500"/>
                </a:moveTo>
                <a:lnTo>
                  <a:pt x="1955800" y="444500"/>
                </a:lnTo>
                <a:lnTo>
                  <a:pt x="1955800" y="457200"/>
                </a:lnTo>
                <a:lnTo>
                  <a:pt x="1968500" y="457200"/>
                </a:lnTo>
                <a:lnTo>
                  <a:pt x="1968500" y="444500"/>
                </a:lnTo>
                <a:close/>
              </a:path>
              <a:path w="3048000" h="1257300">
                <a:moveTo>
                  <a:pt x="1993900" y="431800"/>
                </a:moveTo>
                <a:lnTo>
                  <a:pt x="1981200" y="431800"/>
                </a:lnTo>
                <a:lnTo>
                  <a:pt x="1981200" y="444500"/>
                </a:lnTo>
                <a:lnTo>
                  <a:pt x="1993900" y="444500"/>
                </a:lnTo>
                <a:lnTo>
                  <a:pt x="1993900" y="431800"/>
                </a:lnTo>
                <a:close/>
              </a:path>
              <a:path w="3048000" h="1257300">
                <a:moveTo>
                  <a:pt x="2006600" y="431808"/>
                </a:moveTo>
                <a:lnTo>
                  <a:pt x="2006600" y="444500"/>
                </a:lnTo>
                <a:lnTo>
                  <a:pt x="2010812" y="433945"/>
                </a:lnTo>
                <a:lnTo>
                  <a:pt x="2009817" y="431814"/>
                </a:lnTo>
                <a:lnTo>
                  <a:pt x="2006600" y="431808"/>
                </a:lnTo>
                <a:close/>
              </a:path>
              <a:path w="3048000" h="1257300">
                <a:moveTo>
                  <a:pt x="2006600" y="431800"/>
                </a:moveTo>
                <a:lnTo>
                  <a:pt x="2001837" y="431800"/>
                </a:lnTo>
                <a:lnTo>
                  <a:pt x="2006600" y="431808"/>
                </a:lnTo>
                <a:close/>
              </a:path>
              <a:path w="3048000" h="1257300">
                <a:moveTo>
                  <a:pt x="2032000" y="419100"/>
                </a:moveTo>
                <a:lnTo>
                  <a:pt x="2019300" y="419100"/>
                </a:lnTo>
                <a:lnTo>
                  <a:pt x="2019300" y="431800"/>
                </a:lnTo>
                <a:lnTo>
                  <a:pt x="2032000" y="431800"/>
                </a:lnTo>
                <a:lnTo>
                  <a:pt x="2032000" y="419100"/>
                </a:lnTo>
                <a:close/>
              </a:path>
              <a:path w="3048000" h="1257300">
                <a:moveTo>
                  <a:pt x="2057400" y="406400"/>
                </a:moveTo>
                <a:lnTo>
                  <a:pt x="2044700" y="406400"/>
                </a:lnTo>
                <a:lnTo>
                  <a:pt x="2044700" y="419100"/>
                </a:lnTo>
                <a:lnTo>
                  <a:pt x="2057400" y="419100"/>
                </a:lnTo>
                <a:lnTo>
                  <a:pt x="2057400" y="406400"/>
                </a:lnTo>
                <a:close/>
              </a:path>
              <a:path w="3048000" h="1257300">
                <a:moveTo>
                  <a:pt x="2082800" y="393700"/>
                </a:moveTo>
                <a:lnTo>
                  <a:pt x="2070100" y="393700"/>
                </a:lnTo>
                <a:lnTo>
                  <a:pt x="2070100" y="406400"/>
                </a:lnTo>
                <a:lnTo>
                  <a:pt x="2082800" y="406400"/>
                </a:lnTo>
                <a:lnTo>
                  <a:pt x="2082800" y="393700"/>
                </a:lnTo>
                <a:close/>
              </a:path>
              <a:path w="3048000" h="1257300">
                <a:moveTo>
                  <a:pt x="2102851" y="389487"/>
                </a:moveTo>
                <a:lnTo>
                  <a:pt x="2095894" y="390482"/>
                </a:lnTo>
                <a:lnTo>
                  <a:pt x="2095500" y="393700"/>
                </a:lnTo>
                <a:lnTo>
                  <a:pt x="2095500" y="406400"/>
                </a:lnTo>
                <a:lnTo>
                  <a:pt x="2108200" y="406400"/>
                </a:lnTo>
                <a:lnTo>
                  <a:pt x="2108200" y="393700"/>
                </a:lnTo>
                <a:lnTo>
                  <a:pt x="2102851" y="389487"/>
                </a:lnTo>
                <a:close/>
              </a:path>
              <a:path w="3048000" h="1257300">
                <a:moveTo>
                  <a:pt x="2133600" y="381000"/>
                </a:moveTo>
                <a:lnTo>
                  <a:pt x="2120900" y="381000"/>
                </a:lnTo>
                <a:lnTo>
                  <a:pt x="2120900" y="393700"/>
                </a:lnTo>
                <a:lnTo>
                  <a:pt x="2133600" y="393700"/>
                </a:lnTo>
                <a:lnTo>
                  <a:pt x="2133600" y="381000"/>
                </a:lnTo>
                <a:close/>
              </a:path>
              <a:path w="3048000" h="1257300">
                <a:moveTo>
                  <a:pt x="2159000" y="368300"/>
                </a:moveTo>
                <a:lnTo>
                  <a:pt x="2146300" y="368300"/>
                </a:lnTo>
                <a:lnTo>
                  <a:pt x="2146300" y="381000"/>
                </a:lnTo>
                <a:lnTo>
                  <a:pt x="2159000" y="381000"/>
                </a:lnTo>
                <a:lnTo>
                  <a:pt x="2159000" y="368300"/>
                </a:lnTo>
                <a:close/>
              </a:path>
              <a:path w="3048000" h="1257300">
                <a:moveTo>
                  <a:pt x="2171700" y="355600"/>
                </a:moveTo>
                <a:lnTo>
                  <a:pt x="2167487" y="360948"/>
                </a:lnTo>
                <a:lnTo>
                  <a:pt x="2168482" y="367905"/>
                </a:lnTo>
                <a:lnTo>
                  <a:pt x="2171700" y="368300"/>
                </a:lnTo>
                <a:lnTo>
                  <a:pt x="2171700" y="355600"/>
                </a:lnTo>
                <a:close/>
              </a:path>
              <a:path w="3048000" h="1257300">
                <a:moveTo>
                  <a:pt x="2197100" y="355600"/>
                </a:moveTo>
                <a:lnTo>
                  <a:pt x="2184400" y="355600"/>
                </a:lnTo>
                <a:lnTo>
                  <a:pt x="2189748" y="359812"/>
                </a:lnTo>
                <a:lnTo>
                  <a:pt x="2196705" y="358817"/>
                </a:lnTo>
                <a:lnTo>
                  <a:pt x="2197100" y="355600"/>
                </a:lnTo>
                <a:close/>
              </a:path>
              <a:path w="3048000" h="1257300">
                <a:moveTo>
                  <a:pt x="2222500" y="342900"/>
                </a:moveTo>
                <a:lnTo>
                  <a:pt x="2209800" y="342900"/>
                </a:lnTo>
                <a:lnTo>
                  <a:pt x="2209800" y="355600"/>
                </a:lnTo>
                <a:lnTo>
                  <a:pt x="2222500" y="355600"/>
                </a:lnTo>
                <a:lnTo>
                  <a:pt x="2222500" y="342900"/>
                </a:lnTo>
                <a:close/>
              </a:path>
              <a:path w="3048000" h="1257300">
                <a:moveTo>
                  <a:pt x="2247900" y="330200"/>
                </a:moveTo>
                <a:lnTo>
                  <a:pt x="2235200" y="330200"/>
                </a:lnTo>
                <a:lnTo>
                  <a:pt x="2235200" y="342900"/>
                </a:lnTo>
                <a:lnTo>
                  <a:pt x="2247900" y="342900"/>
                </a:lnTo>
                <a:lnTo>
                  <a:pt x="2247900" y="330200"/>
                </a:lnTo>
                <a:close/>
              </a:path>
              <a:path w="3048000" h="1257300">
                <a:moveTo>
                  <a:pt x="2273300" y="317500"/>
                </a:moveTo>
                <a:lnTo>
                  <a:pt x="2260600" y="317500"/>
                </a:lnTo>
                <a:lnTo>
                  <a:pt x="2260600" y="330200"/>
                </a:lnTo>
                <a:lnTo>
                  <a:pt x="2273300" y="330200"/>
                </a:lnTo>
                <a:lnTo>
                  <a:pt x="2273300" y="317500"/>
                </a:lnTo>
                <a:close/>
              </a:path>
              <a:path w="3048000" h="1257300">
                <a:moveTo>
                  <a:pt x="2293351" y="313287"/>
                </a:moveTo>
                <a:lnTo>
                  <a:pt x="2286394" y="314282"/>
                </a:lnTo>
                <a:lnTo>
                  <a:pt x="2286000" y="317500"/>
                </a:lnTo>
                <a:lnTo>
                  <a:pt x="2298700" y="317500"/>
                </a:lnTo>
                <a:lnTo>
                  <a:pt x="2293351" y="313287"/>
                </a:lnTo>
                <a:close/>
              </a:path>
              <a:path w="3048000" h="1257300">
                <a:moveTo>
                  <a:pt x="2324100" y="304800"/>
                </a:moveTo>
                <a:lnTo>
                  <a:pt x="2311400" y="304800"/>
                </a:lnTo>
                <a:lnTo>
                  <a:pt x="2311400" y="317500"/>
                </a:lnTo>
                <a:lnTo>
                  <a:pt x="2324100" y="317500"/>
                </a:lnTo>
                <a:lnTo>
                  <a:pt x="2324100" y="304800"/>
                </a:lnTo>
                <a:close/>
              </a:path>
              <a:path w="3048000" h="1257300">
                <a:moveTo>
                  <a:pt x="2336800" y="292100"/>
                </a:moveTo>
                <a:lnTo>
                  <a:pt x="2332587" y="293235"/>
                </a:lnTo>
                <a:lnTo>
                  <a:pt x="2333582" y="301187"/>
                </a:lnTo>
                <a:lnTo>
                  <a:pt x="2336800" y="304800"/>
                </a:lnTo>
                <a:lnTo>
                  <a:pt x="2341012" y="303664"/>
                </a:lnTo>
                <a:lnTo>
                  <a:pt x="2340017" y="295712"/>
                </a:lnTo>
                <a:lnTo>
                  <a:pt x="2336800" y="292100"/>
                </a:lnTo>
                <a:close/>
              </a:path>
              <a:path w="3048000" h="1257300">
                <a:moveTo>
                  <a:pt x="2362200" y="279400"/>
                </a:moveTo>
                <a:lnTo>
                  <a:pt x="2349500" y="279400"/>
                </a:lnTo>
                <a:lnTo>
                  <a:pt x="2349500" y="292100"/>
                </a:lnTo>
                <a:lnTo>
                  <a:pt x="2362200" y="292100"/>
                </a:lnTo>
                <a:lnTo>
                  <a:pt x="2362200" y="279400"/>
                </a:lnTo>
                <a:close/>
              </a:path>
              <a:path w="3048000" h="1257300">
                <a:moveTo>
                  <a:pt x="2386464" y="275187"/>
                </a:moveTo>
                <a:lnTo>
                  <a:pt x="2378512" y="276182"/>
                </a:lnTo>
                <a:lnTo>
                  <a:pt x="2374900" y="279400"/>
                </a:lnTo>
                <a:lnTo>
                  <a:pt x="2380248" y="283612"/>
                </a:lnTo>
                <a:lnTo>
                  <a:pt x="2387205" y="282617"/>
                </a:lnTo>
                <a:lnTo>
                  <a:pt x="2387600" y="279400"/>
                </a:lnTo>
                <a:lnTo>
                  <a:pt x="2386464" y="275187"/>
                </a:lnTo>
                <a:close/>
              </a:path>
              <a:path w="3048000" h="1257300">
                <a:moveTo>
                  <a:pt x="2413000" y="266700"/>
                </a:moveTo>
                <a:lnTo>
                  <a:pt x="2400300" y="266700"/>
                </a:lnTo>
                <a:lnTo>
                  <a:pt x="2400300" y="279400"/>
                </a:lnTo>
                <a:lnTo>
                  <a:pt x="2413000" y="279400"/>
                </a:lnTo>
                <a:lnTo>
                  <a:pt x="2413000" y="266700"/>
                </a:lnTo>
                <a:close/>
              </a:path>
              <a:path w="3048000" h="1257300">
                <a:moveTo>
                  <a:pt x="2438400" y="254000"/>
                </a:moveTo>
                <a:lnTo>
                  <a:pt x="2425700" y="254000"/>
                </a:lnTo>
                <a:lnTo>
                  <a:pt x="2425700" y="266700"/>
                </a:lnTo>
                <a:lnTo>
                  <a:pt x="2438400" y="266700"/>
                </a:lnTo>
                <a:lnTo>
                  <a:pt x="2438400" y="254000"/>
                </a:lnTo>
                <a:close/>
              </a:path>
              <a:path w="3048000" h="1257300">
                <a:moveTo>
                  <a:pt x="2463800" y="241300"/>
                </a:moveTo>
                <a:lnTo>
                  <a:pt x="2451100" y="241300"/>
                </a:lnTo>
                <a:lnTo>
                  <a:pt x="2451100" y="254000"/>
                </a:lnTo>
                <a:lnTo>
                  <a:pt x="2463800" y="254000"/>
                </a:lnTo>
                <a:lnTo>
                  <a:pt x="2463800" y="241300"/>
                </a:lnTo>
                <a:close/>
              </a:path>
              <a:path w="3048000" h="1257300">
                <a:moveTo>
                  <a:pt x="2501900" y="228600"/>
                </a:moveTo>
                <a:lnTo>
                  <a:pt x="2489200" y="228600"/>
                </a:lnTo>
                <a:lnTo>
                  <a:pt x="2501900" y="241300"/>
                </a:lnTo>
                <a:lnTo>
                  <a:pt x="2506112" y="235951"/>
                </a:lnTo>
                <a:lnTo>
                  <a:pt x="2505117" y="228994"/>
                </a:lnTo>
                <a:lnTo>
                  <a:pt x="2501900" y="228600"/>
                </a:lnTo>
                <a:close/>
              </a:path>
              <a:path w="3048000" h="1257300">
                <a:moveTo>
                  <a:pt x="2527300" y="215900"/>
                </a:moveTo>
                <a:lnTo>
                  <a:pt x="2514600" y="215900"/>
                </a:lnTo>
                <a:lnTo>
                  <a:pt x="2514600" y="228600"/>
                </a:lnTo>
                <a:lnTo>
                  <a:pt x="2527300" y="228600"/>
                </a:lnTo>
                <a:lnTo>
                  <a:pt x="2527300" y="215900"/>
                </a:lnTo>
                <a:close/>
              </a:path>
              <a:path w="3048000" h="1257300">
                <a:moveTo>
                  <a:pt x="2552700" y="203200"/>
                </a:moveTo>
                <a:lnTo>
                  <a:pt x="2540000" y="203200"/>
                </a:lnTo>
                <a:lnTo>
                  <a:pt x="2540000" y="215900"/>
                </a:lnTo>
                <a:lnTo>
                  <a:pt x="2552700" y="215900"/>
                </a:lnTo>
                <a:lnTo>
                  <a:pt x="2552700" y="203200"/>
                </a:lnTo>
                <a:close/>
              </a:path>
              <a:path w="3048000" h="1257300">
                <a:moveTo>
                  <a:pt x="2578100" y="190500"/>
                </a:moveTo>
                <a:lnTo>
                  <a:pt x="2565400" y="190500"/>
                </a:lnTo>
                <a:lnTo>
                  <a:pt x="2565400" y="203200"/>
                </a:lnTo>
                <a:lnTo>
                  <a:pt x="2566535" y="207412"/>
                </a:lnTo>
                <a:lnTo>
                  <a:pt x="2574487" y="206417"/>
                </a:lnTo>
                <a:lnTo>
                  <a:pt x="2578100" y="203200"/>
                </a:lnTo>
                <a:lnTo>
                  <a:pt x="2578100" y="190500"/>
                </a:lnTo>
                <a:close/>
              </a:path>
              <a:path w="3048000" h="1257300">
                <a:moveTo>
                  <a:pt x="2603500" y="190500"/>
                </a:moveTo>
                <a:lnTo>
                  <a:pt x="2590800" y="190500"/>
                </a:lnTo>
                <a:lnTo>
                  <a:pt x="2590800" y="203200"/>
                </a:lnTo>
                <a:lnTo>
                  <a:pt x="2603500" y="203200"/>
                </a:lnTo>
                <a:lnTo>
                  <a:pt x="2603500" y="190500"/>
                </a:lnTo>
                <a:close/>
              </a:path>
              <a:path w="3048000" h="1257300">
                <a:moveTo>
                  <a:pt x="2628900" y="177800"/>
                </a:moveTo>
                <a:lnTo>
                  <a:pt x="2616200" y="177800"/>
                </a:lnTo>
                <a:lnTo>
                  <a:pt x="2616200" y="190500"/>
                </a:lnTo>
                <a:lnTo>
                  <a:pt x="2628900" y="190500"/>
                </a:lnTo>
                <a:lnTo>
                  <a:pt x="2628900" y="177800"/>
                </a:lnTo>
                <a:close/>
              </a:path>
              <a:path w="3048000" h="1257300">
                <a:moveTo>
                  <a:pt x="2654300" y="165100"/>
                </a:moveTo>
                <a:lnTo>
                  <a:pt x="2641600" y="165100"/>
                </a:lnTo>
                <a:lnTo>
                  <a:pt x="2641600" y="177800"/>
                </a:lnTo>
                <a:lnTo>
                  <a:pt x="2654300" y="177800"/>
                </a:lnTo>
                <a:lnTo>
                  <a:pt x="2654300" y="165100"/>
                </a:lnTo>
                <a:close/>
              </a:path>
              <a:path w="3048000" h="1257300">
                <a:moveTo>
                  <a:pt x="2667000" y="152400"/>
                </a:moveTo>
                <a:lnTo>
                  <a:pt x="2654300" y="165100"/>
                </a:lnTo>
                <a:lnTo>
                  <a:pt x="2667000" y="165100"/>
                </a:lnTo>
                <a:lnTo>
                  <a:pt x="2667000" y="152400"/>
                </a:lnTo>
                <a:close/>
              </a:path>
              <a:path w="3048000" h="1257300">
                <a:moveTo>
                  <a:pt x="2692400" y="152400"/>
                </a:moveTo>
                <a:lnTo>
                  <a:pt x="2679700" y="152400"/>
                </a:lnTo>
                <a:lnTo>
                  <a:pt x="2679700" y="165100"/>
                </a:lnTo>
                <a:lnTo>
                  <a:pt x="2692400" y="165100"/>
                </a:lnTo>
                <a:lnTo>
                  <a:pt x="2692400" y="152400"/>
                </a:lnTo>
                <a:close/>
              </a:path>
              <a:path w="3048000" h="1257300">
                <a:moveTo>
                  <a:pt x="2717800" y="139700"/>
                </a:moveTo>
                <a:lnTo>
                  <a:pt x="2705100" y="139700"/>
                </a:lnTo>
                <a:lnTo>
                  <a:pt x="2705100" y="152400"/>
                </a:lnTo>
                <a:lnTo>
                  <a:pt x="2717800" y="152400"/>
                </a:lnTo>
                <a:lnTo>
                  <a:pt x="2717800" y="139700"/>
                </a:lnTo>
                <a:close/>
              </a:path>
              <a:path w="3048000" h="1257300">
                <a:moveTo>
                  <a:pt x="2743200" y="127000"/>
                </a:moveTo>
                <a:lnTo>
                  <a:pt x="2730500" y="127000"/>
                </a:lnTo>
                <a:lnTo>
                  <a:pt x="2730500" y="139700"/>
                </a:lnTo>
                <a:lnTo>
                  <a:pt x="2743200" y="139700"/>
                </a:lnTo>
                <a:lnTo>
                  <a:pt x="2743200" y="127000"/>
                </a:lnTo>
                <a:close/>
              </a:path>
              <a:path w="3048000" h="1257300">
                <a:moveTo>
                  <a:pt x="2768600" y="114300"/>
                </a:moveTo>
                <a:lnTo>
                  <a:pt x="2755900" y="114300"/>
                </a:lnTo>
                <a:lnTo>
                  <a:pt x="2755900" y="127000"/>
                </a:lnTo>
                <a:lnTo>
                  <a:pt x="2768600" y="127000"/>
                </a:lnTo>
                <a:lnTo>
                  <a:pt x="2768600" y="114300"/>
                </a:lnTo>
                <a:close/>
              </a:path>
              <a:path w="3048000" h="1257300">
                <a:moveTo>
                  <a:pt x="2794000" y="114300"/>
                </a:moveTo>
                <a:lnTo>
                  <a:pt x="2781300" y="114300"/>
                </a:lnTo>
                <a:lnTo>
                  <a:pt x="2781300" y="127000"/>
                </a:lnTo>
                <a:lnTo>
                  <a:pt x="2794000" y="114300"/>
                </a:lnTo>
                <a:close/>
              </a:path>
              <a:path w="3048000" h="1257300">
                <a:moveTo>
                  <a:pt x="2819400" y="101600"/>
                </a:moveTo>
                <a:lnTo>
                  <a:pt x="2806700" y="101600"/>
                </a:lnTo>
                <a:lnTo>
                  <a:pt x="2806700" y="114300"/>
                </a:lnTo>
                <a:lnTo>
                  <a:pt x="2819400" y="114300"/>
                </a:lnTo>
                <a:lnTo>
                  <a:pt x="2819400" y="101600"/>
                </a:lnTo>
                <a:close/>
              </a:path>
              <a:path w="3048000" h="1257300">
                <a:moveTo>
                  <a:pt x="2832100" y="88900"/>
                </a:moveTo>
                <a:lnTo>
                  <a:pt x="2819400" y="88900"/>
                </a:lnTo>
                <a:lnTo>
                  <a:pt x="2819400" y="101600"/>
                </a:lnTo>
                <a:lnTo>
                  <a:pt x="2832100" y="101600"/>
                </a:lnTo>
                <a:lnTo>
                  <a:pt x="2832100" y="88900"/>
                </a:lnTo>
                <a:close/>
              </a:path>
              <a:path w="3048000" h="1257300">
                <a:moveTo>
                  <a:pt x="2857500" y="76200"/>
                </a:moveTo>
                <a:lnTo>
                  <a:pt x="2844800" y="88900"/>
                </a:lnTo>
                <a:lnTo>
                  <a:pt x="2857500" y="88900"/>
                </a:lnTo>
                <a:lnTo>
                  <a:pt x="2857500" y="76200"/>
                </a:lnTo>
                <a:close/>
              </a:path>
              <a:path w="3048000" h="1257300">
                <a:moveTo>
                  <a:pt x="2882900" y="76200"/>
                </a:moveTo>
                <a:lnTo>
                  <a:pt x="2870200" y="76200"/>
                </a:lnTo>
                <a:lnTo>
                  <a:pt x="2870200" y="88900"/>
                </a:lnTo>
                <a:lnTo>
                  <a:pt x="2882900" y="88900"/>
                </a:lnTo>
                <a:lnTo>
                  <a:pt x="2882900" y="76200"/>
                </a:lnTo>
                <a:close/>
              </a:path>
              <a:path w="3048000" h="1257300">
                <a:moveTo>
                  <a:pt x="2908300" y="63500"/>
                </a:moveTo>
                <a:lnTo>
                  <a:pt x="2895600" y="63500"/>
                </a:lnTo>
                <a:lnTo>
                  <a:pt x="2895600" y="76200"/>
                </a:lnTo>
                <a:lnTo>
                  <a:pt x="2908300" y="76200"/>
                </a:lnTo>
                <a:lnTo>
                  <a:pt x="2908300" y="63500"/>
                </a:lnTo>
                <a:close/>
              </a:path>
              <a:path w="3048000" h="1257300">
                <a:moveTo>
                  <a:pt x="2933700" y="50800"/>
                </a:moveTo>
                <a:lnTo>
                  <a:pt x="2921000" y="50800"/>
                </a:lnTo>
                <a:lnTo>
                  <a:pt x="2921000" y="63500"/>
                </a:lnTo>
                <a:lnTo>
                  <a:pt x="2933700" y="63500"/>
                </a:lnTo>
                <a:lnTo>
                  <a:pt x="2933700" y="50800"/>
                </a:lnTo>
                <a:close/>
              </a:path>
              <a:path w="3048000" h="1257300">
                <a:moveTo>
                  <a:pt x="2959100" y="38100"/>
                </a:moveTo>
                <a:lnTo>
                  <a:pt x="2946400" y="38100"/>
                </a:lnTo>
                <a:lnTo>
                  <a:pt x="2946400" y="50800"/>
                </a:lnTo>
                <a:lnTo>
                  <a:pt x="2959100" y="50800"/>
                </a:lnTo>
                <a:lnTo>
                  <a:pt x="2959100" y="38100"/>
                </a:lnTo>
                <a:close/>
              </a:path>
              <a:path w="3048000" h="1257300">
                <a:moveTo>
                  <a:pt x="2984500" y="38100"/>
                </a:moveTo>
                <a:lnTo>
                  <a:pt x="2971800" y="38100"/>
                </a:lnTo>
                <a:lnTo>
                  <a:pt x="2971800" y="50800"/>
                </a:lnTo>
                <a:lnTo>
                  <a:pt x="2984500" y="38100"/>
                </a:lnTo>
                <a:close/>
              </a:path>
              <a:path w="3048000" h="1257300">
                <a:moveTo>
                  <a:pt x="2997200" y="25400"/>
                </a:moveTo>
                <a:lnTo>
                  <a:pt x="2984500" y="25400"/>
                </a:lnTo>
                <a:lnTo>
                  <a:pt x="2984500" y="38100"/>
                </a:lnTo>
                <a:lnTo>
                  <a:pt x="2997200" y="38100"/>
                </a:lnTo>
                <a:lnTo>
                  <a:pt x="2997200" y="25400"/>
                </a:lnTo>
                <a:close/>
              </a:path>
              <a:path w="3048000" h="1257300">
                <a:moveTo>
                  <a:pt x="3022600" y="12700"/>
                </a:moveTo>
                <a:lnTo>
                  <a:pt x="3009900" y="12700"/>
                </a:lnTo>
                <a:lnTo>
                  <a:pt x="3009900" y="25400"/>
                </a:lnTo>
                <a:lnTo>
                  <a:pt x="3022600" y="25400"/>
                </a:lnTo>
                <a:lnTo>
                  <a:pt x="3022600" y="12700"/>
                </a:lnTo>
                <a:close/>
              </a:path>
              <a:path w="3048000" h="1257300">
                <a:moveTo>
                  <a:pt x="3048000" y="0"/>
                </a:moveTo>
                <a:lnTo>
                  <a:pt x="3035300" y="0"/>
                </a:lnTo>
                <a:lnTo>
                  <a:pt x="3035300" y="12700"/>
                </a:lnTo>
                <a:lnTo>
                  <a:pt x="3048000" y="12700"/>
                </a:lnTo>
                <a:lnTo>
                  <a:pt x="304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184900" y="59182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14300" y="12700"/>
                </a:moveTo>
                <a:lnTo>
                  <a:pt x="63500" y="12700"/>
                </a:lnTo>
                <a:lnTo>
                  <a:pt x="38100" y="38100"/>
                </a:lnTo>
                <a:lnTo>
                  <a:pt x="25400" y="38100"/>
                </a:lnTo>
                <a:lnTo>
                  <a:pt x="0" y="63500"/>
                </a:lnTo>
                <a:lnTo>
                  <a:pt x="0" y="165100"/>
                </a:lnTo>
                <a:lnTo>
                  <a:pt x="25400" y="203200"/>
                </a:lnTo>
                <a:lnTo>
                  <a:pt x="38100" y="203200"/>
                </a:lnTo>
                <a:lnTo>
                  <a:pt x="63500" y="2286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84150" y="215900"/>
                </a:lnTo>
                <a:lnTo>
                  <a:pt x="76200" y="215900"/>
                </a:lnTo>
                <a:lnTo>
                  <a:pt x="38100" y="190500"/>
                </a:lnTo>
                <a:lnTo>
                  <a:pt x="50800" y="190500"/>
                </a:lnTo>
                <a:lnTo>
                  <a:pt x="25400" y="1524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50800" y="50800"/>
                </a:lnTo>
                <a:lnTo>
                  <a:pt x="38100" y="50800"/>
                </a:lnTo>
                <a:lnTo>
                  <a:pt x="76200" y="25400"/>
                </a:lnTo>
                <a:lnTo>
                  <a:pt x="114300" y="12700"/>
                </a:lnTo>
                <a:close/>
              </a:path>
              <a:path w="241300" h="241300">
                <a:moveTo>
                  <a:pt x="76200" y="203200"/>
                </a:moveTo>
                <a:lnTo>
                  <a:pt x="76200" y="215900"/>
                </a:lnTo>
                <a:lnTo>
                  <a:pt x="114300" y="215900"/>
                </a:lnTo>
                <a:lnTo>
                  <a:pt x="76200" y="203200"/>
                </a:lnTo>
                <a:close/>
              </a:path>
              <a:path w="241300" h="241300">
                <a:moveTo>
                  <a:pt x="165100" y="203200"/>
                </a:moveTo>
                <a:lnTo>
                  <a:pt x="114300" y="215900"/>
                </a:lnTo>
                <a:lnTo>
                  <a:pt x="152400" y="215900"/>
                </a:lnTo>
                <a:lnTo>
                  <a:pt x="165100" y="203200"/>
                </a:lnTo>
                <a:close/>
              </a:path>
              <a:path w="241300" h="241300">
                <a:moveTo>
                  <a:pt x="114300" y="0"/>
                </a:moveTo>
                <a:lnTo>
                  <a:pt x="76200" y="12700"/>
                </a:lnTo>
                <a:lnTo>
                  <a:pt x="114300" y="127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215900" y="76200"/>
                </a:lnTo>
                <a:lnTo>
                  <a:pt x="228600" y="114300"/>
                </a:lnTo>
                <a:lnTo>
                  <a:pt x="215900" y="152400"/>
                </a:lnTo>
                <a:lnTo>
                  <a:pt x="190500" y="190500"/>
                </a:lnTo>
                <a:lnTo>
                  <a:pt x="152400" y="215900"/>
                </a:lnTo>
                <a:lnTo>
                  <a:pt x="184150" y="2159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28600" y="63500"/>
                </a:lnTo>
                <a:lnTo>
                  <a:pt x="203200" y="38100"/>
                </a:lnTo>
                <a:lnTo>
                  <a:pt x="1651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791200" y="6235700"/>
            <a:ext cx="241300" cy="228600"/>
          </a:xfrm>
          <a:custGeom>
            <a:avLst/>
            <a:gdLst/>
            <a:ahLst/>
            <a:cxnLst/>
            <a:rect l="l" t="t" r="r" b="b"/>
            <a:pathLst>
              <a:path w="241300" h="228600">
                <a:moveTo>
                  <a:pt x="177800" y="0"/>
                </a:moveTo>
                <a:lnTo>
                  <a:pt x="76200" y="0"/>
                </a:lnTo>
                <a:lnTo>
                  <a:pt x="38100" y="25400"/>
                </a:lnTo>
                <a:lnTo>
                  <a:pt x="12700" y="63500"/>
                </a:lnTo>
                <a:lnTo>
                  <a:pt x="0" y="88900"/>
                </a:lnTo>
                <a:lnTo>
                  <a:pt x="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65100" y="228600"/>
                </a:lnTo>
                <a:lnTo>
                  <a:pt x="184150" y="215900"/>
                </a:lnTo>
                <a:lnTo>
                  <a:pt x="114300" y="215900"/>
                </a:lnTo>
                <a:lnTo>
                  <a:pt x="120650" y="214312"/>
                </a:lnTo>
                <a:lnTo>
                  <a:pt x="76200" y="203200"/>
                </a:lnTo>
                <a:lnTo>
                  <a:pt x="63500" y="190500"/>
                </a:lnTo>
                <a:lnTo>
                  <a:pt x="50800" y="190500"/>
                </a:lnTo>
                <a:lnTo>
                  <a:pt x="25400" y="152400"/>
                </a:lnTo>
                <a:lnTo>
                  <a:pt x="12700" y="127000"/>
                </a:lnTo>
                <a:lnTo>
                  <a:pt x="19050" y="127000"/>
                </a:lnTo>
                <a:lnTo>
                  <a:pt x="12700" y="114300"/>
                </a:lnTo>
                <a:lnTo>
                  <a:pt x="25400" y="88900"/>
                </a:lnTo>
                <a:lnTo>
                  <a:pt x="12700" y="88900"/>
                </a:lnTo>
                <a:lnTo>
                  <a:pt x="25400" y="76200"/>
                </a:lnTo>
                <a:lnTo>
                  <a:pt x="50800" y="38100"/>
                </a:lnTo>
                <a:lnTo>
                  <a:pt x="69850" y="38100"/>
                </a:lnTo>
                <a:lnTo>
                  <a:pt x="88900" y="25400"/>
                </a:lnTo>
                <a:lnTo>
                  <a:pt x="76200" y="25400"/>
                </a:lnTo>
                <a:lnTo>
                  <a:pt x="120650" y="14287"/>
                </a:lnTo>
                <a:lnTo>
                  <a:pt x="114300" y="12700"/>
                </a:lnTo>
                <a:lnTo>
                  <a:pt x="190500" y="12700"/>
                </a:lnTo>
                <a:lnTo>
                  <a:pt x="177800" y="0"/>
                </a:lnTo>
                <a:close/>
              </a:path>
              <a:path w="241300" h="228600">
                <a:moveTo>
                  <a:pt x="120650" y="214312"/>
                </a:moveTo>
                <a:lnTo>
                  <a:pt x="114300" y="215900"/>
                </a:lnTo>
                <a:lnTo>
                  <a:pt x="127000" y="215900"/>
                </a:lnTo>
                <a:lnTo>
                  <a:pt x="120650" y="214312"/>
                </a:lnTo>
                <a:close/>
              </a:path>
              <a:path w="241300" h="228600">
                <a:moveTo>
                  <a:pt x="195579" y="182880"/>
                </a:moveTo>
                <a:lnTo>
                  <a:pt x="165100" y="203200"/>
                </a:lnTo>
                <a:lnTo>
                  <a:pt x="120650" y="214312"/>
                </a:lnTo>
                <a:lnTo>
                  <a:pt x="127000" y="215900"/>
                </a:lnTo>
                <a:lnTo>
                  <a:pt x="184150" y="215900"/>
                </a:lnTo>
                <a:lnTo>
                  <a:pt x="203200" y="203200"/>
                </a:lnTo>
                <a:lnTo>
                  <a:pt x="215900" y="203200"/>
                </a:lnTo>
                <a:lnTo>
                  <a:pt x="224366" y="190500"/>
                </a:lnTo>
                <a:lnTo>
                  <a:pt x="190500" y="190500"/>
                </a:lnTo>
                <a:lnTo>
                  <a:pt x="195579" y="182880"/>
                </a:lnTo>
                <a:close/>
              </a:path>
              <a:path w="241300" h="228600">
                <a:moveTo>
                  <a:pt x="50800" y="177800"/>
                </a:moveTo>
                <a:lnTo>
                  <a:pt x="50800" y="190500"/>
                </a:lnTo>
                <a:lnTo>
                  <a:pt x="63500" y="190500"/>
                </a:lnTo>
                <a:lnTo>
                  <a:pt x="50800" y="177800"/>
                </a:lnTo>
                <a:close/>
              </a:path>
              <a:path w="241300" h="228600">
                <a:moveTo>
                  <a:pt x="203200" y="177800"/>
                </a:moveTo>
                <a:lnTo>
                  <a:pt x="195579" y="182880"/>
                </a:lnTo>
                <a:lnTo>
                  <a:pt x="190500" y="190500"/>
                </a:lnTo>
                <a:lnTo>
                  <a:pt x="203200" y="177800"/>
                </a:lnTo>
                <a:close/>
              </a:path>
              <a:path w="241300" h="228600">
                <a:moveTo>
                  <a:pt x="232833" y="177800"/>
                </a:moveTo>
                <a:lnTo>
                  <a:pt x="203200" y="177800"/>
                </a:lnTo>
                <a:lnTo>
                  <a:pt x="190500" y="190500"/>
                </a:lnTo>
                <a:lnTo>
                  <a:pt x="224366" y="190500"/>
                </a:lnTo>
                <a:lnTo>
                  <a:pt x="232833" y="177800"/>
                </a:lnTo>
                <a:close/>
              </a:path>
              <a:path w="241300" h="228600">
                <a:moveTo>
                  <a:pt x="195579" y="45719"/>
                </a:moveTo>
                <a:lnTo>
                  <a:pt x="215900" y="76200"/>
                </a:lnTo>
                <a:lnTo>
                  <a:pt x="228600" y="114300"/>
                </a:lnTo>
                <a:lnTo>
                  <a:pt x="215900" y="152400"/>
                </a:lnTo>
                <a:lnTo>
                  <a:pt x="195579" y="182880"/>
                </a:lnTo>
                <a:lnTo>
                  <a:pt x="203200" y="177800"/>
                </a:lnTo>
                <a:lnTo>
                  <a:pt x="232833" y="177800"/>
                </a:lnTo>
                <a:lnTo>
                  <a:pt x="241300" y="165100"/>
                </a:lnTo>
                <a:lnTo>
                  <a:pt x="241300" y="63500"/>
                </a:lnTo>
                <a:lnTo>
                  <a:pt x="232833" y="50800"/>
                </a:lnTo>
                <a:lnTo>
                  <a:pt x="203200" y="50800"/>
                </a:lnTo>
                <a:lnTo>
                  <a:pt x="195579" y="45719"/>
                </a:lnTo>
                <a:close/>
              </a:path>
              <a:path w="241300" h="228600">
                <a:moveTo>
                  <a:pt x="19050" y="127000"/>
                </a:moveTo>
                <a:lnTo>
                  <a:pt x="12700" y="127000"/>
                </a:lnTo>
                <a:lnTo>
                  <a:pt x="25400" y="139700"/>
                </a:lnTo>
                <a:lnTo>
                  <a:pt x="19050" y="127000"/>
                </a:lnTo>
                <a:close/>
              </a:path>
              <a:path w="241300" h="228600">
                <a:moveTo>
                  <a:pt x="69850" y="38100"/>
                </a:moveTo>
                <a:lnTo>
                  <a:pt x="50800" y="38100"/>
                </a:lnTo>
                <a:lnTo>
                  <a:pt x="50800" y="50800"/>
                </a:lnTo>
                <a:lnTo>
                  <a:pt x="69850" y="38100"/>
                </a:lnTo>
                <a:close/>
              </a:path>
              <a:path w="241300" h="228600">
                <a:moveTo>
                  <a:pt x="190500" y="38100"/>
                </a:moveTo>
                <a:lnTo>
                  <a:pt x="195579" y="45719"/>
                </a:lnTo>
                <a:lnTo>
                  <a:pt x="203200" y="50800"/>
                </a:lnTo>
                <a:lnTo>
                  <a:pt x="190500" y="38100"/>
                </a:lnTo>
                <a:close/>
              </a:path>
              <a:path w="241300" h="228600">
                <a:moveTo>
                  <a:pt x="224366" y="38100"/>
                </a:moveTo>
                <a:lnTo>
                  <a:pt x="190500" y="38100"/>
                </a:lnTo>
                <a:lnTo>
                  <a:pt x="203200" y="50800"/>
                </a:lnTo>
                <a:lnTo>
                  <a:pt x="232833" y="50800"/>
                </a:lnTo>
                <a:lnTo>
                  <a:pt x="224366" y="38100"/>
                </a:lnTo>
                <a:close/>
              </a:path>
              <a:path w="241300" h="228600">
                <a:moveTo>
                  <a:pt x="190500" y="12700"/>
                </a:moveTo>
                <a:lnTo>
                  <a:pt x="127000" y="12700"/>
                </a:lnTo>
                <a:lnTo>
                  <a:pt x="120650" y="14287"/>
                </a:lnTo>
                <a:lnTo>
                  <a:pt x="165100" y="25400"/>
                </a:lnTo>
                <a:lnTo>
                  <a:pt x="195579" y="45719"/>
                </a:lnTo>
                <a:lnTo>
                  <a:pt x="190500" y="38100"/>
                </a:lnTo>
                <a:lnTo>
                  <a:pt x="224366" y="38100"/>
                </a:lnTo>
                <a:lnTo>
                  <a:pt x="215900" y="25400"/>
                </a:lnTo>
                <a:lnTo>
                  <a:pt x="203200" y="25400"/>
                </a:lnTo>
                <a:lnTo>
                  <a:pt x="190500" y="12700"/>
                </a:lnTo>
                <a:close/>
              </a:path>
              <a:path w="241300" h="228600">
                <a:moveTo>
                  <a:pt x="127000" y="12700"/>
                </a:moveTo>
                <a:lnTo>
                  <a:pt x="114300" y="12700"/>
                </a:lnTo>
                <a:lnTo>
                  <a:pt x="120650" y="14287"/>
                </a:lnTo>
                <a:lnTo>
                  <a:pt x="1270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724400" y="6502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7000" y="0"/>
                </a:moveTo>
                <a:lnTo>
                  <a:pt x="1143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12700" y="1778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120650" y="227012"/>
                </a:lnTo>
                <a:lnTo>
                  <a:pt x="76200" y="2159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39700"/>
                </a:lnTo>
                <a:lnTo>
                  <a:pt x="12700" y="127000"/>
                </a:lnTo>
                <a:lnTo>
                  <a:pt x="25400" y="101600"/>
                </a:lnTo>
                <a:lnTo>
                  <a:pt x="12700" y="1016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90500" y="25400"/>
                </a:lnTo>
                <a:lnTo>
                  <a:pt x="177800" y="12700"/>
                </a:lnTo>
                <a:lnTo>
                  <a:pt x="165100" y="12700"/>
                </a:lnTo>
                <a:lnTo>
                  <a:pt x="127000" y="0"/>
                </a:lnTo>
                <a:close/>
              </a:path>
              <a:path w="241300" h="241300">
                <a:moveTo>
                  <a:pt x="120650" y="227012"/>
                </a:moveTo>
                <a:lnTo>
                  <a:pt x="114300" y="228600"/>
                </a:lnTo>
                <a:lnTo>
                  <a:pt x="127000" y="228600"/>
                </a:lnTo>
                <a:lnTo>
                  <a:pt x="120650" y="227012"/>
                </a:lnTo>
                <a:close/>
              </a:path>
              <a:path w="241300" h="241300">
                <a:moveTo>
                  <a:pt x="241300" y="76200"/>
                </a:moveTo>
                <a:lnTo>
                  <a:pt x="215900" y="762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190500"/>
                </a:lnTo>
                <a:lnTo>
                  <a:pt x="203200" y="190500"/>
                </a:lnTo>
                <a:lnTo>
                  <a:pt x="165100" y="215900"/>
                </a:lnTo>
                <a:lnTo>
                  <a:pt x="120650" y="227012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215900" y="203200"/>
                </a:lnTo>
                <a:lnTo>
                  <a:pt x="241300" y="177800"/>
                </a:lnTo>
                <a:lnTo>
                  <a:pt x="241300" y="76200"/>
                </a:lnTo>
                <a:close/>
              </a:path>
              <a:path w="241300" h="241300">
                <a:moveTo>
                  <a:pt x="190500" y="25400"/>
                </a:moveTo>
                <a:lnTo>
                  <a:pt x="165100" y="25400"/>
                </a:lnTo>
                <a:lnTo>
                  <a:pt x="203200" y="50800"/>
                </a:lnTo>
                <a:lnTo>
                  <a:pt x="190500" y="50800"/>
                </a:lnTo>
                <a:lnTo>
                  <a:pt x="215900" y="88900"/>
                </a:lnTo>
                <a:lnTo>
                  <a:pt x="215900" y="76200"/>
                </a:lnTo>
                <a:lnTo>
                  <a:pt x="241300" y="76200"/>
                </a:lnTo>
                <a:lnTo>
                  <a:pt x="215900" y="38100"/>
                </a:lnTo>
                <a:lnTo>
                  <a:pt x="203200" y="38100"/>
                </a:lnTo>
                <a:lnTo>
                  <a:pt x="190500" y="25400"/>
                </a:lnTo>
                <a:close/>
              </a:path>
              <a:path w="241300" h="241300">
                <a:moveTo>
                  <a:pt x="114300" y="25400"/>
                </a:moveTo>
                <a:lnTo>
                  <a:pt x="88900" y="25400"/>
                </a:lnTo>
                <a:lnTo>
                  <a:pt x="76200" y="38100"/>
                </a:lnTo>
                <a:lnTo>
                  <a:pt x="120650" y="26987"/>
                </a:lnTo>
                <a:lnTo>
                  <a:pt x="114300" y="25400"/>
                </a:lnTo>
                <a:close/>
              </a:path>
              <a:path w="241300" h="241300">
                <a:moveTo>
                  <a:pt x="165100" y="25400"/>
                </a:moveTo>
                <a:lnTo>
                  <a:pt x="127000" y="25400"/>
                </a:lnTo>
                <a:lnTo>
                  <a:pt x="120650" y="26987"/>
                </a:lnTo>
                <a:lnTo>
                  <a:pt x="165100" y="38100"/>
                </a:lnTo>
                <a:lnTo>
                  <a:pt x="165100" y="25400"/>
                </a:lnTo>
                <a:close/>
              </a:path>
              <a:path w="241300" h="241300">
                <a:moveTo>
                  <a:pt x="127000" y="25400"/>
                </a:moveTo>
                <a:lnTo>
                  <a:pt x="114300" y="25400"/>
                </a:lnTo>
                <a:lnTo>
                  <a:pt x="120650" y="26987"/>
                </a:lnTo>
                <a:lnTo>
                  <a:pt x="127000" y="2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9" name="object 129"/>
          <p:cNvSpPr txBox="1">
            <a:spLocks noGrp="1"/>
          </p:cNvSpPr>
          <p:nvPr>
            <p:ph type="title" idx="4294967295"/>
          </p:nvPr>
        </p:nvSpPr>
        <p:spPr>
          <a:xfrm>
            <a:off x="558800" y="433601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й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ые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SV</a:t>
            </a:r>
            <a:r>
              <a:rPr b="1" dirty="0">
                <a:solidFill>
                  <a:schemeClr val="bg1"/>
                </a:solidFill>
                <a:latin typeface="+mn-lt"/>
              </a:rPr>
              <a:t>M</a:t>
            </a:r>
          </a:p>
        </p:txBody>
      </p:sp>
      <p:sp>
        <p:nvSpPr>
          <p:cNvPr id="130" name="object 130"/>
          <p:cNvSpPr txBox="1"/>
          <p:nvPr/>
        </p:nvSpPr>
        <p:spPr>
          <a:xfrm>
            <a:off x="7607300" y="6883400"/>
            <a:ext cx="214312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5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li</a:t>
            </a:r>
            <a:r>
              <a:rPr sz="1400" spc="20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30" dirty="0">
                <a:latin typeface="Arial"/>
                <a:cs typeface="Arial"/>
              </a:rPr>
              <a:t>r</a:t>
            </a:r>
            <a:r>
              <a:rPr sz="1400" spc="20" dirty="0">
                <a:latin typeface="Arial"/>
                <a:cs typeface="Arial"/>
              </a:rPr>
              <a:t>ed</a:t>
            </a:r>
            <a:r>
              <a:rPr sz="1400" spc="-10" dirty="0">
                <a:latin typeface="Arial"/>
                <a:cs typeface="Arial"/>
              </a:rPr>
              <a:t>i</a:t>
            </a:r>
            <a:r>
              <a:rPr sz="1400" spc="5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18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A</a:t>
            </a:r>
            <a:r>
              <a:rPr sz="1400" spc="20" dirty="0">
                <a:latin typeface="Arial"/>
                <a:cs typeface="Arial"/>
              </a:rPr>
              <a:t>nd</a:t>
            </a:r>
            <a:r>
              <a:rPr sz="1400" spc="30" dirty="0">
                <a:latin typeface="Arial"/>
                <a:cs typeface="Arial"/>
              </a:rPr>
              <a:t>r</a:t>
            </a:r>
            <a:r>
              <a:rPr sz="1400" spc="20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w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M</a:t>
            </a:r>
            <a:r>
              <a:rPr sz="1400" spc="20" dirty="0">
                <a:latin typeface="Arial"/>
                <a:cs typeface="Arial"/>
              </a:rPr>
              <a:t>oo</a:t>
            </a:r>
            <a:r>
              <a:rPr sz="1400" spc="3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7200" y="3505200"/>
            <a:ext cx="76200" cy="3035300"/>
          </a:xfrm>
          <a:custGeom>
            <a:avLst/>
            <a:gdLst/>
            <a:ahLst/>
            <a:cxnLst/>
            <a:rect l="l" t="t" r="r" b="b"/>
            <a:pathLst>
              <a:path w="76200" h="3035300">
                <a:moveTo>
                  <a:pt x="50800" y="63500"/>
                </a:moveTo>
                <a:lnTo>
                  <a:pt x="25400" y="63500"/>
                </a:lnTo>
                <a:lnTo>
                  <a:pt x="25400" y="3035300"/>
                </a:lnTo>
                <a:lnTo>
                  <a:pt x="50800" y="3035300"/>
                </a:lnTo>
                <a:lnTo>
                  <a:pt x="50800" y="63500"/>
                </a:lnTo>
                <a:close/>
              </a:path>
              <a:path w="76200" h="303530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353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09700" y="5080000"/>
            <a:ext cx="3327400" cy="76200"/>
          </a:xfrm>
          <a:custGeom>
            <a:avLst/>
            <a:gdLst/>
            <a:ahLst/>
            <a:cxnLst/>
            <a:rect l="l" t="t" r="r" b="b"/>
            <a:pathLst>
              <a:path w="3327400" h="76200">
                <a:moveTo>
                  <a:pt x="3251200" y="0"/>
                </a:moveTo>
                <a:lnTo>
                  <a:pt x="3251200" y="76200"/>
                </a:lnTo>
                <a:lnTo>
                  <a:pt x="3302000" y="50800"/>
                </a:lnTo>
                <a:lnTo>
                  <a:pt x="3263900" y="50800"/>
                </a:lnTo>
                <a:lnTo>
                  <a:pt x="3263900" y="25400"/>
                </a:lnTo>
                <a:lnTo>
                  <a:pt x="3302000" y="25400"/>
                </a:lnTo>
                <a:lnTo>
                  <a:pt x="3251200" y="0"/>
                </a:lnTo>
                <a:close/>
              </a:path>
              <a:path w="3327400" h="76200">
                <a:moveTo>
                  <a:pt x="32512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251200" y="50800"/>
                </a:lnTo>
                <a:lnTo>
                  <a:pt x="3251200" y="25400"/>
                </a:lnTo>
                <a:close/>
              </a:path>
              <a:path w="3327400" h="76200">
                <a:moveTo>
                  <a:pt x="3302000" y="25400"/>
                </a:moveTo>
                <a:lnTo>
                  <a:pt x="3263900" y="25400"/>
                </a:lnTo>
                <a:lnTo>
                  <a:pt x="3263900" y="50800"/>
                </a:lnTo>
                <a:lnTo>
                  <a:pt x="3302000" y="50800"/>
                </a:lnTo>
                <a:lnTo>
                  <a:pt x="3327400" y="38100"/>
                </a:lnTo>
                <a:lnTo>
                  <a:pt x="33020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1350" y="4032250"/>
            <a:ext cx="2070100" cy="2044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89200" y="4699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9200" y="4686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8255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255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38100"/>
                </a:lnTo>
                <a:lnTo>
                  <a:pt x="25400" y="12700"/>
                </a:lnTo>
                <a:lnTo>
                  <a:pt x="8255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41600" y="5245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41600" y="5232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8255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255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38100"/>
                </a:lnTo>
                <a:lnTo>
                  <a:pt x="25400" y="12700"/>
                </a:lnTo>
                <a:lnTo>
                  <a:pt x="8255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5000" y="47879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75000" y="4775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8255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255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38100"/>
                </a:lnTo>
                <a:lnTo>
                  <a:pt x="25400" y="12700"/>
                </a:lnTo>
                <a:lnTo>
                  <a:pt x="8255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76700" y="4775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76700" y="4762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8255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255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38100"/>
                </a:lnTo>
                <a:lnTo>
                  <a:pt x="25400" y="12700"/>
                </a:lnTo>
                <a:lnTo>
                  <a:pt x="8255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37000" y="5981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37000" y="5981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25400" y="101600"/>
                </a:lnTo>
                <a:lnTo>
                  <a:pt x="63500" y="101600"/>
                </a:lnTo>
                <a:lnTo>
                  <a:pt x="7620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63500" y="0"/>
                </a:move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76200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63500" y="0"/>
                </a:lnTo>
                <a:close/>
              </a:path>
              <a:path w="101600" h="101600">
                <a:moveTo>
                  <a:pt x="12700" y="25400"/>
                </a:moveTo>
                <a:lnTo>
                  <a:pt x="0" y="25400"/>
                </a:lnTo>
                <a:lnTo>
                  <a:pt x="0" y="63500"/>
                </a:lnTo>
                <a:lnTo>
                  <a:pt x="12700" y="63500"/>
                </a:lnTo>
                <a:lnTo>
                  <a:pt x="12700" y="254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89100" y="4902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89100" y="4889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8255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255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38100"/>
                </a:lnTo>
                <a:lnTo>
                  <a:pt x="25400" y="12700"/>
                </a:lnTo>
                <a:lnTo>
                  <a:pt x="8255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00400" y="6350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00400" y="6350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25400" y="101600"/>
                </a:lnTo>
                <a:lnTo>
                  <a:pt x="63500" y="101600"/>
                </a:lnTo>
                <a:lnTo>
                  <a:pt x="7620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63500" y="0"/>
                </a:move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76200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63500" y="0"/>
                </a:lnTo>
                <a:close/>
              </a:path>
              <a:path w="101600" h="101600">
                <a:moveTo>
                  <a:pt x="12700" y="25400"/>
                </a:moveTo>
                <a:lnTo>
                  <a:pt x="0" y="25400"/>
                </a:lnTo>
                <a:lnTo>
                  <a:pt x="0" y="63500"/>
                </a:lnTo>
                <a:lnTo>
                  <a:pt x="12700" y="63500"/>
                </a:lnTo>
                <a:lnTo>
                  <a:pt x="12700" y="254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65600" y="55118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65600" y="5499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8255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255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38100"/>
                </a:lnTo>
                <a:lnTo>
                  <a:pt x="25400" y="12700"/>
                </a:lnTo>
                <a:lnTo>
                  <a:pt x="8255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35200" y="6045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22500" y="6045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67100" y="51689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381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67100" y="5168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86100" y="5308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86100" y="5295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38100"/>
                </a:lnTo>
                <a:lnTo>
                  <a:pt x="0" y="76200"/>
                </a:lnTo>
                <a:lnTo>
                  <a:pt x="25400" y="101600"/>
                </a:lnTo>
                <a:lnTo>
                  <a:pt x="38100" y="1016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4666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88900"/>
                </a:moveTo>
                <a:lnTo>
                  <a:pt x="25400" y="88900"/>
                </a:lnTo>
                <a:lnTo>
                  <a:pt x="38100" y="101600"/>
                </a:lnTo>
                <a:lnTo>
                  <a:pt x="63500" y="101600"/>
                </a:lnTo>
                <a:lnTo>
                  <a:pt x="63500" y="88900"/>
                </a:lnTo>
                <a:close/>
              </a:path>
              <a:path w="101600" h="101600">
                <a:moveTo>
                  <a:pt x="84666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63500" y="101600"/>
                </a:lnTo>
                <a:lnTo>
                  <a:pt x="76200" y="1016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4666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51300" y="41783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51300" y="4165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8255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255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38100"/>
                </a:lnTo>
                <a:lnTo>
                  <a:pt x="25400" y="12700"/>
                </a:lnTo>
                <a:lnTo>
                  <a:pt x="8255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35800" y="3251200"/>
            <a:ext cx="76200" cy="2070100"/>
          </a:xfrm>
          <a:custGeom>
            <a:avLst/>
            <a:gdLst/>
            <a:ahLst/>
            <a:cxnLst/>
            <a:rect l="l" t="t" r="r" b="b"/>
            <a:pathLst>
              <a:path w="76200" h="2070100">
                <a:moveTo>
                  <a:pt x="50800" y="63500"/>
                </a:moveTo>
                <a:lnTo>
                  <a:pt x="25400" y="63500"/>
                </a:lnTo>
                <a:lnTo>
                  <a:pt x="25400" y="2070100"/>
                </a:lnTo>
                <a:lnTo>
                  <a:pt x="50800" y="2070100"/>
                </a:lnTo>
                <a:lnTo>
                  <a:pt x="50800" y="63500"/>
                </a:lnTo>
                <a:close/>
              </a:path>
              <a:path w="76200" h="207010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0701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48500" y="5308600"/>
            <a:ext cx="2336800" cy="76200"/>
          </a:xfrm>
          <a:custGeom>
            <a:avLst/>
            <a:gdLst/>
            <a:ahLst/>
            <a:cxnLst/>
            <a:rect l="l" t="t" r="r" b="b"/>
            <a:pathLst>
              <a:path w="2336800" h="76200">
                <a:moveTo>
                  <a:pt x="2260600" y="0"/>
                </a:moveTo>
                <a:lnTo>
                  <a:pt x="2260600" y="76200"/>
                </a:lnTo>
                <a:lnTo>
                  <a:pt x="2311400" y="50800"/>
                </a:lnTo>
                <a:lnTo>
                  <a:pt x="2273300" y="50800"/>
                </a:lnTo>
                <a:lnTo>
                  <a:pt x="2273300" y="25400"/>
                </a:lnTo>
                <a:lnTo>
                  <a:pt x="2311400" y="25400"/>
                </a:lnTo>
                <a:lnTo>
                  <a:pt x="2260600" y="0"/>
                </a:lnTo>
                <a:close/>
              </a:path>
              <a:path w="2336800" h="76200">
                <a:moveTo>
                  <a:pt x="22606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260600" y="50800"/>
                </a:lnTo>
                <a:lnTo>
                  <a:pt x="2260600" y="25400"/>
                </a:lnTo>
                <a:close/>
              </a:path>
              <a:path w="2336800" h="76200">
                <a:moveTo>
                  <a:pt x="2311400" y="25400"/>
                </a:moveTo>
                <a:lnTo>
                  <a:pt x="2273300" y="25400"/>
                </a:lnTo>
                <a:lnTo>
                  <a:pt x="2273300" y="50800"/>
                </a:lnTo>
                <a:lnTo>
                  <a:pt x="2311400" y="50800"/>
                </a:lnTo>
                <a:lnTo>
                  <a:pt x="2336800" y="38100"/>
                </a:lnTo>
                <a:lnTo>
                  <a:pt x="23114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40600" y="47117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40600" y="4699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63500"/>
                </a:moveTo>
                <a:lnTo>
                  <a:pt x="0" y="762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82550" y="88900"/>
                </a:lnTo>
                <a:lnTo>
                  <a:pt x="25400" y="88900"/>
                </a:lnTo>
                <a:lnTo>
                  <a:pt x="0" y="6350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255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635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762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76200" y="127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254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69100" y="50673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56400" y="5054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381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4666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4666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4666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68950" y="3981450"/>
            <a:ext cx="3111500" cy="261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35800" y="47498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23100" y="4749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25400" y="254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101600" y="25400"/>
                </a:move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101600" y="25400"/>
                </a:lnTo>
                <a:close/>
              </a:path>
              <a:path w="101600" h="101600">
                <a:moveTo>
                  <a:pt x="25400" y="25400"/>
                </a:moveTo>
                <a:lnTo>
                  <a:pt x="12700" y="25400"/>
                </a:lnTo>
                <a:lnTo>
                  <a:pt x="12700" y="38100"/>
                </a:lnTo>
                <a:lnTo>
                  <a:pt x="25400" y="254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254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39000" y="5029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39000" y="5029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67600" y="5664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467600" y="5651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454900" y="5156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442200" y="5143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381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4666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4666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84666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55100" y="47879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055100" y="4787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15400" y="60071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15400" y="599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762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445500" y="37592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432800" y="3746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144000" y="55245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144000" y="5524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975600" y="4470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962900" y="4457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76200" y="0"/>
                </a:moveTo>
                <a:lnTo>
                  <a:pt x="38100" y="0"/>
                </a:lnTo>
                <a:lnTo>
                  <a:pt x="0" y="25400"/>
                </a:lnTo>
                <a:lnTo>
                  <a:pt x="0" y="762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8900" y="88900"/>
                </a:lnTo>
                <a:lnTo>
                  <a:pt x="38100" y="88900"/>
                </a:lnTo>
                <a:lnTo>
                  <a:pt x="25400" y="76200"/>
                </a:lnTo>
                <a:lnTo>
                  <a:pt x="12700" y="76200"/>
                </a:lnTo>
                <a:lnTo>
                  <a:pt x="12700" y="38100"/>
                </a:lnTo>
                <a:lnTo>
                  <a:pt x="38100" y="12700"/>
                </a:lnTo>
                <a:lnTo>
                  <a:pt x="88900" y="12700"/>
                </a:lnTo>
                <a:lnTo>
                  <a:pt x="76200" y="0"/>
                </a:lnTo>
                <a:close/>
              </a:path>
              <a:path w="101600" h="101600">
                <a:moveTo>
                  <a:pt x="88900" y="63500"/>
                </a:moveTo>
                <a:lnTo>
                  <a:pt x="63500" y="88900"/>
                </a:lnTo>
                <a:lnTo>
                  <a:pt x="88900" y="88900"/>
                </a:lnTo>
                <a:lnTo>
                  <a:pt x="101600" y="76200"/>
                </a:lnTo>
                <a:lnTo>
                  <a:pt x="88900" y="76200"/>
                </a:lnTo>
                <a:lnTo>
                  <a:pt x="88900" y="63500"/>
                </a:lnTo>
                <a:close/>
              </a:path>
              <a:path w="101600" h="101600">
                <a:moveTo>
                  <a:pt x="12700" y="63500"/>
                </a:moveTo>
                <a:lnTo>
                  <a:pt x="12700" y="76200"/>
                </a:lnTo>
                <a:lnTo>
                  <a:pt x="25400" y="76200"/>
                </a:lnTo>
                <a:lnTo>
                  <a:pt x="12700" y="63500"/>
                </a:lnTo>
                <a:close/>
              </a:path>
              <a:path w="101600" h="101600">
                <a:moveTo>
                  <a:pt x="889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101600" y="76200"/>
                </a:lnTo>
                <a:lnTo>
                  <a:pt x="101600" y="25400"/>
                </a:lnTo>
                <a:lnTo>
                  <a:pt x="88900" y="127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369300" y="3962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356600" y="3962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0" y="25400"/>
                </a:lnTo>
                <a:lnTo>
                  <a:pt x="0" y="635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56600" y="40894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56600" y="4076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63500" y="88900"/>
                </a:moveTo>
                <a:lnTo>
                  <a:pt x="25400" y="88900"/>
                </a:lnTo>
                <a:lnTo>
                  <a:pt x="25400" y="101600"/>
                </a:lnTo>
                <a:lnTo>
                  <a:pt x="63500" y="101600"/>
                </a:lnTo>
                <a:lnTo>
                  <a:pt x="63500" y="88900"/>
                </a:lnTo>
                <a:close/>
              </a:path>
              <a:path w="101600" h="101600">
                <a:moveTo>
                  <a:pt x="76200" y="12700"/>
                </a:moveTo>
                <a:lnTo>
                  <a:pt x="63500" y="12700"/>
                </a:lnTo>
                <a:lnTo>
                  <a:pt x="88900" y="38100"/>
                </a:lnTo>
                <a:lnTo>
                  <a:pt x="88900" y="76200"/>
                </a:lnTo>
                <a:lnTo>
                  <a:pt x="63500" y="101600"/>
                </a:lnTo>
                <a:lnTo>
                  <a:pt x="101600" y="76200"/>
                </a:lnTo>
                <a:lnTo>
                  <a:pt x="101600" y="38100"/>
                </a:lnTo>
                <a:lnTo>
                  <a:pt x="76200" y="12700"/>
                </a:lnTo>
                <a:close/>
              </a:path>
              <a:path w="101600" h="101600">
                <a:moveTo>
                  <a:pt x="12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700" y="76200"/>
                </a:lnTo>
                <a:lnTo>
                  <a:pt x="12700" y="38100"/>
                </a:lnTo>
                <a:close/>
              </a:path>
              <a:path w="101600" h="101600">
                <a:moveTo>
                  <a:pt x="63500" y="0"/>
                </a:moveTo>
                <a:lnTo>
                  <a:pt x="25400" y="0"/>
                </a:lnTo>
                <a:lnTo>
                  <a:pt x="0" y="38100"/>
                </a:lnTo>
                <a:lnTo>
                  <a:pt x="254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912100" y="36195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99400" y="3619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0" y="25400"/>
                </a:lnTo>
                <a:lnTo>
                  <a:pt x="0" y="63500"/>
                </a:lnTo>
                <a:lnTo>
                  <a:pt x="381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029700" y="41910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635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88900"/>
                </a:lnTo>
                <a:lnTo>
                  <a:pt x="63500" y="88900"/>
                </a:lnTo>
                <a:lnTo>
                  <a:pt x="88900" y="63500"/>
                </a:lnTo>
                <a:lnTo>
                  <a:pt x="88900" y="254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029700" y="4191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38100" y="0"/>
                </a:moveTo>
                <a:lnTo>
                  <a:pt x="25400" y="0"/>
                </a:lnTo>
                <a:lnTo>
                  <a:pt x="0" y="25400"/>
                </a:lnTo>
                <a:lnTo>
                  <a:pt x="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84666" y="88900"/>
                </a:lnTo>
                <a:lnTo>
                  <a:pt x="38100" y="88900"/>
                </a:lnTo>
                <a:lnTo>
                  <a:pt x="12700" y="63500"/>
                </a:lnTo>
                <a:lnTo>
                  <a:pt x="12700" y="25400"/>
                </a:lnTo>
                <a:lnTo>
                  <a:pt x="38100" y="0"/>
                </a:lnTo>
                <a:close/>
              </a:path>
              <a:path w="101600" h="101600">
                <a:moveTo>
                  <a:pt x="76200" y="0"/>
                </a:moveTo>
                <a:lnTo>
                  <a:pt x="63500" y="0"/>
                </a:lnTo>
                <a:lnTo>
                  <a:pt x="88900" y="25400"/>
                </a:lnTo>
                <a:lnTo>
                  <a:pt x="88900" y="63500"/>
                </a:lnTo>
                <a:lnTo>
                  <a:pt x="63500" y="88900"/>
                </a:lnTo>
                <a:lnTo>
                  <a:pt x="84666" y="88900"/>
                </a:lnTo>
                <a:lnTo>
                  <a:pt x="101600" y="63500"/>
                </a:lnTo>
                <a:lnTo>
                  <a:pt x="101600" y="25400"/>
                </a:lnTo>
                <a:lnTo>
                  <a:pt x="76200" y="0"/>
                </a:lnTo>
                <a:close/>
              </a:path>
              <a:path w="101600" h="101600">
                <a:moveTo>
                  <a:pt x="63500" y="0"/>
                </a:moveTo>
                <a:lnTo>
                  <a:pt x="38100" y="0"/>
                </a:lnTo>
                <a:lnTo>
                  <a:pt x="254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118100" y="3302000"/>
            <a:ext cx="1041400" cy="457200"/>
          </a:xfrm>
          <a:custGeom>
            <a:avLst/>
            <a:gdLst/>
            <a:ahLst/>
            <a:cxnLst/>
            <a:rect l="l" t="t" r="r" b="b"/>
            <a:pathLst>
              <a:path w="1041400" h="457200">
                <a:moveTo>
                  <a:pt x="1041400" y="304800"/>
                </a:moveTo>
                <a:lnTo>
                  <a:pt x="381000" y="304800"/>
                </a:lnTo>
                <a:lnTo>
                  <a:pt x="736600" y="457200"/>
                </a:lnTo>
                <a:lnTo>
                  <a:pt x="1041400" y="304800"/>
                </a:lnTo>
                <a:close/>
              </a:path>
              <a:path w="1041400" h="457200">
                <a:moveTo>
                  <a:pt x="330200" y="0"/>
                </a:moveTo>
                <a:lnTo>
                  <a:pt x="0" y="0"/>
                </a:lnTo>
                <a:lnTo>
                  <a:pt x="35991" y="942"/>
                </a:lnTo>
                <a:lnTo>
                  <a:pt x="71526" y="3733"/>
                </a:lnTo>
                <a:lnTo>
                  <a:pt x="140919" y="14630"/>
                </a:lnTo>
                <a:lnTo>
                  <a:pt x="207568" y="32232"/>
                </a:lnTo>
                <a:lnTo>
                  <a:pt x="270865" y="56083"/>
                </a:lnTo>
                <a:lnTo>
                  <a:pt x="330200" y="85725"/>
                </a:lnTo>
                <a:lnTo>
                  <a:pt x="384962" y="120700"/>
                </a:lnTo>
                <a:lnTo>
                  <a:pt x="434543" y="160553"/>
                </a:lnTo>
                <a:lnTo>
                  <a:pt x="478332" y="204825"/>
                </a:lnTo>
                <a:lnTo>
                  <a:pt x="515721" y="253060"/>
                </a:lnTo>
                <a:lnTo>
                  <a:pt x="546100" y="304800"/>
                </a:lnTo>
                <a:lnTo>
                  <a:pt x="876300" y="304800"/>
                </a:lnTo>
                <a:lnTo>
                  <a:pt x="845921" y="253060"/>
                </a:lnTo>
                <a:lnTo>
                  <a:pt x="808532" y="204825"/>
                </a:lnTo>
                <a:lnTo>
                  <a:pt x="764743" y="160553"/>
                </a:lnTo>
                <a:lnTo>
                  <a:pt x="715162" y="120700"/>
                </a:lnTo>
                <a:lnTo>
                  <a:pt x="660400" y="85725"/>
                </a:lnTo>
                <a:lnTo>
                  <a:pt x="601065" y="56083"/>
                </a:lnTo>
                <a:lnTo>
                  <a:pt x="537768" y="32232"/>
                </a:lnTo>
                <a:lnTo>
                  <a:pt x="471119" y="14630"/>
                </a:lnTo>
                <a:lnTo>
                  <a:pt x="401726" y="3733"/>
                </a:lnTo>
                <a:lnTo>
                  <a:pt x="366191" y="942"/>
                </a:lnTo>
                <a:lnTo>
                  <a:pt x="330200" y="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546600" y="3302000"/>
            <a:ext cx="736600" cy="457200"/>
          </a:xfrm>
          <a:custGeom>
            <a:avLst/>
            <a:gdLst/>
            <a:ahLst/>
            <a:cxnLst/>
            <a:rect l="l" t="t" r="r" b="b"/>
            <a:pathLst>
              <a:path w="736600" h="457200">
                <a:moveTo>
                  <a:pt x="571500" y="0"/>
                </a:moveTo>
                <a:lnTo>
                  <a:pt x="524375" y="1595"/>
                </a:lnTo>
                <a:lnTo>
                  <a:pt x="478345" y="6286"/>
                </a:lnTo>
                <a:lnTo>
                  <a:pt x="433554" y="13930"/>
                </a:lnTo>
                <a:lnTo>
                  <a:pt x="390144" y="24383"/>
                </a:lnTo>
                <a:lnTo>
                  <a:pt x="348257" y="37504"/>
                </a:lnTo>
                <a:lnTo>
                  <a:pt x="308038" y="53149"/>
                </a:lnTo>
                <a:lnTo>
                  <a:pt x="269628" y="71175"/>
                </a:lnTo>
                <a:lnTo>
                  <a:pt x="233172" y="91439"/>
                </a:lnTo>
                <a:lnTo>
                  <a:pt x="198810" y="113799"/>
                </a:lnTo>
                <a:lnTo>
                  <a:pt x="166687" y="138112"/>
                </a:lnTo>
                <a:lnTo>
                  <a:pt x="136945" y="164234"/>
                </a:lnTo>
                <a:lnTo>
                  <a:pt x="109728" y="192023"/>
                </a:lnTo>
                <a:lnTo>
                  <a:pt x="85177" y="221337"/>
                </a:lnTo>
                <a:lnTo>
                  <a:pt x="44648" y="283964"/>
                </a:lnTo>
                <a:lnTo>
                  <a:pt x="16502" y="350972"/>
                </a:lnTo>
                <a:lnTo>
                  <a:pt x="1881" y="421219"/>
                </a:lnTo>
                <a:lnTo>
                  <a:pt x="0" y="457200"/>
                </a:lnTo>
                <a:lnTo>
                  <a:pt x="330200" y="457200"/>
                </a:lnTo>
                <a:lnTo>
                  <a:pt x="331427" y="428732"/>
                </a:lnTo>
                <a:lnTo>
                  <a:pt x="335064" y="400532"/>
                </a:lnTo>
                <a:lnTo>
                  <a:pt x="349300" y="345236"/>
                </a:lnTo>
                <a:lnTo>
                  <a:pt x="372376" y="291922"/>
                </a:lnTo>
                <a:lnTo>
                  <a:pt x="403758" y="241198"/>
                </a:lnTo>
                <a:lnTo>
                  <a:pt x="442912" y="193675"/>
                </a:lnTo>
                <a:lnTo>
                  <a:pt x="489305" y="149961"/>
                </a:lnTo>
                <a:lnTo>
                  <a:pt x="542404" y="110667"/>
                </a:lnTo>
                <a:lnTo>
                  <a:pt x="601675" y="76403"/>
                </a:lnTo>
                <a:lnTo>
                  <a:pt x="666584" y="47777"/>
                </a:lnTo>
                <a:lnTo>
                  <a:pt x="736600" y="25400"/>
                </a:lnTo>
                <a:lnTo>
                  <a:pt x="699892" y="16441"/>
                </a:lnTo>
                <a:lnTo>
                  <a:pt x="651677" y="6722"/>
                </a:lnTo>
                <a:lnTo>
                  <a:pt x="613118" y="1831"/>
                </a:lnTo>
                <a:lnTo>
                  <a:pt x="585768" y="214"/>
                </a:lnTo>
                <a:lnTo>
                  <a:pt x="57150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546600" y="3302000"/>
            <a:ext cx="1638300" cy="469900"/>
          </a:xfrm>
          <a:custGeom>
            <a:avLst/>
            <a:gdLst/>
            <a:ahLst/>
            <a:cxnLst/>
            <a:rect l="l" t="t" r="r" b="b"/>
            <a:pathLst>
              <a:path w="1638300" h="469900">
                <a:moveTo>
                  <a:pt x="0" y="457200"/>
                </a:moveTo>
                <a:lnTo>
                  <a:pt x="0" y="469900"/>
                </a:lnTo>
                <a:lnTo>
                  <a:pt x="12700" y="469900"/>
                </a:lnTo>
                <a:lnTo>
                  <a:pt x="0" y="457200"/>
                </a:lnTo>
                <a:close/>
              </a:path>
              <a:path w="1638300" h="469900">
                <a:moveTo>
                  <a:pt x="571500" y="0"/>
                </a:moveTo>
                <a:lnTo>
                  <a:pt x="520700" y="0"/>
                </a:lnTo>
                <a:lnTo>
                  <a:pt x="457200" y="12700"/>
                </a:lnTo>
                <a:lnTo>
                  <a:pt x="355600" y="38100"/>
                </a:lnTo>
                <a:lnTo>
                  <a:pt x="254000" y="76200"/>
                </a:lnTo>
                <a:lnTo>
                  <a:pt x="165100" y="139700"/>
                </a:lnTo>
                <a:lnTo>
                  <a:pt x="88900" y="203200"/>
                </a:lnTo>
                <a:lnTo>
                  <a:pt x="38100" y="279400"/>
                </a:lnTo>
                <a:lnTo>
                  <a:pt x="25400" y="330200"/>
                </a:lnTo>
                <a:lnTo>
                  <a:pt x="12700" y="368300"/>
                </a:lnTo>
                <a:lnTo>
                  <a:pt x="0" y="419100"/>
                </a:lnTo>
                <a:lnTo>
                  <a:pt x="0" y="457200"/>
                </a:lnTo>
                <a:lnTo>
                  <a:pt x="12700" y="469900"/>
                </a:lnTo>
                <a:lnTo>
                  <a:pt x="12700" y="419100"/>
                </a:lnTo>
                <a:lnTo>
                  <a:pt x="25400" y="368300"/>
                </a:lnTo>
                <a:lnTo>
                  <a:pt x="50800" y="292100"/>
                </a:lnTo>
                <a:lnTo>
                  <a:pt x="101600" y="215900"/>
                </a:lnTo>
                <a:lnTo>
                  <a:pt x="177800" y="139700"/>
                </a:lnTo>
                <a:lnTo>
                  <a:pt x="254000" y="88900"/>
                </a:lnTo>
                <a:lnTo>
                  <a:pt x="355600" y="50800"/>
                </a:lnTo>
                <a:lnTo>
                  <a:pt x="457200" y="25400"/>
                </a:lnTo>
                <a:lnTo>
                  <a:pt x="520700" y="12700"/>
                </a:lnTo>
                <a:lnTo>
                  <a:pt x="571500" y="12700"/>
                </a:lnTo>
                <a:lnTo>
                  <a:pt x="571500" y="0"/>
                </a:lnTo>
                <a:close/>
              </a:path>
              <a:path w="1638300" h="469900">
                <a:moveTo>
                  <a:pt x="406400" y="254000"/>
                </a:moveTo>
                <a:lnTo>
                  <a:pt x="393700" y="254000"/>
                </a:lnTo>
                <a:lnTo>
                  <a:pt x="355600" y="317500"/>
                </a:lnTo>
                <a:lnTo>
                  <a:pt x="330200" y="381000"/>
                </a:lnTo>
                <a:lnTo>
                  <a:pt x="317500" y="457200"/>
                </a:lnTo>
                <a:lnTo>
                  <a:pt x="12700" y="457200"/>
                </a:lnTo>
                <a:lnTo>
                  <a:pt x="12700" y="469900"/>
                </a:lnTo>
                <a:lnTo>
                  <a:pt x="330200" y="469900"/>
                </a:lnTo>
                <a:lnTo>
                  <a:pt x="342900" y="393700"/>
                </a:lnTo>
                <a:lnTo>
                  <a:pt x="368300" y="317500"/>
                </a:lnTo>
                <a:lnTo>
                  <a:pt x="406400" y="254000"/>
                </a:lnTo>
                <a:close/>
              </a:path>
              <a:path w="1638300" h="469900">
                <a:moveTo>
                  <a:pt x="952500" y="304800"/>
                </a:moveTo>
                <a:lnTo>
                  <a:pt x="952500" y="315806"/>
                </a:lnTo>
                <a:lnTo>
                  <a:pt x="1308100" y="469900"/>
                </a:lnTo>
                <a:lnTo>
                  <a:pt x="1333500" y="457200"/>
                </a:lnTo>
                <a:lnTo>
                  <a:pt x="1308100" y="457200"/>
                </a:lnTo>
                <a:lnTo>
                  <a:pt x="1313717" y="454269"/>
                </a:lnTo>
                <a:lnTo>
                  <a:pt x="952500" y="304800"/>
                </a:lnTo>
                <a:close/>
              </a:path>
              <a:path w="1638300" h="469900">
                <a:moveTo>
                  <a:pt x="1313717" y="454269"/>
                </a:moveTo>
                <a:lnTo>
                  <a:pt x="1308100" y="457200"/>
                </a:lnTo>
                <a:lnTo>
                  <a:pt x="1320800" y="457200"/>
                </a:lnTo>
                <a:lnTo>
                  <a:pt x="1313717" y="454269"/>
                </a:lnTo>
                <a:close/>
              </a:path>
              <a:path w="1638300" h="469900">
                <a:moveTo>
                  <a:pt x="1600200" y="304800"/>
                </a:moveTo>
                <a:lnTo>
                  <a:pt x="1313717" y="454269"/>
                </a:lnTo>
                <a:lnTo>
                  <a:pt x="1320800" y="457200"/>
                </a:lnTo>
                <a:lnTo>
                  <a:pt x="1333500" y="457200"/>
                </a:lnTo>
                <a:lnTo>
                  <a:pt x="1612900" y="317500"/>
                </a:lnTo>
                <a:lnTo>
                  <a:pt x="1600200" y="304800"/>
                </a:lnTo>
                <a:close/>
              </a:path>
              <a:path w="1638300" h="469900">
                <a:moveTo>
                  <a:pt x="952500" y="315806"/>
                </a:moveTo>
                <a:lnTo>
                  <a:pt x="952500" y="317500"/>
                </a:lnTo>
                <a:lnTo>
                  <a:pt x="956407" y="317500"/>
                </a:lnTo>
                <a:lnTo>
                  <a:pt x="952500" y="315806"/>
                </a:lnTo>
                <a:close/>
              </a:path>
              <a:path w="1638300" h="469900">
                <a:moveTo>
                  <a:pt x="1099820" y="304800"/>
                </a:moveTo>
                <a:lnTo>
                  <a:pt x="952500" y="304800"/>
                </a:lnTo>
                <a:lnTo>
                  <a:pt x="983191" y="317500"/>
                </a:lnTo>
                <a:lnTo>
                  <a:pt x="1104900" y="317500"/>
                </a:lnTo>
                <a:lnTo>
                  <a:pt x="1099820" y="304800"/>
                </a:lnTo>
                <a:close/>
              </a:path>
              <a:path w="1638300" h="469900">
                <a:moveTo>
                  <a:pt x="736600" y="21771"/>
                </a:moveTo>
                <a:lnTo>
                  <a:pt x="736600" y="25400"/>
                </a:lnTo>
                <a:lnTo>
                  <a:pt x="723900" y="30842"/>
                </a:lnTo>
                <a:lnTo>
                  <a:pt x="749300" y="38100"/>
                </a:lnTo>
                <a:lnTo>
                  <a:pt x="825500" y="63500"/>
                </a:lnTo>
                <a:lnTo>
                  <a:pt x="901700" y="101600"/>
                </a:lnTo>
                <a:lnTo>
                  <a:pt x="965200" y="139700"/>
                </a:lnTo>
                <a:lnTo>
                  <a:pt x="1028700" y="190500"/>
                </a:lnTo>
                <a:lnTo>
                  <a:pt x="1079500" y="254000"/>
                </a:lnTo>
                <a:lnTo>
                  <a:pt x="1104900" y="317500"/>
                </a:lnTo>
                <a:lnTo>
                  <a:pt x="1117600" y="304800"/>
                </a:lnTo>
                <a:lnTo>
                  <a:pt x="1121833" y="304800"/>
                </a:lnTo>
                <a:lnTo>
                  <a:pt x="1079500" y="241300"/>
                </a:lnTo>
                <a:lnTo>
                  <a:pt x="1041400" y="177800"/>
                </a:lnTo>
                <a:lnTo>
                  <a:pt x="977900" y="127000"/>
                </a:lnTo>
                <a:lnTo>
                  <a:pt x="914400" y="88900"/>
                </a:lnTo>
                <a:lnTo>
                  <a:pt x="838200" y="50800"/>
                </a:lnTo>
                <a:lnTo>
                  <a:pt x="736600" y="21771"/>
                </a:lnTo>
                <a:close/>
              </a:path>
              <a:path w="1638300" h="469900">
                <a:moveTo>
                  <a:pt x="1121833" y="304800"/>
                </a:moveTo>
                <a:lnTo>
                  <a:pt x="1117600" y="304800"/>
                </a:lnTo>
                <a:lnTo>
                  <a:pt x="1104900" y="317500"/>
                </a:lnTo>
                <a:lnTo>
                  <a:pt x="1130300" y="317500"/>
                </a:lnTo>
                <a:lnTo>
                  <a:pt x="1121833" y="304800"/>
                </a:lnTo>
                <a:close/>
              </a:path>
              <a:path w="1638300" h="469900">
                <a:moveTo>
                  <a:pt x="990600" y="0"/>
                </a:moveTo>
                <a:lnTo>
                  <a:pt x="660400" y="0"/>
                </a:lnTo>
                <a:lnTo>
                  <a:pt x="704850" y="12700"/>
                </a:lnTo>
                <a:lnTo>
                  <a:pt x="990600" y="12700"/>
                </a:lnTo>
                <a:lnTo>
                  <a:pt x="1079500" y="38100"/>
                </a:lnTo>
                <a:lnTo>
                  <a:pt x="1155700" y="63500"/>
                </a:lnTo>
                <a:lnTo>
                  <a:pt x="1231900" y="101600"/>
                </a:lnTo>
                <a:lnTo>
                  <a:pt x="1295400" y="139700"/>
                </a:lnTo>
                <a:lnTo>
                  <a:pt x="1358900" y="190500"/>
                </a:lnTo>
                <a:lnTo>
                  <a:pt x="1435100" y="317500"/>
                </a:lnTo>
                <a:lnTo>
                  <a:pt x="1575858" y="317500"/>
                </a:lnTo>
                <a:lnTo>
                  <a:pt x="1600200" y="304800"/>
                </a:lnTo>
                <a:lnTo>
                  <a:pt x="1447800" y="304800"/>
                </a:lnTo>
                <a:lnTo>
                  <a:pt x="1409700" y="241300"/>
                </a:lnTo>
                <a:lnTo>
                  <a:pt x="1358900" y="177800"/>
                </a:lnTo>
                <a:lnTo>
                  <a:pt x="1308100" y="127000"/>
                </a:lnTo>
                <a:lnTo>
                  <a:pt x="1155700" y="50800"/>
                </a:lnTo>
                <a:lnTo>
                  <a:pt x="1079500" y="25400"/>
                </a:lnTo>
                <a:lnTo>
                  <a:pt x="990600" y="0"/>
                </a:lnTo>
                <a:close/>
              </a:path>
              <a:path w="1638300" h="469900">
                <a:moveTo>
                  <a:pt x="1638300" y="304800"/>
                </a:moveTo>
                <a:lnTo>
                  <a:pt x="1600200" y="304800"/>
                </a:lnTo>
                <a:lnTo>
                  <a:pt x="1612900" y="317500"/>
                </a:lnTo>
                <a:lnTo>
                  <a:pt x="1638300" y="304800"/>
                </a:lnTo>
                <a:close/>
              </a:path>
              <a:path w="1638300" h="469900">
                <a:moveTo>
                  <a:pt x="952500" y="304800"/>
                </a:moveTo>
                <a:lnTo>
                  <a:pt x="927100" y="304800"/>
                </a:lnTo>
                <a:lnTo>
                  <a:pt x="952500" y="315806"/>
                </a:lnTo>
                <a:lnTo>
                  <a:pt x="952500" y="304800"/>
                </a:lnTo>
                <a:close/>
              </a:path>
              <a:path w="1638300" h="469900">
                <a:moveTo>
                  <a:pt x="571500" y="88900"/>
                </a:moveTo>
                <a:lnTo>
                  <a:pt x="495300" y="127000"/>
                </a:lnTo>
                <a:lnTo>
                  <a:pt x="431800" y="190500"/>
                </a:lnTo>
                <a:lnTo>
                  <a:pt x="393700" y="254000"/>
                </a:lnTo>
                <a:lnTo>
                  <a:pt x="444500" y="190500"/>
                </a:lnTo>
                <a:lnTo>
                  <a:pt x="571500" y="88900"/>
                </a:lnTo>
                <a:close/>
              </a:path>
              <a:path w="1638300" h="469900">
                <a:moveTo>
                  <a:pt x="706120" y="25762"/>
                </a:moveTo>
                <a:lnTo>
                  <a:pt x="647700" y="50800"/>
                </a:lnTo>
                <a:lnTo>
                  <a:pt x="571500" y="88900"/>
                </a:lnTo>
                <a:lnTo>
                  <a:pt x="647700" y="63500"/>
                </a:lnTo>
                <a:lnTo>
                  <a:pt x="723900" y="30842"/>
                </a:lnTo>
                <a:lnTo>
                  <a:pt x="706120" y="25762"/>
                </a:lnTo>
                <a:close/>
              </a:path>
              <a:path w="1638300" h="469900">
                <a:moveTo>
                  <a:pt x="723900" y="18142"/>
                </a:moveTo>
                <a:lnTo>
                  <a:pt x="706120" y="25762"/>
                </a:lnTo>
                <a:lnTo>
                  <a:pt x="723900" y="30842"/>
                </a:lnTo>
                <a:lnTo>
                  <a:pt x="736600" y="25400"/>
                </a:lnTo>
                <a:lnTo>
                  <a:pt x="736600" y="21771"/>
                </a:lnTo>
                <a:lnTo>
                  <a:pt x="723900" y="18142"/>
                </a:lnTo>
                <a:close/>
              </a:path>
              <a:path w="1638300" h="469900">
                <a:moveTo>
                  <a:pt x="660400" y="0"/>
                </a:moveTo>
                <a:lnTo>
                  <a:pt x="571500" y="0"/>
                </a:lnTo>
                <a:lnTo>
                  <a:pt x="571500" y="12700"/>
                </a:lnTo>
                <a:lnTo>
                  <a:pt x="660400" y="12700"/>
                </a:lnTo>
                <a:lnTo>
                  <a:pt x="706120" y="25762"/>
                </a:lnTo>
                <a:lnTo>
                  <a:pt x="723900" y="18142"/>
                </a:lnTo>
                <a:lnTo>
                  <a:pt x="660400" y="0"/>
                </a:lnTo>
                <a:close/>
              </a:path>
              <a:path w="1638300" h="469900">
                <a:moveTo>
                  <a:pt x="736600" y="12700"/>
                </a:moveTo>
                <a:lnTo>
                  <a:pt x="723900" y="18142"/>
                </a:lnTo>
                <a:lnTo>
                  <a:pt x="736600" y="21771"/>
                </a:lnTo>
                <a:lnTo>
                  <a:pt x="736600" y="1270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4622800" y="4025900"/>
            <a:ext cx="135509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35" dirty="0">
                <a:latin typeface="Times New Roman"/>
                <a:cs typeface="Times New Roman"/>
              </a:rPr>
              <a:t>Φ</a:t>
            </a:r>
            <a:r>
              <a:rPr sz="2000" dirty="0">
                <a:latin typeface="Times New Roman"/>
                <a:cs typeface="Times New Roman"/>
              </a:rPr>
              <a:t>: 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 </a:t>
            </a:r>
            <a:r>
              <a:rPr sz="2000" spc="45" dirty="0">
                <a:latin typeface="Times New Roman"/>
                <a:cs typeface="Times New Roman"/>
              </a:rPr>
              <a:t>φ</a:t>
            </a:r>
            <a:r>
              <a:rPr sz="2000" spc="30" dirty="0">
                <a:latin typeface="Times New Roman"/>
                <a:cs typeface="Times New Roman"/>
              </a:rPr>
              <a:t>(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title" idx="4294967295"/>
          </p:nvPr>
        </p:nvSpPr>
        <p:spPr>
          <a:xfrm>
            <a:off x="330200" y="377645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й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ые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SV</a:t>
            </a:r>
            <a:r>
              <a:rPr b="1" dirty="0">
                <a:solidFill>
                  <a:schemeClr val="bg1"/>
                </a:solidFill>
                <a:latin typeface="+mn-lt"/>
              </a:rPr>
              <a:t>M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330200" y="1305539"/>
            <a:ext cx="10198100" cy="1119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1" spc="-25" dirty="0">
                <a:latin typeface="Arial"/>
                <a:cs typeface="Arial"/>
              </a:rPr>
              <a:t>Ид</a:t>
            </a:r>
            <a:r>
              <a:rPr sz="2400" b="1" spc="-35" dirty="0">
                <a:latin typeface="Arial"/>
                <a:cs typeface="Arial"/>
              </a:rPr>
              <a:t>е</a:t>
            </a:r>
            <a:r>
              <a:rPr sz="2400" b="1" dirty="0">
                <a:latin typeface="Arial"/>
                <a:cs typeface="Arial"/>
              </a:rPr>
              <a:t>я:</a:t>
            </a:r>
            <a:r>
              <a:rPr sz="2400" b="1" spc="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а п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ое</a:t>
            </a:r>
            <a:r>
              <a:rPr sz="2400" dirty="0">
                <a:latin typeface="Arial"/>
                <a:cs typeface="Arial"/>
              </a:rPr>
              <a:t>-то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о 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30" dirty="0">
                <a:latin typeface="Arial"/>
                <a:cs typeface="Arial"/>
              </a:rPr>
              <a:t>f</a:t>
            </a:r>
            <a:r>
              <a:rPr sz="2400" spc="-35" dirty="0">
                <a:latin typeface="Arial"/>
                <a:cs typeface="Arial"/>
              </a:rPr>
              <a:t>ea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60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60" dirty="0">
                <a:latin typeface="Arial"/>
                <a:cs typeface="Arial"/>
              </a:rPr>
              <a:t>p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spc="-3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де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а 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45" dirty="0">
                <a:latin typeface="Arial"/>
                <a:cs typeface="Arial"/>
              </a:rPr>
              <a:t>й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22934" y="3492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й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ые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SV</a:t>
            </a:r>
            <a:r>
              <a:rPr b="1" dirty="0">
                <a:solidFill>
                  <a:schemeClr val="bg1"/>
                </a:solidFill>
                <a:latin typeface="+mn-lt"/>
              </a:rPr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308100"/>
            <a:ext cx="10693400" cy="4001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290955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18923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	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 </a:t>
            </a:r>
            <a:r>
              <a:rPr sz="2000" spc="-85" dirty="0" err="1">
                <a:latin typeface="Arial"/>
                <a:cs typeface="Arial"/>
              </a:rPr>
              <a:t>п</a:t>
            </a:r>
            <a:r>
              <a:rPr sz="2000" spc="-15" dirty="0" err="1">
                <a:latin typeface="Arial"/>
                <a:cs typeface="Arial"/>
              </a:rPr>
              <a:t>ро</a:t>
            </a:r>
            <a:r>
              <a:rPr sz="2000" dirty="0" err="1">
                <a:latin typeface="Arial"/>
                <a:cs typeface="Arial"/>
              </a:rPr>
              <a:t>с</a:t>
            </a:r>
            <a:r>
              <a:rPr sz="2000" spc="-20" dirty="0" err="1">
                <a:latin typeface="Arial"/>
                <a:cs typeface="Arial"/>
              </a:rPr>
              <a:t>т</a:t>
            </a:r>
            <a:r>
              <a:rPr sz="2000" spc="-15" dirty="0" err="1">
                <a:latin typeface="Arial"/>
                <a:cs typeface="Arial"/>
              </a:rPr>
              <a:t>ра</a:t>
            </a:r>
            <a:r>
              <a:rPr sz="2000" spc="-105" dirty="0" err="1">
                <a:latin typeface="Arial"/>
                <a:cs typeface="Arial"/>
              </a:rPr>
              <a:t>н</a:t>
            </a:r>
            <a:r>
              <a:rPr sz="2000" dirty="0" err="1">
                <a:latin typeface="Arial"/>
                <a:cs typeface="Arial"/>
              </a:rPr>
              <a:t>с</a:t>
            </a:r>
            <a:r>
              <a:rPr sz="2000" spc="-20" dirty="0" err="1">
                <a:latin typeface="Arial"/>
                <a:cs typeface="Arial"/>
              </a:rPr>
              <a:t>т</a:t>
            </a:r>
            <a:r>
              <a:rPr sz="2000" spc="35" dirty="0" err="1">
                <a:latin typeface="Arial"/>
                <a:cs typeface="Arial"/>
              </a:rPr>
              <a:t>в</a:t>
            </a:r>
            <a:r>
              <a:rPr sz="2000" dirty="0" err="1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lang="ru-RU" sz="2000" spc="229" dirty="0" smtClean="0">
                <a:latin typeface="Arial"/>
                <a:cs typeface="Arial"/>
              </a:rPr>
              <a:t>в</a:t>
            </a:r>
            <a:r>
              <a:rPr sz="2000" spc="-40" dirty="0" err="1" smtClean="0">
                <a:latin typeface="Arial"/>
                <a:cs typeface="Arial"/>
              </a:rPr>
              <a:t>ы</a:t>
            </a:r>
            <a:r>
              <a:rPr sz="2000" spc="-45" dirty="0" err="1" smtClean="0">
                <a:latin typeface="Arial"/>
                <a:cs typeface="Arial"/>
              </a:rPr>
              <a:t>ч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dirty="0" err="1" smtClean="0">
                <a:latin typeface="Arial"/>
                <a:cs typeface="Arial"/>
              </a:rPr>
              <a:t>с</a:t>
            </a:r>
            <a:r>
              <a:rPr sz="2000" spc="-65" dirty="0" err="1" smtClean="0">
                <a:latin typeface="Arial"/>
                <a:cs typeface="Arial"/>
              </a:rPr>
              <a:t>л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spc="-20" dirty="0" err="1" smtClean="0">
                <a:latin typeface="Arial"/>
                <a:cs typeface="Arial"/>
              </a:rPr>
              <a:t>т</a:t>
            </a:r>
            <a:r>
              <a:rPr sz="2000" spc="-15" dirty="0" err="1" smtClean="0">
                <a:latin typeface="Arial"/>
                <a:cs typeface="Arial"/>
              </a:rPr>
              <a:t>е</a:t>
            </a:r>
            <a:r>
              <a:rPr sz="2000" spc="-65" dirty="0" err="1" smtClean="0">
                <a:latin typeface="Arial"/>
                <a:cs typeface="Arial"/>
              </a:rPr>
              <a:t>л</a:t>
            </a:r>
            <a:r>
              <a:rPr sz="2000" spc="55" dirty="0" err="1" smtClean="0">
                <a:latin typeface="Arial"/>
                <a:cs typeface="Arial"/>
              </a:rPr>
              <a:t>ь</a:t>
            </a:r>
            <a:r>
              <a:rPr sz="2000" spc="-105" dirty="0" err="1" smtClean="0">
                <a:latin typeface="Arial"/>
                <a:cs typeface="Arial"/>
              </a:rPr>
              <a:t>н</a:t>
            </a:r>
            <a:r>
              <a:rPr sz="2000" dirty="0" err="1" smtClean="0">
                <a:latin typeface="Arial"/>
                <a:cs typeface="Arial"/>
              </a:rPr>
              <a:t>о</a:t>
            </a:r>
            <a:r>
              <a:rPr sz="2000" dirty="0" smtClean="0">
                <a:latin typeface="Arial"/>
                <a:cs typeface="Arial"/>
              </a:rPr>
              <a:t> </a:t>
            </a:r>
            <a:r>
              <a:rPr sz="2000" spc="-130" dirty="0" smtClean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i="1" spc="-25" dirty="0">
                <a:latin typeface="Arial"/>
                <a:cs typeface="Arial"/>
              </a:rPr>
              <a:t>T</a:t>
            </a:r>
            <a:r>
              <a:rPr sz="2000" i="1" spc="-15" dirty="0">
                <a:latin typeface="Arial"/>
                <a:cs typeface="Arial"/>
              </a:rPr>
              <a:t>h</a:t>
            </a:r>
            <a:r>
              <a:rPr sz="2000" i="1" dirty="0">
                <a:latin typeface="Arial"/>
                <a:cs typeface="Arial"/>
              </a:rPr>
              <a:t>e</a:t>
            </a:r>
            <a:r>
              <a:rPr sz="2000" i="1" spc="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k</a:t>
            </a:r>
            <a:r>
              <a:rPr sz="2000" i="1" spc="-15" dirty="0">
                <a:latin typeface="Arial"/>
                <a:cs typeface="Arial"/>
              </a:rPr>
              <a:t>e</a:t>
            </a:r>
            <a:r>
              <a:rPr sz="2000" i="1" spc="30" dirty="0">
                <a:latin typeface="Arial"/>
                <a:cs typeface="Arial"/>
              </a:rPr>
              <a:t>r</a:t>
            </a:r>
            <a:r>
              <a:rPr sz="2000" i="1" spc="-15" dirty="0">
                <a:latin typeface="Arial"/>
                <a:cs typeface="Arial"/>
              </a:rPr>
              <a:t>ne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spc="-60" dirty="0">
                <a:latin typeface="Arial"/>
                <a:cs typeface="Arial"/>
              </a:rPr>
              <a:t>t</a:t>
            </a:r>
            <a:r>
              <a:rPr sz="2000" i="1" spc="30" dirty="0">
                <a:latin typeface="Arial"/>
                <a:cs typeface="Arial"/>
              </a:rPr>
              <a:t>r</a:t>
            </a:r>
            <a:r>
              <a:rPr sz="2000" i="1" spc="50" dirty="0">
                <a:latin typeface="Arial"/>
                <a:cs typeface="Arial"/>
              </a:rPr>
              <a:t>i</a:t>
            </a:r>
            <a:r>
              <a:rPr sz="2000" i="1" dirty="0">
                <a:latin typeface="Arial"/>
                <a:cs typeface="Arial"/>
              </a:rPr>
              <a:t>c</a:t>
            </a:r>
            <a:r>
              <a:rPr sz="2000" i="1" spc="10" dirty="0">
                <a:latin typeface="Arial"/>
                <a:cs typeface="Arial"/>
              </a:rPr>
              <a:t>k</a:t>
            </a:r>
            <a:r>
              <a:rPr sz="2000" i="1" dirty="0">
                <a:latin typeface="Arial"/>
                <a:cs typeface="Arial"/>
              </a:rPr>
              <a:t>: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35" dirty="0" err="1">
                <a:latin typeface="Arial"/>
                <a:cs typeface="Arial"/>
              </a:rPr>
              <a:t>в</a:t>
            </a:r>
            <a:r>
              <a:rPr sz="2000" spc="-40" dirty="0" err="1">
                <a:latin typeface="Arial"/>
                <a:cs typeface="Arial"/>
              </a:rPr>
              <a:t>ы</a:t>
            </a:r>
            <a:r>
              <a:rPr sz="2000" spc="-45" dirty="0" err="1">
                <a:latin typeface="Arial"/>
                <a:cs typeface="Arial"/>
              </a:rPr>
              <a:t>ч</a:t>
            </a:r>
            <a:r>
              <a:rPr sz="2000" spc="-120" dirty="0" err="1">
                <a:latin typeface="Arial"/>
                <a:cs typeface="Arial"/>
              </a:rPr>
              <a:t>и</a:t>
            </a:r>
            <a:r>
              <a:rPr sz="2000" dirty="0" err="1">
                <a:latin typeface="Arial"/>
                <a:cs typeface="Arial"/>
              </a:rPr>
              <a:t>с</a:t>
            </a:r>
            <a:r>
              <a:rPr sz="2000" spc="-65" dirty="0" err="1">
                <a:latin typeface="Arial"/>
                <a:cs typeface="Arial"/>
              </a:rPr>
              <a:t>л</a:t>
            </a:r>
            <a:r>
              <a:rPr sz="2000" spc="-15" dirty="0" err="1">
                <a:latin typeface="Arial"/>
                <a:cs typeface="Arial"/>
              </a:rPr>
              <a:t>е</a:t>
            </a:r>
            <a:r>
              <a:rPr sz="2000" spc="-105" dirty="0" err="1">
                <a:latin typeface="Arial"/>
                <a:cs typeface="Arial"/>
              </a:rPr>
              <a:t>н</a:t>
            </a:r>
            <a:r>
              <a:rPr sz="2000" spc="-120" dirty="0" err="1">
                <a:latin typeface="Arial"/>
                <a:cs typeface="Arial"/>
              </a:rPr>
              <a:t>и</a:t>
            </a:r>
            <a:r>
              <a:rPr sz="2000" dirty="0" err="1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-85" dirty="0" err="1" smtClean="0">
                <a:latin typeface="Arial"/>
                <a:cs typeface="Arial"/>
              </a:rPr>
              <a:t>п</a:t>
            </a:r>
            <a:r>
              <a:rPr sz="2000" spc="-15" dirty="0" err="1" smtClean="0">
                <a:latin typeface="Arial"/>
                <a:cs typeface="Arial"/>
              </a:rPr>
              <a:t>рео</a:t>
            </a:r>
            <a:r>
              <a:rPr sz="2000" spc="-45" dirty="0" err="1" smtClean="0">
                <a:latin typeface="Arial"/>
                <a:cs typeface="Arial"/>
              </a:rPr>
              <a:t>б</a:t>
            </a:r>
            <a:r>
              <a:rPr sz="2000" spc="-15" dirty="0" err="1" smtClean="0">
                <a:latin typeface="Arial"/>
                <a:cs typeface="Arial"/>
              </a:rPr>
              <a:t>ра</a:t>
            </a:r>
            <a:r>
              <a:rPr sz="2000" spc="-20" dirty="0" err="1" smtClean="0">
                <a:latin typeface="Arial"/>
                <a:cs typeface="Arial"/>
              </a:rPr>
              <a:t>з</a:t>
            </a:r>
            <a:r>
              <a:rPr sz="2000" spc="-15" dirty="0" err="1" smtClean="0">
                <a:latin typeface="Arial"/>
                <a:cs typeface="Arial"/>
              </a:rPr>
              <a:t>о</a:t>
            </a:r>
            <a:r>
              <a:rPr sz="2000" spc="35" dirty="0" err="1" smtClean="0">
                <a:latin typeface="Arial"/>
                <a:cs typeface="Arial"/>
              </a:rPr>
              <a:t>в</a:t>
            </a:r>
            <a:r>
              <a:rPr sz="2000" spc="-15" dirty="0" err="1" smtClean="0">
                <a:latin typeface="Arial"/>
                <a:cs typeface="Arial"/>
              </a:rPr>
              <a:t>а</a:t>
            </a:r>
            <a:r>
              <a:rPr sz="2000" spc="-105" dirty="0" err="1" smtClean="0">
                <a:latin typeface="Arial"/>
                <a:cs typeface="Arial"/>
              </a:rPr>
              <a:t>н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dirty="0" err="1" smtClean="0">
                <a:latin typeface="Arial"/>
                <a:cs typeface="Arial"/>
              </a:rPr>
              <a:t>я</a:t>
            </a:r>
            <a:r>
              <a:rPr lang="ru-RU" sz="2000" dirty="0" smtClean="0">
                <a:latin typeface="Arial"/>
                <a:cs typeface="Arial"/>
              </a:rPr>
              <a:t> </a:t>
            </a:r>
            <a:r>
              <a:rPr sz="2000" b="1" i="1" spc="30" dirty="0" smtClean="0">
                <a:latin typeface="Times New Roman"/>
                <a:cs typeface="Times New Roman"/>
              </a:rPr>
              <a:t>φ</a:t>
            </a:r>
            <a:r>
              <a:rPr sz="2000" spc="30" dirty="0" smtClean="0">
                <a:latin typeface="Times New Roman"/>
                <a:cs typeface="Times New Roman"/>
              </a:rPr>
              <a:t>(</a:t>
            </a:r>
            <a:r>
              <a:rPr sz="2000" b="1" dirty="0" smtClean="0">
                <a:latin typeface="Times New Roman"/>
                <a:cs typeface="Times New Roman"/>
              </a:rPr>
              <a:t>x</a:t>
            </a:r>
            <a:r>
              <a:rPr sz="2000" spc="30" dirty="0">
                <a:latin typeface="Times New Roman"/>
                <a:cs typeface="Times New Roman"/>
              </a:rPr>
              <a:t>)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ую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2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:</a:t>
            </a:r>
          </a:p>
          <a:p>
            <a:pPr>
              <a:lnSpc>
                <a:spcPts val="2400"/>
              </a:lnSpc>
            </a:pPr>
            <a:endParaRPr sz="2400" dirty="0"/>
          </a:p>
          <a:p>
            <a:pPr marL="2336800">
              <a:lnSpc>
                <a:spcPct val="100000"/>
              </a:lnSpc>
            </a:pPr>
            <a:r>
              <a:rPr sz="2000" i="1" spc="-35" dirty="0">
                <a:latin typeface="Times New Roman"/>
                <a:cs typeface="Times New Roman"/>
              </a:rPr>
              <a:t>K</a:t>
            </a:r>
            <a:r>
              <a:rPr sz="2000" spc="30" dirty="0">
                <a:latin typeface="Times New Roman"/>
                <a:cs typeface="Times New Roman"/>
              </a:rPr>
              <a:t>(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1950" i="1" baseline="-17094" dirty="0">
                <a:latin typeface="Times New Roman"/>
                <a:cs typeface="Times New Roman"/>
              </a:rPr>
              <a:t>i</a:t>
            </a:r>
            <a:r>
              <a:rPr sz="1950" i="1" spc="15" baseline="-1709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1950" i="1" spc="-97" baseline="-17094" dirty="0">
                <a:latin typeface="Times New Roman"/>
                <a:cs typeface="Times New Roman"/>
              </a:rPr>
              <a:t>jj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=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spc="30" dirty="0">
                <a:latin typeface="Times New Roman"/>
                <a:cs typeface="Times New Roman"/>
              </a:rPr>
              <a:t>φ</a:t>
            </a:r>
            <a:r>
              <a:rPr sz="2000" spc="30" dirty="0">
                <a:latin typeface="Times New Roman"/>
                <a:cs typeface="Times New Roman"/>
              </a:rPr>
              <a:t>(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1950" i="1" baseline="-17094" dirty="0">
                <a:latin typeface="Times New Roman"/>
                <a:cs typeface="Times New Roman"/>
              </a:rPr>
              <a:t>i</a:t>
            </a:r>
            <a:r>
              <a:rPr sz="1950" i="1" spc="15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· </a:t>
            </a:r>
            <a:r>
              <a:rPr sz="2000" b="1" i="1" spc="30" dirty="0">
                <a:latin typeface="Times New Roman"/>
                <a:cs typeface="Times New Roman"/>
              </a:rPr>
              <a:t>φ</a:t>
            </a:r>
            <a:r>
              <a:rPr sz="2000" spc="30" dirty="0">
                <a:latin typeface="Times New Roman"/>
                <a:cs typeface="Times New Roman"/>
              </a:rPr>
              <a:t>(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1950" i="1" spc="-97" baseline="-17094" dirty="0">
                <a:latin typeface="Times New Roman"/>
                <a:cs typeface="Times New Roman"/>
              </a:rPr>
              <a:t>j</a:t>
            </a:r>
            <a:r>
              <a:rPr sz="2000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ts val="1200"/>
              </a:lnSpc>
            </a:pPr>
            <a:endParaRPr sz="1200" dirty="0"/>
          </a:p>
          <a:p>
            <a:pPr>
              <a:lnSpc>
                <a:spcPts val="2200"/>
              </a:lnSpc>
            </a:pPr>
            <a:endParaRPr sz="2200" dirty="0"/>
          </a:p>
          <a:p>
            <a:pPr marL="355600" marR="1905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Ч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орре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ус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ю </a:t>
            </a: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(</a:t>
            </a:r>
            <a:r>
              <a:rPr sz="2000" i="1" spc="30" dirty="0">
                <a:latin typeface="Arial"/>
                <a:cs typeface="Arial"/>
              </a:rPr>
              <a:t>M</a:t>
            </a:r>
            <a:r>
              <a:rPr sz="2000" i="1" spc="-15" dirty="0">
                <a:latin typeface="Arial"/>
                <a:cs typeface="Arial"/>
              </a:rPr>
              <a:t>e</a:t>
            </a:r>
            <a:r>
              <a:rPr sz="2000" i="1" spc="30" dirty="0">
                <a:latin typeface="Arial"/>
                <a:cs typeface="Arial"/>
              </a:rPr>
              <a:t>r</a:t>
            </a:r>
            <a:r>
              <a:rPr sz="2000" i="1" dirty="0">
                <a:latin typeface="Arial"/>
                <a:cs typeface="Arial"/>
              </a:rPr>
              <a:t>c</a:t>
            </a:r>
            <a:r>
              <a:rPr sz="2000" i="1" spc="-15" dirty="0">
                <a:latin typeface="Arial"/>
                <a:cs typeface="Arial"/>
              </a:rPr>
              <a:t>e</a:t>
            </a:r>
            <a:r>
              <a:rPr sz="2000" i="1" spc="30" dirty="0">
                <a:latin typeface="Arial"/>
                <a:cs typeface="Arial"/>
              </a:rPr>
              <a:t>r</a:t>
            </a:r>
            <a:r>
              <a:rPr sz="2000" i="1" spc="-45" dirty="0">
                <a:latin typeface="Arial"/>
                <a:cs typeface="Arial"/>
              </a:rPr>
              <a:t>’</a:t>
            </a:r>
            <a:r>
              <a:rPr sz="2000" i="1" dirty="0">
                <a:latin typeface="Arial"/>
                <a:cs typeface="Arial"/>
              </a:rPr>
              <a:t>s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</a:t>
            </a:r>
            <a:r>
              <a:rPr sz="2000" i="1" spc="-15" dirty="0">
                <a:latin typeface="Arial"/>
                <a:cs typeface="Arial"/>
              </a:rPr>
              <a:t>ond</a:t>
            </a:r>
            <a:r>
              <a:rPr sz="2000" i="1" spc="50" dirty="0">
                <a:latin typeface="Arial"/>
                <a:cs typeface="Arial"/>
              </a:rPr>
              <a:t>i</a:t>
            </a:r>
            <a:r>
              <a:rPr sz="2000" i="1" spc="-60" dirty="0">
                <a:latin typeface="Arial"/>
                <a:cs typeface="Arial"/>
              </a:rPr>
              <a:t>t</a:t>
            </a:r>
            <a:r>
              <a:rPr sz="2000" i="1" spc="50" dirty="0">
                <a:latin typeface="Arial"/>
                <a:cs typeface="Arial"/>
              </a:rPr>
              <a:t>i</a:t>
            </a:r>
            <a:r>
              <a:rPr sz="2000" i="1" spc="-15" dirty="0">
                <a:latin typeface="Arial"/>
                <a:cs typeface="Arial"/>
              </a:rPr>
              <a:t>o</a:t>
            </a:r>
            <a:r>
              <a:rPr sz="2000" i="1" spc="-10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marL="762000" lvl="1" indent="-2921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М</a:t>
            </a:r>
            <a:r>
              <a:rPr sz="2000" spc="5" dirty="0">
                <a:latin typeface="Arial"/>
                <a:cs typeface="Arial"/>
              </a:rPr>
              <a:t>а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spc="5" dirty="0">
                <a:latin typeface="Arial"/>
                <a:cs typeface="Arial"/>
              </a:rPr>
              <a:t>р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ц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K</a:t>
            </a:r>
            <a:r>
              <a:rPr sz="2000" spc="-35" dirty="0">
                <a:latin typeface="Arial"/>
                <a:cs typeface="Arial"/>
              </a:rPr>
              <a:t>(</a:t>
            </a:r>
            <a:r>
              <a:rPr sz="2000" spc="-100" dirty="0">
                <a:latin typeface="Arial"/>
                <a:cs typeface="Arial"/>
              </a:rPr>
              <a:t>x</a:t>
            </a:r>
            <a:r>
              <a:rPr sz="2000" spc="-67" baseline="-15151" dirty="0">
                <a:latin typeface="Arial"/>
                <a:cs typeface="Arial"/>
              </a:rPr>
              <a:t>i</a:t>
            </a:r>
            <a:r>
              <a:rPr sz="2000" spc="-45" dirty="0">
                <a:latin typeface="Arial"/>
                <a:cs typeface="Arial"/>
              </a:rPr>
              <a:t>,</a:t>
            </a:r>
            <a:r>
              <a:rPr sz="2000" spc="-100" dirty="0">
                <a:latin typeface="Arial"/>
                <a:cs typeface="Arial"/>
              </a:rPr>
              <a:t>x</a:t>
            </a:r>
            <a:r>
              <a:rPr sz="2000" spc="-67" baseline="-15151" dirty="0">
                <a:latin typeface="Arial"/>
                <a:cs typeface="Arial"/>
              </a:rPr>
              <a:t>j</a:t>
            </a:r>
            <a:r>
              <a:rPr sz="2000" dirty="0">
                <a:latin typeface="Arial"/>
                <a:cs typeface="Arial"/>
              </a:rPr>
              <a:t>) 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д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spc="-135" dirty="0">
                <a:latin typeface="Arial"/>
                <a:cs typeface="Arial"/>
              </a:rPr>
              <a:t>л</a:t>
            </a:r>
            <a:r>
              <a:rPr sz="2000" spc="-75" dirty="0">
                <a:latin typeface="Arial"/>
                <a:cs typeface="Arial"/>
              </a:rPr>
              <a:t>ж</a:t>
            </a:r>
            <a:r>
              <a:rPr sz="2000" spc="-8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б</a:t>
            </a:r>
            <a:r>
              <a:rPr sz="2000" spc="45" dirty="0">
                <a:latin typeface="Arial"/>
                <a:cs typeface="Arial"/>
              </a:rPr>
              <a:t>ы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н</a:t>
            </a:r>
            <a:r>
              <a:rPr sz="2000" spc="5" dirty="0">
                <a:latin typeface="Arial"/>
                <a:cs typeface="Arial"/>
              </a:rPr>
              <a:t>ео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spc="5" dirty="0">
                <a:latin typeface="Arial"/>
                <a:cs typeface="Arial"/>
              </a:rPr>
              <a:t>р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ц</a:t>
            </a:r>
            <a:r>
              <a:rPr sz="2000" spc="5" dirty="0">
                <a:latin typeface="Arial"/>
                <a:cs typeface="Arial"/>
              </a:rPr>
              <a:t>а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spc="5" dirty="0">
                <a:latin typeface="Arial"/>
                <a:cs typeface="Arial"/>
              </a:rPr>
              <a:t>е</a:t>
            </a:r>
            <a:r>
              <a:rPr sz="2000" spc="-135" dirty="0">
                <a:latin typeface="Arial"/>
                <a:cs typeface="Arial"/>
              </a:rPr>
              <a:t>л</a:t>
            </a:r>
            <a:r>
              <a:rPr sz="2000" spc="65" dirty="0">
                <a:latin typeface="Arial"/>
                <a:cs typeface="Arial"/>
              </a:rPr>
              <a:t>ь</a:t>
            </a:r>
            <a:r>
              <a:rPr sz="2000" spc="-8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spc="-70" dirty="0">
                <a:latin typeface="Arial"/>
                <a:cs typeface="Arial"/>
              </a:rPr>
              <a:t>п</a:t>
            </a:r>
            <a:r>
              <a:rPr sz="2000" spc="5" dirty="0">
                <a:latin typeface="Arial"/>
                <a:cs typeface="Arial"/>
              </a:rPr>
              <a:t>ре</a:t>
            </a:r>
            <a:r>
              <a:rPr sz="2000" spc="-35" dirty="0">
                <a:latin typeface="Arial"/>
                <a:cs typeface="Arial"/>
              </a:rPr>
              <a:t>д</a:t>
            </a:r>
            <a:r>
              <a:rPr sz="2000" spc="5" dirty="0">
                <a:latin typeface="Arial"/>
                <a:cs typeface="Arial"/>
              </a:rPr>
              <a:t>е</a:t>
            </a:r>
            <a:r>
              <a:rPr sz="2000" spc="-135" dirty="0">
                <a:latin typeface="Arial"/>
                <a:cs typeface="Arial"/>
              </a:rPr>
              <a:t>л</a:t>
            </a:r>
            <a:r>
              <a:rPr sz="2000" spc="5" dirty="0">
                <a:latin typeface="Arial"/>
                <a:cs typeface="Arial"/>
              </a:rPr>
              <a:t>е</a:t>
            </a:r>
            <a:r>
              <a:rPr sz="2000" spc="-85" dirty="0">
                <a:latin typeface="Arial"/>
                <a:cs typeface="Arial"/>
              </a:rPr>
              <a:t>нн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</a:p>
          <a:p>
            <a:pPr marL="355600" marR="635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6654800" algn="l"/>
              </a:tabLst>
            </a:pPr>
            <a:r>
              <a:rPr sz="2000" dirty="0">
                <a:latin typeface="Arial"/>
                <a:cs typeface="Arial"/>
              </a:rPr>
              <a:t>С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ы с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й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ую	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dirty="0">
                <a:latin typeface="Arial"/>
                <a:cs typeface="Arial"/>
              </a:rPr>
              <a:t>ую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-85" dirty="0" err="1">
                <a:latin typeface="Arial"/>
                <a:cs typeface="Arial"/>
              </a:rPr>
              <a:t>п</a:t>
            </a:r>
            <a:r>
              <a:rPr sz="2000" spc="-15" dirty="0" err="1">
                <a:latin typeface="Arial"/>
                <a:cs typeface="Arial"/>
              </a:rPr>
              <a:t>ро</a:t>
            </a:r>
            <a:r>
              <a:rPr sz="2000" dirty="0" err="1">
                <a:latin typeface="Arial"/>
                <a:cs typeface="Arial"/>
              </a:rPr>
              <a:t>с</a:t>
            </a:r>
            <a:r>
              <a:rPr sz="2000" spc="-20" dirty="0" err="1">
                <a:latin typeface="Arial"/>
                <a:cs typeface="Arial"/>
              </a:rPr>
              <a:t>т</a:t>
            </a:r>
            <a:r>
              <a:rPr sz="2000" spc="-15" dirty="0" err="1">
                <a:latin typeface="Arial"/>
                <a:cs typeface="Arial"/>
              </a:rPr>
              <a:t>ра</a:t>
            </a:r>
            <a:r>
              <a:rPr sz="2000" spc="-105" dirty="0" err="1">
                <a:latin typeface="Arial"/>
                <a:cs typeface="Arial"/>
              </a:rPr>
              <a:t>н</a:t>
            </a:r>
            <a:r>
              <a:rPr sz="2000" dirty="0" err="1">
                <a:latin typeface="Arial"/>
                <a:cs typeface="Arial"/>
              </a:rPr>
              <a:t>с</a:t>
            </a:r>
            <a:r>
              <a:rPr sz="2000" spc="-20" dirty="0" err="1">
                <a:latin typeface="Arial"/>
                <a:cs typeface="Arial"/>
              </a:rPr>
              <a:t>т</a:t>
            </a:r>
            <a:r>
              <a:rPr sz="2000" spc="35" dirty="0" err="1">
                <a:latin typeface="Arial"/>
                <a:cs typeface="Arial"/>
              </a:rPr>
              <a:t>в</a:t>
            </a:r>
            <a:r>
              <a:rPr sz="2000" spc="-15" dirty="0" err="1">
                <a:latin typeface="Arial"/>
                <a:cs typeface="Arial"/>
              </a:rPr>
              <a:t>е</a:t>
            </a:r>
            <a:r>
              <a:rPr sz="2000" dirty="0" smtClean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0" y="5378450"/>
            <a:ext cx="3184816" cy="7980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69900" y="417353"/>
            <a:ext cx="86868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sz="3600" b="1" dirty="0">
                <a:solidFill>
                  <a:schemeClr val="bg1"/>
                </a:solidFill>
                <a:latin typeface="+mn-lt"/>
              </a:rPr>
              <a:t>П</a:t>
            </a:r>
            <a:r>
              <a:rPr sz="3600"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sz="3600"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sz="3600" b="1" dirty="0">
                <a:solidFill>
                  <a:schemeClr val="bg1"/>
                </a:solidFill>
                <a:latin typeface="+mn-lt"/>
              </a:rPr>
              <a:t>м</a:t>
            </a:r>
            <a:r>
              <a:rPr sz="3600"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sz="3600" b="1" dirty="0">
                <a:solidFill>
                  <a:schemeClr val="bg1"/>
                </a:solidFill>
                <a:latin typeface="+mn-lt"/>
              </a:rPr>
              <a:t>р</a:t>
            </a:r>
            <a:r>
              <a:rPr sz="3600" b="1" spc="130" dirty="0">
                <a:solidFill>
                  <a:schemeClr val="bg1"/>
                </a:solidFill>
                <a:latin typeface="+mn-lt"/>
              </a:rPr>
              <a:t> </a:t>
            </a:r>
            <a:r>
              <a:rPr sz="3600" b="1" spc="-35" dirty="0">
                <a:solidFill>
                  <a:schemeClr val="bg1"/>
                </a:solidFill>
                <a:latin typeface="+mn-lt"/>
              </a:rPr>
              <a:t>я</a:t>
            </a:r>
            <a:r>
              <a:rPr sz="3600"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sz="3600"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sz="3600" b="1" dirty="0">
                <a:solidFill>
                  <a:schemeClr val="bg1"/>
                </a:solidFill>
                <a:latin typeface="+mn-lt"/>
              </a:rPr>
              <a:t>а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1644650"/>
            <a:ext cx="7772400" cy="34956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46100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SV</a:t>
            </a:r>
            <a:r>
              <a:rPr b="1" dirty="0">
                <a:solidFill>
                  <a:schemeClr val="bg1"/>
                </a:solidFill>
                <a:latin typeface="+mn-lt"/>
              </a:rPr>
              <a:t>M</a:t>
            </a:r>
            <a:r>
              <a:rPr b="1" spc="4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-</a:t>
            </a:r>
            <a:r>
              <a:rPr b="1" spc="4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dirty="0">
                <a:solidFill>
                  <a:schemeClr val="bg1"/>
                </a:solidFill>
                <a:latin typeface="+mn-lt"/>
              </a:rPr>
              <a:t>юме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5700" y="1416050"/>
            <a:ext cx="8839200" cy="3525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1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229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р</a:t>
            </a: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р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6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д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н</a:t>
            </a:r>
          </a:p>
          <a:p>
            <a:pPr lvl="1">
              <a:lnSpc>
                <a:spcPts val="1350"/>
              </a:lnSpc>
              <a:spcBef>
                <a:spcPts val="29"/>
              </a:spcBef>
              <a:buFont typeface="Arial"/>
              <a:buChar char="•"/>
            </a:pPr>
            <a:endParaRPr sz="1350" dirty="0"/>
          </a:p>
          <a:p>
            <a:pPr lvl="1">
              <a:lnSpc>
                <a:spcPts val="2000"/>
              </a:lnSpc>
              <a:buFont typeface="Arial"/>
              <a:buChar char="•"/>
            </a:pPr>
            <a:endParaRPr sz="2000" dirty="0"/>
          </a:p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45" dirty="0">
                <a:latin typeface="Arial"/>
                <a:cs typeface="Arial"/>
              </a:rPr>
              <a:t>ьк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</a:p>
          <a:p>
            <a:pPr>
              <a:lnSpc>
                <a:spcPts val="1550"/>
              </a:lnSpc>
              <a:spcBef>
                <a:spcPts val="49"/>
              </a:spcBef>
              <a:buFont typeface="Arial"/>
              <a:buChar char="•"/>
            </a:pPr>
            <a:endParaRPr sz="1550" dirty="0"/>
          </a:p>
          <a:p>
            <a:pPr>
              <a:lnSpc>
                <a:spcPts val="2400"/>
              </a:lnSpc>
              <a:buFont typeface="Arial"/>
              <a:buChar char="•"/>
            </a:pPr>
            <a:endParaRPr sz="2400" dirty="0"/>
          </a:p>
          <a:p>
            <a:pPr marL="355600" marR="1144905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ступ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0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: </a:t>
            </a:r>
            <a:endParaRPr lang="ru-RU" sz="2400" dirty="0" smtClean="0">
              <a:latin typeface="Arial"/>
              <a:cs typeface="Arial"/>
            </a:endParaRPr>
          </a:p>
          <a:p>
            <a:pPr marL="12700" marR="1144905">
              <a:lnSpc>
                <a:spcPct val="100699"/>
              </a:lnSpc>
              <a:tabLst>
                <a:tab pos="355600" algn="l"/>
              </a:tabLst>
            </a:pPr>
            <a:r>
              <a:rPr sz="2400" u="heavy" spc="60" dirty="0" smtClean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h</a:t>
            </a:r>
            <a:r>
              <a:rPr sz="2400" u="heavy" spc="30" dirty="0" smtClean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tt</a:t>
            </a:r>
            <a:r>
              <a:rPr sz="2400" u="heavy" spc="60" dirty="0" smtClean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p</a:t>
            </a:r>
            <a:r>
              <a:rPr sz="2400" u="heavy" spc="3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://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www</a:t>
            </a:r>
            <a:r>
              <a:rPr sz="2400" u="heavy" spc="3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k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e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r</a:t>
            </a:r>
            <a:r>
              <a:rPr sz="2400" u="heavy" spc="6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n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e</a:t>
            </a:r>
            <a:r>
              <a:rPr sz="2400" u="heavy" spc="7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l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-m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a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c</a:t>
            </a:r>
            <a:r>
              <a:rPr sz="2400" u="heavy" spc="6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h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i</a:t>
            </a:r>
            <a:r>
              <a:rPr sz="2400" u="heavy" spc="6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n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e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s</a:t>
            </a:r>
            <a:r>
              <a:rPr sz="2400" u="heavy" spc="3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o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r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g</a:t>
            </a:r>
            <a:r>
              <a:rPr sz="2400" u="heavy" spc="3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/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s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o</a:t>
            </a:r>
            <a:r>
              <a:rPr sz="2400" u="heavy" spc="3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ft</a:t>
            </a:r>
            <a:r>
              <a:rPr sz="2400" u="heavy" spc="-3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wa</a:t>
            </a:r>
            <a:r>
              <a:rPr sz="24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re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38150" y="349407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dirty="0">
                <a:solidFill>
                  <a:schemeClr val="bg1"/>
                </a:solidFill>
                <a:latin typeface="+mn-lt"/>
              </a:rPr>
              <a:t>ск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льн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27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dirty="0">
                <a:solidFill>
                  <a:schemeClr val="bg1"/>
                </a:solidFill>
                <a:latin typeface="+mn-lt"/>
              </a:rPr>
              <a:t>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100" y="1386839"/>
            <a:ext cx="8932545" cy="3903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504315" indent="-342900">
              <a:lnSpc>
                <a:spcPts val="26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На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р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105" dirty="0">
                <a:latin typeface="Arial"/>
                <a:cs typeface="Arial"/>
              </a:rPr>
              <a:t>V</a:t>
            </a:r>
            <a:r>
              <a:rPr sz="2400" dirty="0">
                <a:latin typeface="Arial"/>
                <a:cs typeface="Arial"/>
              </a:rPr>
              <a:t>M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е</a:t>
            </a:r>
          </a:p>
          <a:p>
            <a:pPr marL="355600" marR="6350" indent="-342900">
              <a:lnSpc>
                <a:spcPts val="26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На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р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 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</a:p>
          <a:p>
            <a:pPr marL="355600" marR="1276350" indent="-342900">
              <a:lnSpc>
                <a:spcPts val="26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о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и</a:t>
            </a:r>
          </a:p>
          <a:p>
            <a:pPr marL="355600" indent="-34290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п</a:t>
            </a:r>
            <a:r>
              <a:rPr sz="2400" i="1" spc="-35" dirty="0">
                <a:latin typeface="Arial"/>
                <a:cs typeface="Arial"/>
              </a:rPr>
              <a:t>ре</a:t>
            </a:r>
            <a:r>
              <a:rPr sz="2400" i="1" spc="-30" dirty="0">
                <a:latin typeface="Arial"/>
                <a:cs typeface="Arial"/>
              </a:rPr>
              <a:t>д</a:t>
            </a:r>
            <a:r>
              <a:rPr sz="2400" i="1" dirty="0">
                <a:latin typeface="Arial"/>
                <a:cs typeface="Arial"/>
              </a:rPr>
              <a:t>с</a:t>
            </a:r>
            <a:r>
              <a:rPr sz="2400" i="1" spc="-35" dirty="0">
                <a:latin typeface="Arial"/>
                <a:cs typeface="Arial"/>
              </a:rPr>
              <a:t>ка</a:t>
            </a:r>
            <a:r>
              <a:rPr sz="2400" i="1" spc="-15" dirty="0">
                <a:latin typeface="Arial"/>
                <a:cs typeface="Arial"/>
              </a:rPr>
              <a:t>з</a:t>
            </a:r>
            <a:r>
              <a:rPr sz="2400" i="1" spc="-35" dirty="0">
                <a:latin typeface="Arial"/>
                <a:cs typeface="Arial"/>
              </a:rPr>
              <a:t>а</a:t>
            </a:r>
            <a:r>
              <a:rPr sz="2400" i="1" dirty="0">
                <a:latin typeface="Arial"/>
                <a:cs typeface="Arial"/>
              </a:rPr>
              <a:t>т</a:t>
            </a:r>
            <a:r>
              <a:rPr sz="2400" i="1" spc="-35" dirty="0">
                <a:latin typeface="Arial"/>
                <a:cs typeface="Arial"/>
              </a:rPr>
              <a:t>е</a:t>
            </a:r>
            <a:r>
              <a:rPr sz="2400" i="1" spc="45" dirty="0">
                <a:latin typeface="Arial"/>
                <a:cs typeface="Arial"/>
              </a:rPr>
              <a:t>л</a:t>
            </a:r>
            <a:r>
              <a:rPr sz="2400" i="1" spc="35" dirty="0">
                <a:latin typeface="Arial"/>
                <a:cs typeface="Arial"/>
              </a:rPr>
              <a:t>ь</a:t>
            </a:r>
            <a:r>
              <a:rPr sz="2400" i="1" spc="-20" dirty="0">
                <a:latin typeface="Arial"/>
                <a:cs typeface="Arial"/>
              </a:rPr>
              <a:t>н</a:t>
            </a:r>
            <a:r>
              <a:rPr sz="2400" i="1" dirty="0">
                <a:latin typeface="Arial"/>
                <a:cs typeface="Arial"/>
              </a:rPr>
              <a:t>ую</a:t>
            </a:r>
            <a:r>
              <a:rPr sz="2400" i="1" spc="2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с</a:t>
            </a:r>
            <a:r>
              <a:rPr sz="2400" i="1" spc="-20" dirty="0">
                <a:latin typeface="Arial"/>
                <a:cs typeface="Arial"/>
              </a:rPr>
              <a:t>п</a:t>
            </a:r>
            <a:r>
              <a:rPr sz="2400" i="1" spc="-35" dirty="0">
                <a:latin typeface="Arial"/>
                <a:cs typeface="Arial"/>
              </a:rPr>
              <a:t>о</a:t>
            </a:r>
            <a:r>
              <a:rPr sz="2400" i="1" dirty="0">
                <a:latin typeface="Arial"/>
                <a:cs typeface="Arial"/>
              </a:rPr>
              <a:t>с</a:t>
            </a:r>
            <a:r>
              <a:rPr sz="2400" i="1" spc="-35" dirty="0">
                <a:latin typeface="Arial"/>
                <a:cs typeface="Arial"/>
              </a:rPr>
              <a:t>о</a:t>
            </a:r>
            <a:r>
              <a:rPr sz="2400" i="1" spc="45" dirty="0">
                <a:latin typeface="Arial"/>
                <a:cs typeface="Arial"/>
              </a:rPr>
              <a:t>б</a:t>
            </a:r>
            <a:r>
              <a:rPr sz="2400" i="1" spc="-20" dirty="0">
                <a:latin typeface="Arial"/>
                <a:cs typeface="Arial"/>
              </a:rPr>
              <a:t>н</a:t>
            </a:r>
            <a:r>
              <a:rPr sz="2400" i="1" spc="-35" dirty="0">
                <a:latin typeface="Arial"/>
                <a:cs typeface="Arial"/>
              </a:rPr>
              <a:t>о</a:t>
            </a:r>
            <a:r>
              <a:rPr sz="2400" i="1" dirty="0">
                <a:latin typeface="Arial"/>
                <a:cs typeface="Arial"/>
              </a:rPr>
              <a:t>ст</a:t>
            </a:r>
            <a:r>
              <a:rPr sz="2400" i="1" spc="30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?</a:t>
            </a:r>
          </a:p>
          <a:p>
            <a:pPr>
              <a:lnSpc>
                <a:spcPts val="1300"/>
              </a:lnSpc>
              <a:spcBef>
                <a:spcPts val="39"/>
              </a:spcBef>
              <a:buFont typeface="Arial"/>
              <a:buChar char="•"/>
            </a:pPr>
            <a:endParaRPr sz="1300" dirty="0"/>
          </a:p>
          <a:p>
            <a:pPr>
              <a:lnSpc>
                <a:spcPts val="2400"/>
              </a:lnSpc>
              <a:buFont typeface="Arial"/>
              <a:buChar char="•"/>
            </a:pPr>
            <a:endParaRPr sz="2400" dirty="0"/>
          </a:p>
          <a:p>
            <a:pPr marL="355600" marR="1474470" indent="-342900">
              <a:lnSpc>
                <a:spcPts val="26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dirty="0">
                <a:latin typeface="Arial"/>
                <a:cs typeface="Arial"/>
              </a:rPr>
              <a:t>, 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ять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6700" y="5321300"/>
            <a:ext cx="5229225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buFont typeface="Arial"/>
              <a:buChar char="•"/>
              <a:tabLst>
                <a:tab pos="304800" algn="l"/>
              </a:tabLst>
            </a:pP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30" dirty="0">
                <a:latin typeface="Arial"/>
                <a:cs typeface="Arial"/>
              </a:rPr>
              <a:t>Уд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»</a:t>
            </a:r>
            <a:endParaRPr sz="2000">
              <a:latin typeface="Arial"/>
              <a:cs typeface="Arial"/>
            </a:endParaRPr>
          </a:p>
          <a:p>
            <a:pPr marL="304800" indent="-2921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304800" algn="l"/>
              </a:tabLst>
            </a:pP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-45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»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45" dirty="0">
                <a:latin typeface="Arial"/>
                <a:cs typeface="Arial"/>
              </a:rPr>
              <a:t>C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ss</a:t>
            </a:r>
            <a:r>
              <a:rPr sz="2000" spc="30" dirty="0">
                <a:latin typeface="Arial"/>
                <a:cs typeface="Arial"/>
              </a:rPr>
              <a:t>-</a:t>
            </a:r>
            <a:r>
              <a:rPr sz="2000" spc="-100" dirty="0">
                <a:latin typeface="Arial"/>
                <a:cs typeface="Arial"/>
              </a:rPr>
              <a:t>v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li</a:t>
            </a:r>
            <a:r>
              <a:rPr sz="2000" spc="-15" dirty="0">
                <a:latin typeface="Arial"/>
                <a:cs typeface="Arial"/>
              </a:rPr>
              <a:t>da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50300" y="5016500"/>
            <a:ext cx="787400" cy="76200"/>
          </a:xfrm>
          <a:custGeom>
            <a:avLst/>
            <a:gdLst/>
            <a:ahLst/>
            <a:cxnLst/>
            <a:rect l="l" t="t" r="r" b="b"/>
            <a:pathLst>
              <a:path w="787400" h="76200">
                <a:moveTo>
                  <a:pt x="787400" y="0"/>
                </a:moveTo>
                <a:lnTo>
                  <a:pt x="0" y="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99500" y="4203700"/>
            <a:ext cx="889000" cy="812800"/>
          </a:xfrm>
          <a:custGeom>
            <a:avLst/>
            <a:gdLst/>
            <a:ahLst/>
            <a:cxnLst/>
            <a:rect l="l" t="t" r="r" b="b"/>
            <a:pathLst>
              <a:path w="889000" h="812800">
                <a:moveTo>
                  <a:pt x="889000" y="0"/>
                </a:moveTo>
                <a:lnTo>
                  <a:pt x="0" y="0"/>
                </a:lnTo>
                <a:lnTo>
                  <a:pt x="0" y="812800"/>
                </a:lnTo>
                <a:lnTo>
                  <a:pt x="889000" y="812800"/>
                </a:lnTo>
                <a:lnTo>
                  <a:pt x="8890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3000" y="4267200"/>
            <a:ext cx="190500" cy="698500"/>
          </a:xfrm>
          <a:custGeom>
            <a:avLst/>
            <a:gdLst/>
            <a:ahLst/>
            <a:cxnLst/>
            <a:rect l="l" t="t" r="r" b="b"/>
            <a:pathLst>
              <a:path w="190500" h="698500">
                <a:moveTo>
                  <a:pt x="190500" y="0"/>
                </a:moveTo>
                <a:lnTo>
                  <a:pt x="0" y="0"/>
                </a:lnTo>
                <a:lnTo>
                  <a:pt x="0" y="698500"/>
                </a:lnTo>
                <a:lnTo>
                  <a:pt x="190500" y="698500"/>
                </a:lnTo>
                <a:lnTo>
                  <a:pt x="1905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017000" y="4267200"/>
            <a:ext cx="0" cy="279400"/>
          </a:xfrm>
          <a:custGeom>
            <a:avLst/>
            <a:gdLst/>
            <a:ahLst/>
            <a:cxnLst/>
            <a:rect l="l" t="t" r="r" b="b"/>
            <a:pathLst>
              <a:path h="279400">
                <a:moveTo>
                  <a:pt x="0" y="0"/>
                </a:moveTo>
                <a:lnTo>
                  <a:pt x="0" y="279400"/>
                </a:lnTo>
              </a:path>
            </a:pathLst>
          </a:custGeom>
          <a:ln w="26670">
            <a:solidFill>
              <a:srgbClr val="336699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91600" y="461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50800" h="38100">
                <a:moveTo>
                  <a:pt x="0" y="19050"/>
                </a:moveTo>
                <a:lnTo>
                  <a:pt x="50800" y="19050"/>
                </a:lnTo>
              </a:path>
            </a:pathLst>
          </a:custGeom>
          <a:ln w="39370">
            <a:solidFill>
              <a:srgbClr val="336699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067800" y="4267200"/>
            <a:ext cx="139700" cy="165100"/>
          </a:xfrm>
          <a:custGeom>
            <a:avLst/>
            <a:gdLst/>
            <a:ahLst/>
            <a:cxnLst/>
            <a:rect l="l" t="t" r="r" b="b"/>
            <a:pathLst>
              <a:path w="139700" h="165100">
                <a:moveTo>
                  <a:pt x="139700" y="0"/>
                </a:moveTo>
                <a:lnTo>
                  <a:pt x="0" y="0"/>
                </a:lnTo>
                <a:lnTo>
                  <a:pt x="0" y="165100"/>
                </a:lnTo>
                <a:lnTo>
                  <a:pt x="139700" y="165100"/>
                </a:lnTo>
                <a:lnTo>
                  <a:pt x="1397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58300" y="4267200"/>
            <a:ext cx="266700" cy="165100"/>
          </a:xfrm>
          <a:custGeom>
            <a:avLst/>
            <a:gdLst/>
            <a:ahLst/>
            <a:cxnLst/>
            <a:rect l="l" t="t" r="r" b="b"/>
            <a:pathLst>
              <a:path w="266700" h="165100">
                <a:moveTo>
                  <a:pt x="266700" y="0"/>
                </a:moveTo>
                <a:lnTo>
                  <a:pt x="0" y="0"/>
                </a:lnTo>
                <a:lnTo>
                  <a:pt x="0" y="165100"/>
                </a:lnTo>
                <a:lnTo>
                  <a:pt x="266700" y="165100"/>
                </a:lnTo>
                <a:lnTo>
                  <a:pt x="2667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61500" y="4470400"/>
            <a:ext cx="76200" cy="177800"/>
          </a:xfrm>
          <a:custGeom>
            <a:avLst/>
            <a:gdLst/>
            <a:ahLst/>
            <a:cxnLst/>
            <a:rect l="l" t="t" r="r" b="b"/>
            <a:pathLst>
              <a:path w="76200" h="177800">
                <a:moveTo>
                  <a:pt x="76200" y="0"/>
                </a:moveTo>
                <a:lnTo>
                  <a:pt x="0" y="0"/>
                </a:lnTo>
                <a:lnTo>
                  <a:pt x="0" y="177800"/>
                </a:lnTo>
                <a:lnTo>
                  <a:pt x="76200" y="177800"/>
                </a:lnTo>
                <a:lnTo>
                  <a:pt x="762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99500" y="42037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50800" y="876300"/>
                </a:moveTo>
                <a:lnTo>
                  <a:pt x="50800" y="889000"/>
                </a:lnTo>
                <a:lnTo>
                  <a:pt x="63500" y="889000"/>
                </a:lnTo>
                <a:lnTo>
                  <a:pt x="50800" y="876300"/>
                </a:lnTo>
                <a:close/>
              </a:path>
              <a:path w="889000" h="889000">
                <a:moveTo>
                  <a:pt x="63500" y="800100"/>
                </a:moveTo>
                <a:lnTo>
                  <a:pt x="12700" y="800100"/>
                </a:lnTo>
                <a:lnTo>
                  <a:pt x="12700" y="812800"/>
                </a:lnTo>
                <a:lnTo>
                  <a:pt x="50800" y="812800"/>
                </a:lnTo>
                <a:lnTo>
                  <a:pt x="50800" y="876300"/>
                </a:lnTo>
                <a:lnTo>
                  <a:pt x="63500" y="889000"/>
                </a:lnTo>
                <a:lnTo>
                  <a:pt x="63500" y="800100"/>
                </a:lnTo>
                <a:close/>
              </a:path>
              <a:path w="889000" h="889000">
                <a:moveTo>
                  <a:pt x="838200" y="876300"/>
                </a:moveTo>
                <a:lnTo>
                  <a:pt x="63500" y="876300"/>
                </a:lnTo>
                <a:lnTo>
                  <a:pt x="63500" y="889000"/>
                </a:lnTo>
                <a:lnTo>
                  <a:pt x="838200" y="889000"/>
                </a:lnTo>
                <a:lnTo>
                  <a:pt x="838200" y="876300"/>
                </a:lnTo>
                <a:close/>
              </a:path>
              <a:path w="889000" h="889000">
                <a:moveTo>
                  <a:pt x="876300" y="800100"/>
                </a:moveTo>
                <a:lnTo>
                  <a:pt x="838200" y="800100"/>
                </a:lnTo>
                <a:lnTo>
                  <a:pt x="838200" y="889000"/>
                </a:lnTo>
                <a:lnTo>
                  <a:pt x="850900" y="889000"/>
                </a:lnTo>
                <a:lnTo>
                  <a:pt x="850900" y="812800"/>
                </a:lnTo>
                <a:lnTo>
                  <a:pt x="876300" y="812800"/>
                </a:lnTo>
                <a:lnTo>
                  <a:pt x="876300" y="800100"/>
                </a:lnTo>
                <a:close/>
              </a:path>
              <a:path w="889000" h="889000">
                <a:moveTo>
                  <a:pt x="0" y="800100"/>
                </a:moveTo>
                <a:lnTo>
                  <a:pt x="0" y="812800"/>
                </a:lnTo>
                <a:lnTo>
                  <a:pt x="12700" y="812800"/>
                </a:lnTo>
                <a:lnTo>
                  <a:pt x="0" y="800100"/>
                </a:lnTo>
                <a:close/>
              </a:path>
              <a:path w="889000" h="889000">
                <a:moveTo>
                  <a:pt x="12700" y="0"/>
                </a:moveTo>
                <a:lnTo>
                  <a:pt x="0" y="12700"/>
                </a:lnTo>
                <a:lnTo>
                  <a:pt x="0" y="800100"/>
                </a:lnTo>
                <a:lnTo>
                  <a:pt x="12700" y="812800"/>
                </a:lnTo>
                <a:lnTo>
                  <a:pt x="12700" y="0"/>
                </a:lnTo>
                <a:close/>
              </a:path>
              <a:path w="889000" h="889000">
                <a:moveTo>
                  <a:pt x="876300" y="0"/>
                </a:moveTo>
                <a:lnTo>
                  <a:pt x="876300" y="812800"/>
                </a:lnTo>
                <a:lnTo>
                  <a:pt x="889000" y="800100"/>
                </a:lnTo>
                <a:lnTo>
                  <a:pt x="889000" y="12700"/>
                </a:lnTo>
                <a:lnTo>
                  <a:pt x="876300" y="0"/>
                </a:lnTo>
                <a:close/>
              </a:path>
              <a:path w="889000" h="889000">
                <a:moveTo>
                  <a:pt x="889000" y="800100"/>
                </a:moveTo>
                <a:lnTo>
                  <a:pt x="876300" y="812800"/>
                </a:lnTo>
                <a:lnTo>
                  <a:pt x="889000" y="812800"/>
                </a:lnTo>
                <a:lnTo>
                  <a:pt x="889000" y="800100"/>
                </a:lnTo>
                <a:close/>
              </a:path>
              <a:path w="889000" h="8890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889000" h="889000">
                <a:moveTo>
                  <a:pt x="8763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876300" y="12700"/>
                </a:lnTo>
                <a:lnTo>
                  <a:pt x="876300" y="0"/>
                </a:lnTo>
                <a:close/>
              </a:path>
              <a:path w="889000" h="889000">
                <a:moveTo>
                  <a:pt x="889000" y="0"/>
                </a:moveTo>
                <a:lnTo>
                  <a:pt x="876300" y="0"/>
                </a:lnTo>
                <a:lnTo>
                  <a:pt x="889000" y="12700"/>
                </a:lnTo>
                <a:lnTo>
                  <a:pt x="889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50300" y="4267200"/>
            <a:ext cx="787400" cy="825500"/>
          </a:xfrm>
          <a:custGeom>
            <a:avLst/>
            <a:gdLst/>
            <a:ahLst/>
            <a:cxnLst/>
            <a:rect l="l" t="t" r="r" b="b"/>
            <a:pathLst>
              <a:path w="787400" h="825500">
                <a:moveTo>
                  <a:pt x="50800" y="736600"/>
                </a:moveTo>
                <a:lnTo>
                  <a:pt x="25400" y="736600"/>
                </a:lnTo>
                <a:lnTo>
                  <a:pt x="25400" y="825500"/>
                </a:lnTo>
                <a:lnTo>
                  <a:pt x="38100" y="825500"/>
                </a:lnTo>
                <a:lnTo>
                  <a:pt x="38100" y="749300"/>
                </a:lnTo>
                <a:lnTo>
                  <a:pt x="50800" y="749300"/>
                </a:lnTo>
                <a:lnTo>
                  <a:pt x="50800" y="736600"/>
                </a:lnTo>
                <a:close/>
              </a:path>
              <a:path w="787400" h="825500">
                <a:moveTo>
                  <a:pt x="63500" y="736600"/>
                </a:moveTo>
                <a:lnTo>
                  <a:pt x="50800" y="736600"/>
                </a:lnTo>
                <a:lnTo>
                  <a:pt x="50800" y="825500"/>
                </a:lnTo>
                <a:lnTo>
                  <a:pt x="63500" y="825500"/>
                </a:lnTo>
                <a:lnTo>
                  <a:pt x="63500" y="736600"/>
                </a:lnTo>
                <a:close/>
              </a:path>
              <a:path w="787400" h="825500">
                <a:moveTo>
                  <a:pt x="101600" y="736600"/>
                </a:moveTo>
                <a:lnTo>
                  <a:pt x="88900" y="736600"/>
                </a:lnTo>
                <a:lnTo>
                  <a:pt x="88900" y="825500"/>
                </a:lnTo>
                <a:lnTo>
                  <a:pt x="101600" y="825500"/>
                </a:lnTo>
                <a:lnTo>
                  <a:pt x="101600" y="736600"/>
                </a:lnTo>
                <a:close/>
              </a:path>
              <a:path w="787400" h="825500">
                <a:moveTo>
                  <a:pt x="139700" y="736600"/>
                </a:moveTo>
                <a:lnTo>
                  <a:pt x="127000" y="736600"/>
                </a:lnTo>
                <a:lnTo>
                  <a:pt x="127000" y="825500"/>
                </a:lnTo>
                <a:lnTo>
                  <a:pt x="139700" y="825500"/>
                </a:lnTo>
                <a:lnTo>
                  <a:pt x="139700" y="736600"/>
                </a:lnTo>
                <a:close/>
              </a:path>
              <a:path w="787400" h="825500">
                <a:moveTo>
                  <a:pt x="165100" y="736600"/>
                </a:moveTo>
                <a:lnTo>
                  <a:pt x="152400" y="736600"/>
                </a:lnTo>
                <a:lnTo>
                  <a:pt x="152400" y="825500"/>
                </a:lnTo>
                <a:lnTo>
                  <a:pt x="165100" y="825500"/>
                </a:lnTo>
                <a:lnTo>
                  <a:pt x="165100" y="736600"/>
                </a:lnTo>
                <a:close/>
              </a:path>
              <a:path w="787400" h="825500">
                <a:moveTo>
                  <a:pt x="203200" y="736600"/>
                </a:moveTo>
                <a:lnTo>
                  <a:pt x="190500" y="736600"/>
                </a:lnTo>
                <a:lnTo>
                  <a:pt x="190500" y="825500"/>
                </a:lnTo>
                <a:lnTo>
                  <a:pt x="203200" y="825500"/>
                </a:lnTo>
                <a:lnTo>
                  <a:pt x="203200" y="736600"/>
                </a:lnTo>
                <a:close/>
              </a:path>
              <a:path w="787400" h="825500">
                <a:moveTo>
                  <a:pt x="241300" y="736600"/>
                </a:moveTo>
                <a:lnTo>
                  <a:pt x="228600" y="736600"/>
                </a:lnTo>
                <a:lnTo>
                  <a:pt x="228600" y="825500"/>
                </a:lnTo>
                <a:lnTo>
                  <a:pt x="241300" y="825500"/>
                </a:lnTo>
                <a:lnTo>
                  <a:pt x="241300" y="736600"/>
                </a:lnTo>
                <a:close/>
              </a:path>
              <a:path w="787400" h="825500">
                <a:moveTo>
                  <a:pt x="266700" y="736600"/>
                </a:moveTo>
                <a:lnTo>
                  <a:pt x="254000" y="736600"/>
                </a:lnTo>
                <a:lnTo>
                  <a:pt x="254000" y="825500"/>
                </a:lnTo>
                <a:lnTo>
                  <a:pt x="266700" y="825500"/>
                </a:lnTo>
                <a:lnTo>
                  <a:pt x="266700" y="736600"/>
                </a:lnTo>
                <a:close/>
              </a:path>
              <a:path w="787400" h="825500">
                <a:moveTo>
                  <a:pt x="304800" y="736600"/>
                </a:moveTo>
                <a:lnTo>
                  <a:pt x="292100" y="736600"/>
                </a:lnTo>
                <a:lnTo>
                  <a:pt x="292100" y="825500"/>
                </a:lnTo>
                <a:lnTo>
                  <a:pt x="304800" y="825500"/>
                </a:lnTo>
                <a:lnTo>
                  <a:pt x="304800" y="736600"/>
                </a:lnTo>
                <a:close/>
              </a:path>
              <a:path w="787400" h="825500">
                <a:moveTo>
                  <a:pt x="342900" y="736600"/>
                </a:moveTo>
                <a:lnTo>
                  <a:pt x="330200" y="736600"/>
                </a:lnTo>
                <a:lnTo>
                  <a:pt x="330200" y="825500"/>
                </a:lnTo>
                <a:lnTo>
                  <a:pt x="342900" y="825500"/>
                </a:lnTo>
                <a:lnTo>
                  <a:pt x="342900" y="736600"/>
                </a:lnTo>
                <a:close/>
              </a:path>
              <a:path w="787400" h="825500">
                <a:moveTo>
                  <a:pt x="368300" y="736600"/>
                </a:moveTo>
                <a:lnTo>
                  <a:pt x="355600" y="736600"/>
                </a:lnTo>
                <a:lnTo>
                  <a:pt x="355600" y="825500"/>
                </a:lnTo>
                <a:lnTo>
                  <a:pt x="368300" y="825500"/>
                </a:lnTo>
                <a:lnTo>
                  <a:pt x="368300" y="736600"/>
                </a:lnTo>
                <a:close/>
              </a:path>
              <a:path w="787400" h="825500">
                <a:moveTo>
                  <a:pt x="406400" y="736600"/>
                </a:moveTo>
                <a:lnTo>
                  <a:pt x="393700" y="736600"/>
                </a:lnTo>
                <a:lnTo>
                  <a:pt x="393700" y="825500"/>
                </a:lnTo>
                <a:lnTo>
                  <a:pt x="406400" y="825500"/>
                </a:lnTo>
                <a:lnTo>
                  <a:pt x="406400" y="736600"/>
                </a:lnTo>
                <a:close/>
              </a:path>
              <a:path w="787400" h="825500">
                <a:moveTo>
                  <a:pt x="444500" y="736600"/>
                </a:moveTo>
                <a:lnTo>
                  <a:pt x="431800" y="736600"/>
                </a:lnTo>
                <a:lnTo>
                  <a:pt x="431800" y="825500"/>
                </a:lnTo>
                <a:lnTo>
                  <a:pt x="444500" y="825500"/>
                </a:lnTo>
                <a:lnTo>
                  <a:pt x="444500" y="736600"/>
                </a:lnTo>
                <a:close/>
              </a:path>
              <a:path w="787400" h="825500">
                <a:moveTo>
                  <a:pt x="469900" y="736600"/>
                </a:moveTo>
                <a:lnTo>
                  <a:pt x="457200" y="736600"/>
                </a:lnTo>
                <a:lnTo>
                  <a:pt x="457200" y="825500"/>
                </a:lnTo>
                <a:lnTo>
                  <a:pt x="469900" y="825500"/>
                </a:lnTo>
                <a:lnTo>
                  <a:pt x="469900" y="736600"/>
                </a:lnTo>
                <a:close/>
              </a:path>
              <a:path w="787400" h="825500">
                <a:moveTo>
                  <a:pt x="508000" y="736600"/>
                </a:moveTo>
                <a:lnTo>
                  <a:pt x="495300" y="736600"/>
                </a:lnTo>
                <a:lnTo>
                  <a:pt x="495300" y="825500"/>
                </a:lnTo>
                <a:lnTo>
                  <a:pt x="508000" y="825500"/>
                </a:lnTo>
                <a:lnTo>
                  <a:pt x="508000" y="736600"/>
                </a:lnTo>
                <a:close/>
              </a:path>
              <a:path w="787400" h="825500">
                <a:moveTo>
                  <a:pt x="533400" y="736600"/>
                </a:moveTo>
                <a:lnTo>
                  <a:pt x="520700" y="736600"/>
                </a:lnTo>
                <a:lnTo>
                  <a:pt x="520700" y="825500"/>
                </a:lnTo>
                <a:lnTo>
                  <a:pt x="533400" y="825500"/>
                </a:lnTo>
                <a:lnTo>
                  <a:pt x="533400" y="736600"/>
                </a:lnTo>
                <a:close/>
              </a:path>
              <a:path w="787400" h="825500">
                <a:moveTo>
                  <a:pt x="571500" y="736600"/>
                </a:moveTo>
                <a:lnTo>
                  <a:pt x="558800" y="736600"/>
                </a:lnTo>
                <a:lnTo>
                  <a:pt x="558800" y="825500"/>
                </a:lnTo>
                <a:lnTo>
                  <a:pt x="571500" y="825500"/>
                </a:lnTo>
                <a:lnTo>
                  <a:pt x="571500" y="736600"/>
                </a:lnTo>
                <a:close/>
              </a:path>
              <a:path w="787400" h="825500">
                <a:moveTo>
                  <a:pt x="609600" y="736600"/>
                </a:moveTo>
                <a:lnTo>
                  <a:pt x="596900" y="736600"/>
                </a:lnTo>
                <a:lnTo>
                  <a:pt x="596900" y="825500"/>
                </a:lnTo>
                <a:lnTo>
                  <a:pt x="609600" y="825500"/>
                </a:lnTo>
                <a:lnTo>
                  <a:pt x="609600" y="736600"/>
                </a:lnTo>
                <a:close/>
              </a:path>
              <a:path w="787400" h="825500">
                <a:moveTo>
                  <a:pt x="635000" y="736600"/>
                </a:moveTo>
                <a:lnTo>
                  <a:pt x="622300" y="736600"/>
                </a:lnTo>
                <a:lnTo>
                  <a:pt x="622300" y="825500"/>
                </a:lnTo>
                <a:lnTo>
                  <a:pt x="635000" y="825500"/>
                </a:lnTo>
                <a:lnTo>
                  <a:pt x="635000" y="736600"/>
                </a:lnTo>
                <a:close/>
              </a:path>
              <a:path w="787400" h="825500">
                <a:moveTo>
                  <a:pt x="673100" y="736600"/>
                </a:moveTo>
                <a:lnTo>
                  <a:pt x="660400" y="736600"/>
                </a:lnTo>
                <a:lnTo>
                  <a:pt x="660400" y="825500"/>
                </a:lnTo>
                <a:lnTo>
                  <a:pt x="673100" y="825500"/>
                </a:lnTo>
                <a:lnTo>
                  <a:pt x="673100" y="736600"/>
                </a:lnTo>
                <a:close/>
              </a:path>
              <a:path w="787400" h="825500">
                <a:moveTo>
                  <a:pt x="711200" y="736600"/>
                </a:moveTo>
                <a:lnTo>
                  <a:pt x="698500" y="736600"/>
                </a:lnTo>
                <a:lnTo>
                  <a:pt x="698500" y="825500"/>
                </a:lnTo>
                <a:lnTo>
                  <a:pt x="711200" y="825500"/>
                </a:lnTo>
                <a:lnTo>
                  <a:pt x="711200" y="736600"/>
                </a:lnTo>
                <a:close/>
              </a:path>
              <a:path w="787400" h="825500">
                <a:moveTo>
                  <a:pt x="736600" y="736600"/>
                </a:moveTo>
                <a:lnTo>
                  <a:pt x="723900" y="736600"/>
                </a:lnTo>
                <a:lnTo>
                  <a:pt x="723900" y="825500"/>
                </a:lnTo>
                <a:lnTo>
                  <a:pt x="736600" y="825500"/>
                </a:lnTo>
                <a:lnTo>
                  <a:pt x="736600" y="736600"/>
                </a:lnTo>
                <a:close/>
              </a:path>
              <a:path w="787400" h="825500">
                <a:moveTo>
                  <a:pt x="774700" y="736600"/>
                </a:moveTo>
                <a:lnTo>
                  <a:pt x="736600" y="736600"/>
                </a:lnTo>
                <a:lnTo>
                  <a:pt x="736600" y="749300"/>
                </a:lnTo>
                <a:lnTo>
                  <a:pt x="762000" y="749300"/>
                </a:lnTo>
                <a:lnTo>
                  <a:pt x="762000" y="825500"/>
                </a:lnTo>
                <a:lnTo>
                  <a:pt x="774700" y="825500"/>
                </a:lnTo>
                <a:lnTo>
                  <a:pt x="774700" y="736600"/>
                </a:lnTo>
                <a:close/>
              </a:path>
              <a:path w="787400" h="825500">
                <a:moveTo>
                  <a:pt x="25400" y="736600"/>
                </a:moveTo>
                <a:lnTo>
                  <a:pt x="0" y="736600"/>
                </a:lnTo>
                <a:lnTo>
                  <a:pt x="0" y="749300"/>
                </a:lnTo>
                <a:lnTo>
                  <a:pt x="25400" y="749300"/>
                </a:lnTo>
                <a:lnTo>
                  <a:pt x="25400" y="736600"/>
                </a:lnTo>
                <a:close/>
              </a:path>
              <a:path w="787400" h="825500">
                <a:moveTo>
                  <a:pt x="88900" y="736600"/>
                </a:moveTo>
                <a:lnTo>
                  <a:pt x="63500" y="736600"/>
                </a:lnTo>
                <a:lnTo>
                  <a:pt x="63500" y="749300"/>
                </a:lnTo>
                <a:lnTo>
                  <a:pt x="88900" y="749300"/>
                </a:lnTo>
                <a:lnTo>
                  <a:pt x="88900" y="736600"/>
                </a:lnTo>
                <a:close/>
              </a:path>
              <a:path w="787400" h="825500">
                <a:moveTo>
                  <a:pt x="127000" y="736600"/>
                </a:moveTo>
                <a:lnTo>
                  <a:pt x="101600" y="736600"/>
                </a:lnTo>
                <a:lnTo>
                  <a:pt x="101600" y="749300"/>
                </a:lnTo>
                <a:lnTo>
                  <a:pt x="127000" y="749300"/>
                </a:lnTo>
                <a:lnTo>
                  <a:pt x="127000" y="736600"/>
                </a:lnTo>
                <a:close/>
              </a:path>
              <a:path w="787400" h="825500">
                <a:moveTo>
                  <a:pt x="152400" y="736600"/>
                </a:moveTo>
                <a:lnTo>
                  <a:pt x="139700" y="736600"/>
                </a:lnTo>
                <a:lnTo>
                  <a:pt x="139700" y="749300"/>
                </a:lnTo>
                <a:lnTo>
                  <a:pt x="152400" y="749300"/>
                </a:lnTo>
                <a:lnTo>
                  <a:pt x="152400" y="736600"/>
                </a:lnTo>
                <a:close/>
              </a:path>
              <a:path w="787400" h="825500">
                <a:moveTo>
                  <a:pt x="190500" y="736600"/>
                </a:moveTo>
                <a:lnTo>
                  <a:pt x="165100" y="736600"/>
                </a:lnTo>
                <a:lnTo>
                  <a:pt x="165100" y="749300"/>
                </a:lnTo>
                <a:lnTo>
                  <a:pt x="190500" y="749300"/>
                </a:lnTo>
                <a:lnTo>
                  <a:pt x="190500" y="736600"/>
                </a:lnTo>
                <a:close/>
              </a:path>
              <a:path w="787400" h="825500">
                <a:moveTo>
                  <a:pt x="228600" y="736600"/>
                </a:moveTo>
                <a:lnTo>
                  <a:pt x="203200" y="736600"/>
                </a:lnTo>
                <a:lnTo>
                  <a:pt x="203200" y="749300"/>
                </a:lnTo>
                <a:lnTo>
                  <a:pt x="228600" y="749300"/>
                </a:lnTo>
                <a:lnTo>
                  <a:pt x="228600" y="736600"/>
                </a:lnTo>
                <a:close/>
              </a:path>
              <a:path w="787400" h="825500">
                <a:moveTo>
                  <a:pt x="254000" y="736600"/>
                </a:moveTo>
                <a:lnTo>
                  <a:pt x="241300" y="736600"/>
                </a:lnTo>
                <a:lnTo>
                  <a:pt x="241300" y="749300"/>
                </a:lnTo>
                <a:lnTo>
                  <a:pt x="254000" y="749300"/>
                </a:lnTo>
                <a:lnTo>
                  <a:pt x="254000" y="736600"/>
                </a:lnTo>
                <a:close/>
              </a:path>
              <a:path w="787400" h="825500">
                <a:moveTo>
                  <a:pt x="292100" y="736600"/>
                </a:moveTo>
                <a:lnTo>
                  <a:pt x="266700" y="736600"/>
                </a:lnTo>
                <a:lnTo>
                  <a:pt x="266700" y="749300"/>
                </a:lnTo>
                <a:lnTo>
                  <a:pt x="292100" y="749300"/>
                </a:lnTo>
                <a:lnTo>
                  <a:pt x="292100" y="736600"/>
                </a:lnTo>
                <a:close/>
              </a:path>
              <a:path w="787400" h="825500">
                <a:moveTo>
                  <a:pt x="330200" y="736600"/>
                </a:moveTo>
                <a:lnTo>
                  <a:pt x="304800" y="736600"/>
                </a:lnTo>
                <a:lnTo>
                  <a:pt x="304800" y="749300"/>
                </a:lnTo>
                <a:lnTo>
                  <a:pt x="330200" y="749300"/>
                </a:lnTo>
                <a:lnTo>
                  <a:pt x="330200" y="736600"/>
                </a:lnTo>
                <a:close/>
              </a:path>
              <a:path w="787400" h="825500">
                <a:moveTo>
                  <a:pt x="355600" y="736600"/>
                </a:moveTo>
                <a:lnTo>
                  <a:pt x="342900" y="736600"/>
                </a:lnTo>
                <a:lnTo>
                  <a:pt x="342900" y="749300"/>
                </a:lnTo>
                <a:lnTo>
                  <a:pt x="355600" y="749300"/>
                </a:lnTo>
                <a:lnTo>
                  <a:pt x="355600" y="736600"/>
                </a:lnTo>
                <a:close/>
              </a:path>
              <a:path w="787400" h="825500">
                <a:moveTo>
                  <a:pt x="393700" y="736600"/>
                </a:moveTo>
                <a:lnTo>
                  <a:pt x="368300" y="736600"/>
                </a:lnTo>
                <a:lnTo>
                  <a:pt x="368300" y="749300"/>
                </a:lnTo>
                <a:lnTo>
                  <a:pt x="393700" y="749300"/>
                </a:lnTo>
                <a:lnTo>
                  <a:pt x="393700" y="736600"/>
                </a:lnTo>
                <a:close/>
              </a:path>
              <a:path w="787400" h="825500">
                <a:moveTo>
                  <a:pt x="431800" y="736600"/>
                </a:moveTo>
                <a:lnTo>
                  <a:pt x="406400" y="736600"/>
                </a:lnTo>
                <a:lnTo>
                  <a:pt x="406400" y="749300"/>
                </a:lnTo>
                <a:lnTo>
                  <a:pt x="431800" y="749300"/>
                </a:lnTo>
                <a:lnTo>
                  <a:pt x="431800" y="736600"/>
                </a:lnTo>
                <a:close/>
              </a:path>
              <a:path w="787400" h="825500">
                <a:moveTo>
                  <a:pt x="457200" y="736600"/>
                </a:moveTo>
                <a:lnTo>
                  <a:pt x="444500" y="736600"/>
                </a:lnTo>
                <a:lnTo>
                  <a:pt x="444500" y="749300"/>
                </a:lnTo>
                <a:lnTo>
                  <a:pt x="457200" y="749300"/>
                </a:lnTo>
                <a:lnTo>
                  <a:pt x="457200" y="736600"/>
                </a:lnTo>
                <a:close/>
              </a:path>
              <a:path w="787400" h="825500">
                <a:moveTo>
                  <a:pt x="495300" y="736600"/>
                </a:moveTo>
                <a:lnTo>
                  <a:pt x="469900" y="736600"/>
                </a:lnTo>
                <a:lnTo>
                  <a:pt x="469900" y="749300"/>
                </a:lnTo>
                <a:lnTo>
                  <a:pt x="495300" y="749300"/>
                </a:lnTo>
                <a:lnTo>
                  <a:pt x="495300" y="736600"/>
                </a:lnTo>
                <a:close/>
              </a:path>
              <a:path w="787400" h="825500">
                <a:moveTo>
                  <a:pt x="520700" y="736600"/>
                </a:moveTo>
                <a:lnTo>
                  <a:pt x="508000" y="736600"/>
                </a:lnTo>
                <a:lnTo>
                  <a:pt x="508000" y="749300"/>
                </a:lnTo>
                <a:lnTo>
                  <a:pt x="520700" y="749300"/>
                </a:lnTo>
                <a:lnTo>
                  <a:pt x="520700" y="736600"/>
                </a:lnTo>
                <a:close/>
              </a:path>
              <a:path w="787400" h="825500">
                <a:moveTo>
                  <a:pt x="558800" y="736600"/>
                </a:moveTo>
                <a:lnTo>
                  <a:pt x="533400" y="736600"/>
                </a:lnTo>
                <a:lnTo>
                  <a:pt x="533400" y="749300"/>
                </a:lnTo>
                <a:lnTo>
                  <a:pt x="558800" y="749300"/>
                </a:lnTo>
                <a:lnTo>
                  <a:pt x="558800" y="736600"/>
                </a:lnTo>
                <a:close/>
              </a:path>
              <a:path w="787400" h="825500">
                <a:moveTo>
                  <a:pt x="596900" y="736600"/>
                </a:moveTo>
                <a:lnTo>
                  <a:pt x="571500" y="736600"/>
                </a:lnTo>
                <a:lnTo>
                  <a:pt x="571500" y="749300"/>
                </a:lnTo>
                <a:lnTo>
                  <a:pt x="596900" y="749300"/>
                </a:lnTo>
                <a:lnTo>
                  <a:pt x="596900" y="736600"/>
                </a:lnTo>
                <a:close/>
              </a:path>
              <a:path w="787400" h="825500">
                <a:moveTo>
                  <a:pt x="622300" y="736600"/>
                </a:moveTo>
                <a:lnTo>
                  <a:pt x="609600" y="736600"/>
                </a:lnTo>
                <a:lnTo>
                  <a:pt x="609600" y="749300"/>
                </a:lnTo>
                <a:lnTo>
                  <a:pt x="622300" y="749300"/>
                </a:lnTo>
                <a:lnTo>
                  <a:pt x="622300" y="736600"/>
                </a:lnTo>
                <a:close/>
              </a:path>
              <a:path w="787400" h="825500">
                <a:moveTo>
                  <a:pt x="660400" y="736600"/>
                </a:moveTo>
                <a:lnTo>
                  <a:pt x="635000" y="736600"/>
                </a:lnTo>
                <a:lnTo>
                  <a:pt x="635000" y="749300"/>
                </a:lnTo>
                <a:lnTo>
                  <a:pt x="660400" y="749300"/>
                </a:lnTo>
                <a:lnTo>
                  <a:pt x="660400" y="736600"/>
                </a:lnTo>
                <a:close/>
              </a:path>
              <a:path w="787400" h="825500">
                <a:moveTo>
                  <a:pt x="698500" y="736600"/>
                </a:moveTo>
                <a:lnTo>
                  <a:pt x="673100" y="736600"/>
                </a:lnTo>
                <a:lnTo>
                  <a:pt x="673100" y="749300"/>
                </a:lnTo>
                <a:lnTo>
                  <a:pt x="698500" y="749300"/>
                </a:lnTo>
                <a:lnTo>
                  <a:pt x="698500" y="736600"/>
                </a:lnTo>
                <a:close/>
              </a:path>
              <a:path w="787400" h="825500">
                <a:moveTo>
                  <a:pt x="723900" y="736600"/>
                </a:moveTo>
                <a:lnTo>
                  <a:pt x="711200" y="736600"/>
                </a:lnTo>
                <a:lnTo>
                  <a:pt x="711200" y="749300"/>
                </a:lnTo>
                <a:lnTo>
                  <a:pt x="723900" y="749300"/>
                </a:lnTo>
                <a:lnTo>
                  <a:pt x="723900" y="736600"/>
                </a:lnTo>
                <a:close/>
              </a:path>
              <a:path w="787400" h="825500">
                <a:moveTo>
                  <a:pt x="787400" y="736600"/>
                </a:moveTo>
                <a:lnTo>
                  <a:pt x="774700" y="736600"/>
                </a:lnTo>
                <a:lnTo>
                  <a:pt x="774700" y="749300"/>
                </a:lnTo>
                <a:lnTo>
                  <a:pt x="787400" y="749300"/>
                </a:lnTo>
                <a:lnTo>
                  <a:pt x="787400" y="736600"/>
                </a:lnTo>
                <a:close/>
              </a:path>
              <a:path w="787400" h="825500">
                <a:moveTo>
                  <a:pt x="12700" y="685800"/>
                </a:moveTo>
                <a:lnTo>
                  <a:pt x="12700" y="698500"/>
                </a:lnTo>
                <a:lnTo>
                  <a:pt x="25400" y="698500"/>
                </a:lnTo>
                <a:lnTo>
                  <a:pt x="12700" y="685800"/>
                </a:lnTo>
                <a:close/>
              </a:path>
              <a:path w="787400" h="825500">
                <a:moveTo>
                  <a:pt x="12700" y="609600"/>
                </a:moveTo>
                <a:lnTo>
                  <a:pt x="12700" y="685800"/>
                </a:lnTo>
                <a:lnTo>
                  <a:pt x="25400" y="698500"/>
                </a:lnTo>
                <a:lnTo>
                  <a:pt x="25400" y="622300"/>
                </a:lnTo>
                <a:lnTo>
                  <a:pt x="12700" y="609600"/>
                </a:lnTo>
                <a:close/>
              </a:path>
              <a:path w="787400" h="825500">
                <a:moveTo>
                  <a:pt x="190500" y="685800"/>
                </a:moveTo>
                <a:lnTo>
                  <a:pt x="25400" y="685800"/>
                </a:lnTo>
                <a:lnTo>
                  <a:pt x="25400" y="698500"/>
                </a:lnTo>
                <a:lnTo>
                  <a:pt x="190500" y="698500"/>
                </a:lnTo>
                <a:lnTo>
                  <a:pt x="190500" y="685800"/>
                </a:lnTo>
                <a:close/>
              </a:path>
              <a:path w="787400" h="825500">
                <a:moveTo>
                  <a:pt x="190500" y="0"/>
                </a:moveTo>
                <a:lnTo>
                  <a:pt x="190500" y="698500"/>
                </a:lnTo>
                <a:lnTo>
                  <a:pt x="203200" y="685800"/>
                </a:lnTo>
                <a:lnTo>
                  <a:pt x="203200" y="12700"/>
                </a:lnTo>
                <a:lnTo>
                  <a:pt x="190500" y="0"/>
                </a:lnTo>
                <a:close/>
              </a:path>
              <a:path w="787400" h="825500">
                <a:moveTo>
                  <a:pt x="203200" y="685800"/>
                </a:moveTo>
                <a:lnTo>
                  <a:pt x="190500" y="698500"/>
                </a:lnTo>
                <a:lnTo>
                  <a:pt x="203200" y="698500"/>
                </a:lnTo>
                <a:lnTo>
                  <a:pt x="203200" y="685800"/>
                </a:lnTo>
                <a:close/>
              </a:path>
              <a:path w="787400" h="825500">
                <a:moveTo>
                  <a:pt x="190500" y="660400"/>
                </a:moveTo>
                <a:lnTo>
                  <a:pt x="25400" y="660400"/>
                </a:lnTo>
                <a:lnTo>
                  <a:pt x="25400" y="673100"/>
                </a:lnTo>
                <a:lnTo>
                  <a:pt x="190500" y="673100"/>
                </a:lnTo>
                <a:lnTo>
                  <a:pt x="190500" y="660400"/>
                </a:lnTo>
                <a:close/>
              </a:path>
              <a:path w="787400" h="825500">
                <a:moveTo>
                  <a:pt x="12700" y="571500"/>
                </a:moveTo>
                <a:lnTo>
                  <a:pt x="12700" y="609600"/>
                </a:lnTo>
                <a:lnTo>
                  <a:pt x="25400" y="622300"/>
                </a:lnTo>
                <a:lnTo>
                  <a:pt x="25400" y="584200"/>
                </a:lnTo>
                <a:lnTo>
                  <a:pt x="12700" y="571500"/>
                </a:lnTo>
                <a:close/>
              </a:path>
              <a:path w="787400" h="825500">
                <a:moveTo>
                  <a:pt x="190500" y="609600"/>
                </a:moveTo>
                <a:lnTo>
                  <a:pt x="25400" y="609600"/>
                </a:lnTo>
                <a:lnTo>
                  <a:pt x="25400" y="622300"/>
                </a:lnTo>
                <a:lnTo>
                  <a:pt x="190500" y="622300"/>
                </a:lnTo>
                <a:lnTo>
                  <a:pt x="190500" y="609600"/>
                </a:lnTo>
                <a:close/>
              </a:path>
              <a:path w="787400" h="825500">
                <a:moveTo>
                  <a:pt x="25400" y="533400"/>
                </a:moveTo>
                <a:lnTo>
                  <a:pt x="12700" y="546100"/>
                </a:lnTo>
                <a:lnTo>
                  <a:pt x="12700" y="571500"/>
                </a:lnTo>
                <a:lnTo>
                  <a:pt x="25400" y="584200"/>
                </a:lnTo>
                <a:lnTo>
                  <a:pt x="25400" y="533400"/>
                </a:lnTo>
                <a:close/>
              </a:path>
              <a:path w="787400" h="825500">
                <a:moveTo>
                  <a:pt x="190500" y="571500"/>
                </a:moveTo>
                <a:lnTo>
                  <a:pt x="25400" y="571500"/>
                </a:lnTo>
                <a:lnTo>
                  <a:pt x="25400" y="584200"/>
                </a:lnTo>
                <a:lnTo>
                  <a:pt x="190500" y="584200"/>
                </a:lnTo>
                <a:lnTo>
                  <a:pt x="190500" y="571500"/>
                </a:lnTo>
                <a:close/>
              </a:path>
              <a:path w="787400" h="825500">
                <a:moveTo>
                  <a:pt x="25400" y="495300"/>
                </a:moveTo>
                <a:lnTo>
                  <a:pt x="12700" y="508000"/>
                </a:lnTo>
                <a:lnTo>
                  <a:pt x="12700" y="546100"/>
                </a:lnTo>
                <a:lnTo>
                  <a:pt x="25400" y="533400"/>
                </a:lnTo>
                <a:lnTo>
                  <a:pt x="25400" y="495300"/>
                </a:lnTo>
                <a:close/>
              </a:path>
              <a:path w="787400" h="825500">
                <a:moveTo>
                  <a:pt x="190500" y="533400"/>
                </a:moveTo>
                <a:lnTo>
                  <a:pt x="25400" y="533400"/>
                </a:lnTo>
                <a:lnTo>
                  <a:pt x="25400" y="546100"/>
                </a:lnTo>
                <a:lnTo>
                  <a:pt x="190500" y="546100"/>
                </a:lnTo>
                <a:lnTo>
                  <a:pt x="190500" y="533400"/>
                </a:lnTo>
                <a:close/>
              </a:path>
              <a:path w="787400" h="825500">
                <a:moveTo>
                  <a:pt x="12700" y="444500"/>
                </a:moveTo>
                <a:lnTo>
                  <a:pt x="12700" y="508000"/>
                </a:lnTo>
                <a:lnTo>
                  <a:pt x="25400" y="495300"/>
                </a:lnTo>
                <a:lnTo>
                  <a:pt x="25400" y="457200"/>
                </a:lnTo>
                <a:lnTo>
                  <a:pt x="12700" y="444500"/>
                </a:lnTo>
                <a:close/>
              </a:path>
              <a:path w="787400" h="825500">
                <a:moveTo>
                  <a:pt x="190500" y="495300"/>
                </a:moveTo>
                <a:lnTo>
                  <a:pt x="25400" y="495300"/>
                </a:lnTo>
                <a:lnTo>
                  <a:pt x="25400" y="508000"/>
                </a:lnTo>
                <a:lnTo>
                  <a:pt x="190500" y="508000"/>
                </a:lnTo>
                <a:lnTo>
                  <a:pt x="190500" y="495300"/>
                </a:lnTo>
                <a:close/>
              </a:path>
              <a:path w="787400" h="825500">
                <a:moveTo>
                  <a:pt x="12700" y="406400"/>
                </a:moveTo>
                <a:lnTo>
                  <a:pt x="12700" y="444500"/>
                </a:lnTo>
                <a:lnTo>
                  <a:pt x="25400" y="457200"/>
                </a:lnTo>
                <a:lnTo>
                  <a:pt x="25400" y="419100"/>
                </a:lnTo>
                <a:lnTo>
                  <a:pt x="12700" y="406400"/>
                </a:lnTo>
                <a:close/>
              </a:path>
              <a:path w="787400" h="825500">
                <a:moveTo>
                  <a:pt x="190500" y="444500"/>
                </a:moveTo>
                <a:lnTo>
                  <a:pt x="25400" y="444500"/>
                </a:lnTo>
                <a:lnTo>
                  <a:pt x="25400" y="457200"/>
                </a:lnTo>
                <a:lnTo>
                  <a:pt x="190500" y="457200"/>
                </a:lnTo>
                <a:lnTo>
                  <a:pt x="190500" y="444500"/>
                </a:lnTo>
                <a:close/>
              </a:path>
              <a:path w="787400" h="825500">
                <a:moveTo>
                  <a:pt x="25400" y="368300"/>
                </a:moveTo>
                <a:lnTo>
                  <a:pt x="12700" y="381000"/>
                </a:lnTo>
                <a:lnTo>
                  <a:pt x="12700" y="406400"/>
                </a:lnTo>
                <a:lnTo>
                  <a:pt x="25400" y="419100"/>
                </a:lnTo>
                <a:lnTo>
                  <a:pt x="25400" y="368300"/>
                </a:lnTo>
                <a:close/>
              </a:path>
              <a:path w="787400" h="825500">
                <a:moveTo>
                  <a:pt x="190500" y="406400"/>
                </a:moveTo>
                <a:lnTo>
                  <a:pt x="25400" y="406400"/>
                </a:lnTo>
                <a:lnTo>
                  <a:pt x="25400" y="419100"/>
                </a:lnTo>
                <a:lnTo>
                  <a:pt x="190500" y="419100"/>
                </a:lnTo>
                <a:lnTo>
                  <a:pt x="190500" y="406400"/>
                </a:lnTo>
                <a:close/>
              </a:path>
              <a:path w="787400" h="825500">
                <a:moveTo>
                  <a:pt x="25400" y="330200"/>
                </a:moveTo>
                <a:lnTo>
                  <a:pt x="12700" y="342900"/>
                </a:lnTo>
                <a:lnTo>
                  <a:pt x="12700" y="381000"/>
                </a:lnTo>
                <a:lnTo>
                  <a:pt x="25400" y="368300"/>
                </a:lnTo>
                <a:lnTo>
                  <a:pt x="25400" y="330200"/>
                </a:lnTo>
                <a:close/>
              </a:path>
              <a:path w="787400" h="825500">
                <a:moveTo>
                  <a:pt x="190500" y="368300"/>
                </a:moveTo>
                <a:lnTo>
                  <a:pt x="25400" y="368300"/>
                </a:lnTo>
                <a:lnTo>
                  <a:pt x="25400" y="381000"/>
                </a:lnTo>
                <a:lnTo>
                  <a:pt x="190500" y="381000"/>
                </a:lnTo>
                <a:lnTo>
                  <a:pt x="190500" y="368300"/>
                </a:lnTo>
                <a:close/>
              </a:path>
              <a:path w="787400" h="825500">
                <a:moveTo>
                  <a:pt x="12700" y="279400"/>
                </a:moveTo>
                <a:lnTo>
                  <a:pt x="12700" y="342900"/>
                </a:lnTo>
                <a:lnTo>
                  <a:pt x="25400" y="330200"/>
                </a:lnTo>
                <a:lnTo>
                  <a:pt x="25400" y="292100"/>
                </a:lnTo>
                <a:lnTo>
                  <a:pt x="12700" y="279400"/>
                </a:lnTo>
                <a:close/>
              </a:path>
              <a:path w="787400" h="825500">
                <a:moveTo>
                  <a:pt x="190500" y="330200"/>
                </a:moveTo>
                <a:lnTo>
                  <a:pt x="25400" y="330200"/>
                </a:lnTo>
                <a:lnTo>
                  <a:pt x="25400" y="342900"/>
                </a:lnTo>
                <a:lnTo>
                  <a:pt x="190500" y="342900"/>
                </a:lnTo>
                <a:lnTo>
                  <a:pt x="190500" y="330200"/>
                </a:lnTo>
                <a:close/>
              </a:path>
              <a:path w="787400" h="825500">
                <a:moveTo>
                  <a:pt x="25400" y="241300"/>
                </a:moveTo>
                <a:lnTo>
                  <a:pt x="12700" y="254000"/>
                </a:lnTo>
                <a:lnTo>
                  <a:pt x="12700" y="279400"/>
                </a:lnTo>
                <a:lnTo>
                  <a:pt x="25400" y="292100"/>
                </a:lnTo>
                <a:lnTo>
                  <a:pt x="25400" y="241300"/>
                </a:lnTo>
                <a:close/>
              </a:path>
              <a:path w="787400" h="825500">
                <a:moveTo>
                  <a:pt x="190500" y="279400"/>
                </a:moveTo>
                <a:lnTo>
                  <a:pt x="25400" y="279400"/>
                </a:lnTo>
                <a:lnTo>
                  <a:pt x="25400" y="292100"/>
                </a:lnTo>
                <a:lnTo>
                  <a:pt x="190500" y="292100"/>
                </a:lnTo>
                <a:lnTo>
                  <a:pt x="190500" y="279400"/>
                </a:lnTo>
                <a:close/>
              </a:path>
              <a:path w="787400" h="825500">
                <a:moveTo>
                  <a:pt x="25400" y="203200"/>
                </a:moveTo>
                <a:lnTo>
                  <a:pt x="12700" y="215900"/>
                </a:lnTo>
                <a:lnTo>
                  <a:pt x="12700" y="254000"/>
                </a:lnTo>
                <a:lnTo>
                  <a:pt x="25400" y="241300"/>
                </a:lnTo>
                <a:lnTo>
                  <a:pt x="25400" y="203200"/>
                </a:lnTo>
                <a:close/>
              </a:path>
              <a:path w="787400" h="825500">
                <a:moveTo>
                  <a:pt x="1905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190500" y="254000"/>
                </a:lnTo>
                <a:lnTo>
                  <a:pt x="190500" y="241300"/>
                </a:lnTo>
                <a:close/>
              </a:path>
              <a:path w="787400" h="825500">
                <a:moveTo>
                  <a:pt x="12700" y="152400"/>
                </a:moveTo>
                <a:lnTo>
                  <a:pt x="12700" y="215900"/>
                </a:lnTo>
                <a:lnTo>
                  <a:pt x="25400" y="203200"/>
                </a:lnTo>
                <a:lnTo>
                  <a:pt x="25400" y="165100"/>
                </a:lnTo>
                <a:lnTo>
                  <a:pt x="12700" y="152400"/>
                </a:lnTo>
                <a:close/>
              </a:path>
              <a:path w="787400" h="825500">
                <a:moveTo>
                  <a:pt x="190500" y="203200"/>
                </a:moveTo>
                <a:lnTo>
                  <a:pt x="25400" y="203200"/>
                </a:lnTo>
                <a:lnTo>
                  <a:pt x="25400" y="215900"/>
                </a:lnTo>
                <a:lnTo>
                  <a:pt x="190500" y="215900"/>
                </a:lnTo>
                <a:lnTo>
                  <a:pt x="190500" y="203200"/>
                </a:lnTo>
                <a:close/>
              </a:path>
              <a:path w="787400" h="825500">
                <a:moveTo>
                  <a:pt x="12700" y="114300"/>
                </a:moveTo>
                <a:lnTo>
                  <a:pt x="12700" y="152400"/>
                </a:lnTo>
                <a:lnTo>
                  <a:pt x="25400" y="165100"/>
                </a:lnTo>
                <a:lnTo>
                  <a:pt x="25400" y="127000"/>
                </a:lnTo>
                <a:lnTo>
                  <a:pt x="12700" y="114300"/>
                </a:lnTo>
                <a:close/>
              </a:path>
              <a:path w="787400" h="825500">
                <a:moveTo>
                  <a:pt x="190500" y="152400"/>
                </a:moveTo>
                <a:lnTo>
                  <a:pt x="25400" y="152400"/>
                </a:lnTo>
                <a:lnTo>
                  <a:pt x="25400" y="165100"/>
                </a:lnTo>
                <a:lnTo>
                  <a:pt x="190500" y="165100"/>
                </a:lnTo>
                <a:lnTo>
                  <a:pt x="190500" y="152400"/>
                </a:lnTo>
                <a:close/>
              </a:path>
              <a:path w="787400" h="825500">
                <a:moveTo>
                  <a:pt x="25400" y="76200"/>
                </a:moveTo>
                <a:lnTo>
                  <a:pt x="12700" y="88900"/>
                </a:lnTo>
                <a:lnTo>
                  <a:pt x="12700" y="114300"/>
                </a:lnTo>
                <a:lnTo>
                  <a:pt x="25400" y="127000"/>
                </a:lnTo>
                <a:lnTo>
                  <a:pt x="25400" y="76200"/>
                </a:lnTo>
                <a:close/>
              </a:path>
              <a:path w="787400" h="825500">
                <a:moveTo>
                  <a:pt x="190500" y="114300"/>
                </a:moveTo>
                <a:lnTo>
                  <a:pt x="25400" y="114300"/>
                </a:lnTo>
                <a:lnTo>
                  <a:pt x="25400" y="127000"/>
                </a:lnTo>
                <a:lnTo>
                  <a:pt x="190500" y="127000"/>
                </a:lnTo>
                <a:lnTo>
                  <a:pt x="190500" y="114300"/>
                </a:lnTo>
                <a:close/>
              </a:path>
              <a:path w="787400" h="825500">
                <a:moveTo>
                  <a:pt x="25400" y="38100"/>
                </a:moveTo>
                <a:lnTo>
                  <a:pt x="12700" y="50800"/>
                </a:lnTo>
                <a:lnTo>
                  <a:pt x="12700" y="88900"/>
                </a:lnTo>
                <a:lnTo>
                  <a:pt x="25400" y="76200"/>
                </a:lnTo>
                <a:lnTo>
                  <a:pt x="25400" y="38100"/>
                </a:lnTo>
                <a:close/>
              </a:path>
              <a:path w="787400" h="825500">
                <a:moveTo>
                  <a:pt x="190500" y="76200"/>
                </a:moveTo>
                <a:lnTo>
                  <a:pt x="25400" y="76200"/>
                </a:lnTo>
                <a:lnTo>
                  <a:pt x="25400" y="88900"/>
                </a:lnTo>
                <a:lnTo>
                  <a:pt x="190500" y="88900"/>
                </a:lnTo>
                <a:lnTo>
                  <a:pt x="190500" y="76200"/>
                </a:lnTo>
                <a:close/>
              </a:path>
              <a:path w="787400" h="825500">
                <a:moveTo>
                  <a:pt x="25400" y="0"/>
                </a:moveTo>
                <a:lnTo>
                  <a:pt x="12700" y="0"/>
                </a:lnTo>
                <a:lnTo>
                  <a:pt x="12700" y="5080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787400" h="825500">
                <a:moveTo>
                  <a:pt x="190500" y="38100"/>
                </a:moveTo>
                <a:lnTo>
                  <a:pt x="25400" y="38100"/>
                </a:lnTo>
                <a:lnTo>
                  <a:pt x="25400" y="50800"/>
                </a:lnTo>
                <a:lnTo>
                  <a:pt x="190500" y="50800"/>
                </a:lnTo>
                <a:lnTo>
                  <a:pt x="190500" y="38100"/>
                </a:lnTo>
                <a:close/>
              </a:path>
              <a:path w="787400" h="825500">
                <a:moveTo>
                  <a:pt x="190500" y="0"/>
                </a:moveTo>
                <a:lnTo>
                  <a:pt x="25400" y="0"/>
                </a:lnTo>
                <a:lnTo>
                  <a:pt x="25400" y="12700"/>
                </a:lnTo>
                <a:lnTo>
                  <a:pt x="190500" y="12700"/>
                </a:lnTo>
                <a:lnTo>
                  <a:pt x="190500" y="0"/>
                </a:lnTo>
                <a:close/>
              </a:path>
              <a:path w="787400" h="825500">
                <a:moveTo>
                  <a:pt x="203200" y="0"/>
                </a:moveTo>
                <a:lnTo>
                  <a:pt x="190500" y="0"/>
                </a:lnTo>
                <a:lnTo>
                  <a:pt x="203200" y="12700"/>
                </a:lnTo>
                <a:lnTo>
                  <a:pt x="203200" y="0"/>
                </a:lnTo>
                <a:close/>
              </a:path>
              <a:path w="787400" h="825500">
                <a:moveTo>
                  <a:pt x="254000" y="0"/>
                </a:moveTo>
                <a:lnTo>
                  <a:pt x="241300" y="0"/>
                </a:lnTo>
                <a:lnTo>
                  <a:pt x="241300" y="292100"/>
                </a:lnTo>
                <a:lnTo>
                  <a:pt x="292100" y="292100"/>
                </a:lnTo>
                <a:lnTo>
                  <a:pt x="292100" y="279400"/>
                </a:lnTo>
                <a:lnTo>
                  <a:pt x="254000" y="279400"/>
                </a:lnTo>
                <a:lnTo>
                  <a:pt x="254000" y="0"/>
                </a:lnTo>
                <a:close/>
              </a:path>
              <a:path w="787400" h="825500">
                <a:moveTo>
                  <a:pt x="292100" y="0"/>
                </a:moveTo>
                <a:lnTo>
                  <a:pt x="279400" y="0"/>
                </a:lnTo>
                <a:lnTo>
                  <a:pt x="279400" y="279400"/>
                </a:lnTo>
                <a:lnTo>
                  <a:pt x="292100" y="279400"/>
                </a:lnTo>
                <a:lnTo>
                  <a:pt x="292100" y="0"/>
                </a:lnTo>
                <a:close/>
              </a:path>
              <a:path w="787400" h="825500">
                <a:moveTo>
                  <a:pt x="279400" y="0"/>
                </a:moveTo>
                <a:lnTo>
                  <a:pt x="254000" y="0"/>
                </a:lnTo>
                <a:lnTo>
                  <a:pt x="254000" y="12700"/>
                </a:lnTo>
                <a:lnTo>
                  <a:pt x="279400" y="12700"/>
                </a:lnTo>
                <a:lnTo>
                  <a:pt x="279400" y="0"/>
                </a:lnTo>
                <a:close/>
              </a:path>
              <a:path w="787400" h="825500">
                <a:moveTo>
                  <a:pt x="241300" y="368300"/>
                </a:moveTo>
                <a:lnTo>
                  <a:pt x="241300" y="381000"/>
                </a:lnTo>
                <a:lnTo>
                  <a:pt x="254000" y="381000"/>
                </a:lnTo>
                <a:lnTo>
                  <a:pt x="241300" y="368300"/>
                </a:lnTo>
                <a:close/>
              </a:path>
              <a:path w="787400" h="825500">
                <a:moveTo>
                  <a:pt x="254000" y="342900"/>
                </a:moveTo>
                <a:lnTo>
                  <a:pt x="241300" y="342900"/>
                </a:lnTo>
                <a:lnTo>
                  <a:pt x="241300" y="368300"/>
                </a:lnTo>
                <a:lnTo>
                  <a:pt x="254000" y="381000"/>
                </a:lnTo>
                <a:lnTo>
                  <a:pt x="254000" y="342900"/>
                </a:lnTo>
                <a:close/>
              </a:path>
              <a:path w="787400" h="825500">
                <a:moveTo>
                  <a:pt x="279400" y="368300"/>
                </a:moveTo>
                <a:lnTo>
                  <a:pt x="254000" y="368300"/>
                </a:lnTo>
                <a:lnTo>
                  <a:pt x="254000" y="381000"/>
                </a:lnTo>
                <a:lnTo>
                  <a:pt x="279400" y="381000"/>
                </a:lnTo>
                <a:lnTo>
                  <a:pt x="279400" y="368300"/>
                </a:lnTo>
                <a:close/>
              </a:path>
              <a:path w="787400" h="825500">
                <a:moveTo>
                  <a:pt x="279400" y="342900"/>
                </a:moveTo>
                <a:lnTo>
                  <a:pt x="279400" y="381000"/>
                </a:lnTo>
                <a:lnTo>
                  <a:pt x="292100" y="368300"/>
                </a:lnTo>
                <a:lnTo>
                  <a:pt x="292100" y="355600"/>
                </a:lnTo>
                <a:lnTo>
                  <a:pt x="279400" y="342900"/>
                </a:lnTo>
                <a:close/>
              </a:path>
              <a:path w="787400" h="825500">
                <a:moveTo>
                  <a:pt x="292100" y="368300"/>
                </a:moveTo>
                <a:lnTo>
                  <a:pt x="279400" y="381000"/>
                </a:lnTo>
                <a:lnTo>
                  <a:pt x="292100" y="381000"/>
                </a:lnTo>
                <a:lnTo>
                  <a:pt x="292100" y="368300"/>
                </a:lnTo>
                <a:close/>
              </a:path>
              <a:path w="787400" h="825500">
                <a:moveTo>
                  <a:pt x="279400" y="342900"/>
                </a:moveTo>
                <a:lnTo>
                  <a:pt x="254000" y="342900"/>
                </a:lnTo>
                <a:lnTo>
                  <a:pt x="254000" y="355600"/>
                </a:lnTo>
                <a:lnTo>
                  <a:pt x="279400" y="355600"/>
                </a:lnTo>
                <a:lnTo>
                  <a:pt x="279400" y="342900"/>
                </a:lnTo>
                <a:close/>
              </a:path>
              <a:path w="787400" h="825500">
                <a:moveTo>
                  <a:pt x="292100" y="342900"/>
                </a:moveTo>
                <a:lnTo>
                  <a:pt x="279400" y="342900"/>
                </a:lnTo>
                <a:lnTo>
                  <a:pt x="292100" y="355600"/>
                </a:lnTo>
                <a:lnTo>
                  <a:pt x="292100" y="342900"/>
                </a:lnTo>
                <a:close/>
              </a:path>
              <a:path w="787400" h="825500">
                <a:moveTo>
                  <a:pt x="317500" y="152400"/>
                </a:moveTo>
                <a:lnTo>
                  <a:pt x="317500" y="165100"/>
                </a:lnTo>
                <a:lnTo>
                  <a:pt x="330200" y="165100"/>
                </a:lnTo>
                <a:lnTo>
                  <a:pt x="317500" y="152400"/>
                </a:lnTo>
                <a:close/>
              </a:path>
              <a:path w="787400" h="825500">
                <a:moveTo>
                  <a:pt x="330200" y="0"/>
                </a:moveTo>
                <a:lnTo>
                  <a:pt x="317500" y="0"/>
                </a:lnTo>
                <a:lnTo>
                  <a:pt x="317500" y="152400"/>
                </a:lnTo>
                <a:lnTo>
                  <a:pt x="330200" y="165100"/>
                </a:lnTo>
                <a:lnTo>
                  <a:pt x="330200" y="0"/>
                </a:lnTo>
                <a:close/>
              </a:path>
              <a:path w="787400" h="825500">
                <a:moveTo>
                  <a:pt x="457200" y="152400"/>
                </a:moveTo>
                <a:lnTo>
                  <a:pt x="330200" y="152400"/>
                </a:lnTo>
                <a:lnTo>
                  <a:pt x="330200" y="165100"/>
                </a:lnTo>
                <a:lnTo>
                  <a:pt x="457200" y="165100"/>
                </a:lnTo>
                <a:lnTo>
                  <a:pt x="457200" y="152400"/>
                </a:lnTo>
                <a:close/>
              </a:path>
              <a:path w="787400" h="825500">
                <a:moveTo>
                  <a:pt x="469900" y="0"/>
                </a:moveTo>
                <a:lnTo>
                  <a:pt x="457200" y="0"/>
                </a:lnTo>
                <a:lnTo>
                  <a:pt x="457200" y="165100"/>
                </a:lnTo>
                <a:lnTo>
                  <a:pt x="469900" y="165100"/>
                </a:lnTo>
                <a:lnTo>
                  <a:pt x="469900" y="0"/>
                </a:lnTo>
                <a:close/>
              </a:path>
              <a:path w="787400" h="825500">
                <a:moveTo>
                  <a:pt x="457200" y="0"/>
                </a:moveTo>
                <a:lnTo>
                  <a:pt x="330200" y="0"/>
                </a:lnTo>
                <a:lnTo>
                  <a:pt x="330200" y="12700"/>
                </a:lnTo>
                <a:lnTo>
                  <a:pt x="457200" y="12700"/>
                </a:lnTo>
                <a:lnTo>
                  <a:pt x="457200" y="0"/>
                </a:lnTo>
                <a:close/>
              </a:path>
              <a:path w="787400" h="825500">
                <a:moveTo>
                  <a:pt x="508000" y="152400"/>
                </a:moveTo>
                <a:lnTo>
                  <a:pt x="508000" y="165100"/>
                </a:lnTo>
                <a:lnTo>
                  <a:pt x="520700" y="165100"/>
                </a:lnTo>
                <a:lnTo>
                  <a:pt x="508000" y="152400"/>
                </a:lnTo>
                <a:close/>
              </a:path>
              <a:path w="787400" h="825500">
                <a:moveTo>
                  <a:pt x="520700" y="0"/>
                </a:moveTo>
                <a:lnTo>
                  <a:pt x="508000" y="0"/>
                </a:lnTo>
                <a:lnTo>
                  <a:pt x="508000" y="152400"/>
                </a:lnTo>
                <a:lnTo>
                  <a:pt x="520700" y="165100"/>
                </a:lnTo>
                <a:lnTo>
                  <a:pt x="520700" y="0"/>
                </a:lnTo>
                <a:close/>
              </a:path>
              <a:path w="787400" h="825500">
                <a:moveTo>
                  <a:pt x="774700" y="152400"/>
                </a:moveTo>
                <a:lnTo>
                  <a:pt x="520700" y="152400"/>
                </a:lnTo>
                <a:lnTo>
                  <a:pt x="520700" y="165100"/>
                </a:lnTo>
                <a:lnTo>
                  <a:pt x="774700" y="165100"/>
                </a:lnTo>
                <a:lnTo>
                  <a:pt x="774700" y="152400"/>
                </a:lnTo>
                <a:close/>
              </a:path>
              <a:path w="787400" h="825500">
                <a:moveTo>
                  <a:pt x="787400" y="0"/>
                </a:moveTo>
                <a:lnTo>
                  <a:pt x="774700" y="0"/>
                </a:lnTo>
                <a:lnTo>
                  <a:pt x="774700" y="165100"/>
                </a:lnTo>
                <a:lnTo>
                  <a:pt x="787400" y="165100"/>
                </a:lnTo>
                <a:lnTo>
                  <a:pt x="787400" y="0"/>
                </a:lnTo>
                <a:close/>
              </a:path>
              <a:path w="787400" h="825500">
                <a:moveTo>
                  <a:pt x="774700" y="0"/>
                </a:moveTo>
                <a:lnTo>
                  <a:pt x="520700" y="0"/>
                </a:lnTo>
                <a:lnTo>
                  <a:pt x="520700" y="12700"/>
                </a:lnTo>
                <a:lnTo>
                  <a:pt x="774700" y="12700"/>
                </a:lnTo>
                <a:lnTo>
                  <a:pt x="774700" y="0"/>
                </a:lnTo>
                <a:close/>
              </a:path>
              <a:path w="787400" h="825500">
                <a:moveTo>
                  <a:pt x="723900" y="203200"/>
                </a:moveTo>
                <a:lnTo>
                  <a:pt x="711200" y="203200"/>
                </a:lnTo>
                <a:lnTo>
                  <a:pt x="711200" y="393700"/>
                </a:lnTo>
                <a:lnTo>
                  <a:pt x="787400" y="393700"/>
                </a:lnTo>
                <a:lnTo>
                  <a:pt x="787400" y="381000"/>
                </a:lnTo>
                <a:lnTo>
                  <a:pt x="723900" y="381000"/>
                </a:lnTo>
                <a:lnTo>
                  <a:pt x="723900" y="203200"/>
                </a:lnTo>
                <a:close/>
              </a:path>
              <a:path w="787400" h="825500">
                <a:moveTo>
                  <a:pt x="774700" y="203200"/>
                </a:moveTo>
                <a:lnTo>
                  <a:pt x="774700" y="381000"/>
                </a:lnTo>
                <a:lnTo>
                  <a:pt x="787400" y="381000"/>
                </a:lnTo>
                <a:lnTo>
                  <a:pt x="787400" y="215900"/>
                </a:lnTo>
                <a:lnTo>
                  <a:pt x="774700" y="203200"/>
                </a:lnTo>
                <a:close/>
              </a:path>
              <a:path w="787400" h="825500">
                <a:moveTo>
                  <a:pt x="774700" y="203200"/>
                </a:moveTo>
                <a:lnTo>
                  <a:pt x="723900" y="203200"/>
                </a:lnTo>
                <a:lnTo>
                  <a:pt x="723900" y="215900"/>
                </a:lnTo>
                <a:lnTo>
                  <a:pt x="774700" y="215900"/>
                </a:lnTo>
                <a:lnTo>
                  <a:pt x="774700" y="203200"/>
                </a:lnTo>
                <a:close/>
              </a:path>
              <a:path w="787400" h="825500">
                <a:moveTo>
                  <a:pt x="787400" y="203200"/>
                </a:moveTo>
                <a:lnTo>
                  <a:pt x="774700" y="203200"/>
                </a:lnTo>
                <a:lnTo>
                  <a:pt x="787400" y="215900"/>
                </a:lnTo>
                <a:lnTo>
                  <a:pt x="787400" y="20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86800" y="3213100"/>
            <a:ext cx="876300" cy="96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788400" y="5435600"/>
            <a:ext cx="57594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1600" spc="-35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r>
              <a:rPr sz="1600" spc="45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1600" spc="-90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017000" y="4102100"/>
            <a:ext cx="228600" cy="1219200"/>
          </a:xfrm>
          <a:custGeom>
            <a:avLst/>
            <a:gdLst/>
            <a:ahLst/>
            <a:cxnLst/>
            <a:rect l="l" t="t" r="r" b="b"/>
            <a:pathLst>
              <a:path w="228600" h="1219200">
                <a:moveTo>
                  <a:pt x="228600" y="1104900"/>
                </a:moveTo>
                <a:lnTo>
                  <a:pt x="0" y="1104900"/>
                </a:lnTo>
                <a:lnTo>
                  <a:pt x="114300" y="1219200"/>
                </a:lnTo>
                <a:lnTo>
                  <a:pt x="228600" y="1104900"/>
                </a:lnTo>
                <a:close/>
              </a:path>
              <a:path w="228600" h="1219200">
                <a:moveTo>
                  <a:pt x="177800" y="0"/>
                </a:moveTo>
                <a:lnTo>
                  <a:pt x="63500" y="0"/>
                </a:lnTo>
                <a:lnTo>
                  <a:pt x="63500" y="1104900"/>
                </a:lnTo>
                <a:lnTo>
                  <a:pt x="177800" y="1104900"/>
                </a:lnTo>
                <a:lnTo>
                  <a:pt x="177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04300" y="4089400"/>
            <a:ext cx="266700" cy="1231900"/>
          </a:xfrm>
          <a:custGeom>
            <a:avLst/>
            <a:gdLst/>
            <a:ahLst/>
            <a:cxnLst/>
            <a:rect l="l" t="t" r="r" b="b"/>
            <a:pathLst>
              <a:path w="266700" h="1231900">
                <a:moveTo>
                  <a:pt x="25400" y="1104900"/>
                </a:moveTo>
                <a:lnTo>
                  <a:pt x="12700" y="1117600"/>
                </a:lnTo>
                <a:lnTo>
                  <a:pt x="127000" y="1231900"/>
                </a:lnTo>
                <a:lnTo>
                  <a:pt x="140970" y="1219200"/>
                </a:lnTo>
                <a:lnTo>
                  <a:pt x="127000" y="1219200"/>
                </a:lnTo>
                <a:lnTo>
                  <a:pt x="133350" y="1212850"/>
                </a:lnTo>
                <a:lnTo>
                  <a:pt x="25400" y="1104900"/>
                </a:lnTo>
                <a:close/>
              </a:path>
              <a:path w="266700" h="1231900">
                <a:moveTo>
                  <a:pt x="133350" y="1212850"/>
                </a:moveTo>
                <a:lnTo>
                  <a:pt x="127000" y="1219200"/>
                </a:lnTo>
                <a:lnTo>
                  <a:pt x="139700" y="1219200"/>
                </a:lnTo>
                <a:lnTo>
                  <a:pt x="133350" y="1212850"/>
                </a:lnTo>
                <a:close/>
              </a:path>
              <a:path w="266700" h="1231900">
                <a:moveTo>
                  <a:pt x="241300" y="1104900"/>
                </a:moveTo>
                <a:lnTo>
                  <a:pt x="133350" y="1212850"/>
                </a:lnTo>
                <a:lnTo>
                  <a:pt x="139700" y="1219200"/>
                </a:lnTo>
                <a:lnTo>
                  <a:pt x="140970" y="1219200"/>
                </a:lnTo>
                <a:lnTo>
                  <a:pt x="252729" y="1117600"/>
                </a:lnTo>
                <a:lnTo>
                  <a:pt x="241300" y="1117600"/>
                </a:lnTo>
                <a:lnTo>
                  <a:pt x="241300" y="1104900"/>
                </a:lnTo>
                <a:close/>
              </a:path>
              <a:path w="266700" h="1231900">
                <a:moveTo>
                  <a:pt x="25400" y="1104900"/>
                </a:moveTo>
                <a:lnTo>
                  <a:pt x="0" y="1104900"/>
                </a:lnTo>
                <a:lnTo>
                  <a:pt x="12700" y="1117600"/>
                </a:lnTo>
                <a:lnTo>
                  <a:pt x="25400" y="1104900"/>
                </a:lnTo>
                <a:close/>
              </a:path>
              <a:path w="266700" h="1231900">
                <a:moveTo>
                  <a:pt x="63500" y="1104900"/>
                </a:moveTo>
                <a:lnTo>
                  <a:pt x="25400" y="1104900"/>
                </a:lnTo>
                <a:lnTo>
                  <a:pt x="38100" y="1117600"/>
                </a:lnTo>
                <a:lnTo>
                  <a:pt x="63500" y="1117600"/>
                </a:lnTo>
                <a:lnTo>
                  <a:pt x="63500" y="1104900"/>
                </a:lnTo>
                <a:close/>
              </a:path>
              <a:path w="266700" h="1231900">
                <a:moveTo>
                  <a:pt x="190500" y="0"/>
                </a:moveTo>
                <a:lnTo>
                  <a:pt x="63500" y="0"/>
                </a:lnTo>
                <a:lnTo>
                  <a:pt x="63500" y="1117600"/>
                </a:lnTo>
                <a:lnTo>
                  <a:pt x="76200" y="1104900"/>
                </a:lnTo>
                <a:lnTo>
                  <a:pt x="76200" y="12700"/>
                </a:lnTo>
                <a:lnTo>
                  <a:pt x="190500" y="12700"/>
                </a:lnTo>
                <a:lnTo>
                  <a:pt x="190500" y="0"/>
                </a:lnTo>
                <a:close/>
              </a:path>
              <a:path w="266700" h="1231900">
                <a:moveTo>
                  <a:pt x="76200" y="1104900"/>
                </a:moveTo>
                <a:lnTo>
                  <a:pt x="63500" y="1117600"/>
                </a:lnTo>
                <a:lnTo>
                  <a:pt x="76200" y="1117600"/>
                </a:lnTo>
                <a:lnTo>
                  <a:pt x="76200" y="1104900"/>
                </a:lnTo>
                <a:close/>
              </a:path>
              <a:path w="266700" h="1231900">
                <a:moveTo>
                  <a:pt x="190500" y="12700"/>
                </a:moveTo>
                <a:lnTo>
                  <a:pt x="177800" y="12700"/>
                </a:lnTo>
                <a:lnTo>
                  <a:pt x="177800" y="1117600"/>
                </a:lnTo>
                <a:lnTo>
                  <a:pt x="190500" y="1117600"/>
                </a:lnTo>
                <a:lnTo>
                  <a:pt x="190500" y="12700"/>
                </a:lnTo>
                <a:close/>
              </a:path>
              <a:path w="266700" h="1231900">
                <a:moveTo>
                  <a:pt x="241300" y="1104900"/>
                </a:moveTo>
                <a:lnTo>
                  <a:pt x="190500" y="1104900"/>
                </a:lnTo>
                <a:lnTo>
                  <a:pt x="190500" y="1117600"/>
                </a:lnTo>
                <a:lnTo>
                  <a:pt x="228600" y="1117600"/>
                </a:lnTo>
                <a:lnTo>
                  <a:pt x="241300" y="1104900"/>
                </a:lnTo>
                <a:close/>
              </a:path>
              <a:path w="266700" h="1231900">
                <a:moveTo>
                  <a:pt x="266700" y="1104900"/>
                </a:moveTo>
                <a:lnTo>
                  <a:pt x="241300" y="1104900"/>
                </a:lnTo>
                <a:lnTo>
                  <a:pt x="241300" y="1117600"/>
                </a:lnTo>
                <a:lnTo>
                  <a:pt x="252729" y="1117600"/>
                </a:lnTo>
                <a:lnTo>
                  <a:pt x="266700" y="11049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9192" y="965399"/>
            <a:ext cx="7955915" cy="25927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00"/>
              </a:lnSpc>
              <a:spcBef>
                <a:spcPts val="39"/>
              </a:spcBef>
            </a:pPr>
            <a:endParaRPr sz="3800" dirty="0"/>
          </a:p>
          <a:p>
            <a:pPr marL="12700" marR="224154">
              <a:lnSpc>
                <a:spcPct val="100699"/>
              </a:lnSpc>
            </a:pP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dirty="0">
                <a:latin typeface="Arial"/>
                <a:cs typeface="Arial"/>
              </a:rPr>
              <a:t>уюся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dirty="0">
                <a:latin typeface="Arial"/>
                <a:cs typeface="Arial"/>
              </a:rPr>
              <a:t>ую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сти</a:t>
            </a:r>
          </a:p>
          <a:p>
            <a:pPr marL="355600" marR="6350" indent="-3429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р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80" dirty="0">
                <a:latin typeface="Arial"/>
                <a:cs typeface="Arial"/>
              </a:rPr>
              <a:t>з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85" dirty="0">
                <a:latin typeface="Arial"/>
                <a:cs typeface="Arial"/>
              </a:rPr>
              <a:t>р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1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marL="355600" marR="9779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ую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)</a:t>
            </a:r>
          </a:p>
        </p:txBody>
      </p:sp>
      <p:sp>
        <p:nvSpPr>
          <p:cNvPr id="14" name="object 14"/>
          <p:cNvSpPr/>
          <p:nvPr/>
        </p:nvSpPr>
        <p:spPr>
          <a:xfrm>
            <a:off x="2146300" y="5003800"/>
            <a:ext cx="5981700" cy="723900"/>
          </a:xfrm>
          <a:custGeom>
            <a:avLst/>
            <a:gdLst/>
            <a:ahLst/>
            <a:cxnLst/>
            <a:rect l="l" t="t" r="r" b="b"/>
            <a:pathLst>
              <a:path w="5981700" h="723900">
                <a:moveTo>
                  <a:pt x="0" y="723900"/>
                </a:moveTo>
                <a:lnTo>
                  <a:pt x="5981700" y="723900"/>
                </a:lnTo>
                <a:lnTo>
                  <a:pt x="5981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46300" y="5003800"/>
            <a:ext cx="5981700" cy="736600"/>
          </a:xfrm>
          <a:custGeom>
            <a:avLst/>
            <a:gdLst/>
            <a:ahLst/>
            <a:cxnLst/>
            <a:rect l="l" t="t" r="r" b="b"/>
            <a:pathLst>
              <a:path w="5981700" h="736600">
                <a:moveTo>
                  <a:pt x="12700" y="0"/>
                </a:moveTo>
                <a:lnTo>
                  <a:pt x="0" y="12700"/>
                </a:lnTo>
                <a:lnTo>
                  <a:pt x="0" y="736600"/>
                </a:lnTo>
                <a:lnTo>
                  <a:pt x="5981700" y="736600"/>
                </a:lnTo>
                <a:lnTo>
                  <a:pt x="5981700" y="723900"/>
                </a:lnTo>
                <a:lnTo>
                  <a:pt x="12700" y="723900"/>
                </a:lnTo>
                <a:lnTo>
                  <a:pt x="12700" y="0"/>
                </a:lnTo>
                <a:close/>
              </a:path>
              <a:path w="5981700" h="736600">
                <a:moveTo>
                  <a:pt x="5969000" y="0"/>
                </a:moveTo>
                <a:lnTo>
                  <a:pt x="5969000" y="723900"/>
                </a:lnTo>
                <a:lnTo>
                  <a:pt x="5981700" y="723900"/>
                </a:lnTo>
                <a:lnTo>
                  <a:pt x="5981700" y="12700"/>
                </a:lnTo>
                <a:lnTo>
                  <a:pt x="5969000" y="0"/>
                </a:lnTo>
                <a:close/>
              </a:path>
              <a:path w="5981700" h="7366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5981700" h="736600">
                <a:moveTo>
                  <a:pt x="59690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5969000" y="12700"/>
                </a:lnTo>
                <a:lnTo>
                  <a:pt x="5969000" y="0"/>
                </a:lnTo>
                <a:close/>
              </a:path>
              <a:path w="5981700" h="736600">
                <a:moveTo>
                  <a:pt x="5981700" y="0"/>
                </a:moveTo>
                <a:lnTo>
                  <a:pt x="5969000" y="0"/>
                </a:lnTo>
                <a:lnTo>
                  <a:pt x="5981700" y="12700"/>
                </a:lnTo>
                <a:lnTo>
                  <a:pt x="5981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35500" y="4997450"/>
            <a:ext cx="1553845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95"/>
              </a:lnSpc>
              <a:tabLst>
                <a:tab pos="1383665" algn="l"/>
              </a:tabLst>
            </a:pPr>
            <a:r>
              <a:rPr sz="2600" spc="10" dirty="0">
                <a:latin typeface="Symbol"/>
                <a:cs typeface="Symbol"/>
              </a:rPr>
              <a:t></a:t>
            </a:r>
            <a:r>
              <a:rPr sz="2600" spc="-195" dirty="0">
                <a:latin typeface="Times New Roman"/>
                <a:cs typeface="Times New Roman"/>
              </a:rPr>
              <a:t> </a:t>
            </a:r>
            <a:r>
              <a:rPr sz="3450" spc="-570" dirty="0">
                <a:latin typeface="Symbol"/>
                <a:cs typeface="Symbol"/>
              </a:rPr>
              <a:t></a:t>
            </a:r>
            <a:r>
              <a:rPr sz="2600" i="1" spc="10" dirty="0">
                <a:latin typeface="Times New Roman"/>
                <a:cs typeface="Times New Roman"/>
              </a:rPr>
              <a:t>x</a:t>
            </a:r>
            <a:r>
              <a:rPr sz="2600" i="1" spc="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,</a:t>
            </a:r>
            <a:r>
              <a:rPr sz="2600" spc="45" dirty="0">
                <a:latin typeface="Times New Roman"/>
                <a:cs typeface="Times New Roman"/>
              </a:rPr>
              <a:t>.</a:t>
            </a:r>
            <a:r>
              <a:rPr sz="2600" spc="-55" dirty="0">
                <a:latin typeface="Times New Roman"/>
                <a:cs typeface="Times New Roman"/>
              </a:rPr>
              <a:t>.</a:t>
            </a:r>
            <a:r>
              <a:rPr sz="2600" spc="45" dirty="0">
                <a:latin typeface="Times New Roman"/>
                <a:cs typeface="Times New Roman"/>
              </a:rPr>
              <a:t>.</a:t>
            </a:r>
            <a:r>
              <a:rPr sz="2600" spc="5" dirty="0">
                <a:latin typeface="Times New Roman"/>
                <a:cs typeface="Times New Roman"/>
              </a:rPr>
              <a:t>,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i="1" spc="10" dirty="0">
                <a:latin typeface="Times New Roman"/>
                <a:cs typeface="Times New Roman"/>
              </a:rPr>
              <a:t>x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3450" spc="-434" dirty="0">
                <a:latin typeface="Symbol"/>
                <a:cs typeface="Symbol"/>
              </a:rPr>
              <a:t></a:t>
            </a:r>
            <a:endParaRPr sz="3450">
              <a:latin typeface="Symbol"/>
              <a:cs typeface="Symbol"/>
            </a:endParaRPr>
          </a:p>
          <a:p>
            <a:pPr marL="520700">
              <a:lnSpc>
                <a:spcPts val="1055"/>
              </a:lnSpc>
              <a:tabLst>
                <a:tab pos="1256665" algn="l"/>
              </a:tabLst>
            </a:pPr>
            <a:r>
              <a:rPr sz="1500" spc="15" dirty="0">
                <a:latin typeface="Times New Roman"/>
                <a:cs typeface="Times New Roman"/>
              </a:rPr>
              <a:t>1	</a:t>
            </a:r>
            <a:r>
              <a:rPr sz="1500" i="1" spc="10" dirty="0">
                <a:latin typeface="Times New Roman"/>
                <a:cs typeface="Times New Roman"/>
              </a:rPr>
              <a:t>k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2900" y="4965700"/>
            <a:ext cx="379095" cy="547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i="1" spc="22" baseline="-23504" dirty="0">
                <a:latin typeface="Times New Roman"/>
                <a:cs typeface="Times New Roman"/>
              </a:rPr>
              <a:t>X</a:t>
            </a:r>
            <a:r>
              <a:rPr sz="3900" i="1" spc="-232" baseline="-23504" dirty="0">
                <a:latin typeface="Times New Roman"/>
                <a:cs typeface="Times New Roman"/>
              </a:rPr>
              <a:t> </a:t>
            </a:r>
            <a:r>
              <a:rPr sz="1500" i="1" spc="10" dirty="0">
                <a:latin typeface="Times New Roman"/>
                <a:cs typeface="Times New Roman"/>
              </a:rPr>
              <a:t>k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46300" y="6019800"/>
            <a:ext cx="1003300" cy="12700"/>
          </a:xfrm>
          <a:custGeom>
            <a:avLst/>
            <a:gdLst/>
            <a:ahLst/>
            <a:cxnLst/>
            <a:rect l="l" t="t" r="r" b="b"/>
            <a:pathLst>
              <a:path w="1003300" h="12700">
                <a:moveTo>
                  <a:pt x="0" y="12700"/>
                </a:moveTo>
                <a:lnTo>
                  <a:pt x="1003300" y="12700"/>
                </a:lnTo>
                <a:lnTo>
                  <a:pt x="1003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46300" y="6007100"/>
            <a:ext cx="1016000" cy="736600"/>
          </a:xfrm>
          <a:custGeom>
            <a:avLst/>
            <a:gdLst/>
            <a:ahLst/>
            <a:cxnLst/>
            <a:rect l="l" t="t" r="r" b="b"/>
            <a:pathLst>
              <a:path w="10160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1016000" h="736600">
                <a:moveTo>
                  <a:pt x="10160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1016000" y="12700"/>
                </a:lnTo>
                <a:lnTo>
                  <a:pt x="1016000" y="0"/>
                </a:lnTo>
                <a:close/>
              </a:path>
              <a:path w="1016000" h="736600">
                <a:moveTo>
                  <a:pt x="10033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1003300" y="736600"/>
                </a:lnTo>
                <a:lnTo>
                  <a:pt x="1003300" y="723900"/>
                </a:lnTo>
                <a:close/>
              </a:path>
              <a:path w="1016000" h="736600">
                <a:moveTo>
                  <a:pt x="1016000" y="12700"/>
                </a:moveTo>
                <a:lnTo>
                  <a:pt x="1003300" y="12700"/>
                </a:lnTo>
                <a:lnTo>
                  <a:pt x="1003300" y="736600"/>
                </a:lnTo>
                <a:lnTo>
                  <a:pt x="1016000" y="736600"/>
                </a:lnTo>
                <a:lnTo>
                  <a:pt x="10160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94300" y="6007100"/>
            <a:ext cx="2933700" cy="736600"/>
          </a:xfrm>
          <a:custGeom>
            <a:avLst/>
            <a:gdLst/>
            <a:ahLst/>
            <a:cxnLst/>
            <a:rect l="l" t="t" r="r" b="b"/>
            <a:pathLst>
              <a:path w="29337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2933700" h="736600">
                <a:moveTo>
                  <a:pt x="29337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2933700" y="12700"/>
                </a:lnTo>
                <a:lnTo>
                  <a:pt x="2933700" y="0"/>
                </a:lnTo>
                <a:close/>
              </a:path>
              <a:path w="2933700" h="736600">
                <a:moveTo>
                  <a:pt x="29210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2921000" y="736600"/>
                </a:lnTo>
                <a:lnTo>
                  <a:pt x="2921000" y="723900"/>
                </a:lnTo>
                <a:close/>
              </a:path>
              <a:path w="2933700" h="736600">
                <a:moveTo>
                  <a:pt x="2933700" y="12700"/>
                </a:moveTo>
                <a:lnTo>
                  <a:pt x="2921000" y="12700"/>
                </a:lnTo>
                <a:lnTo>
                  <a:pt x="2921000" y="736600"/>
                </a:lnTo>
                <a:lnTo>
                  <a:pt x="2933700" y="723900"/>
                </a:lnTo>
                <a:lnTo>
                  <a:pt x="2933700" y="12700"/>
                </a:lnTo>
                <a:close/>
              </a:path>
              <a:path w="2933700" h="736600">
                <a:moveTo>
                  <a:pt x="2933700" y="723900"/>
                </a:moveTo>
                <a:lnTo>
                  <a:pt x="2921000" y="736600"/>
                </a:lnTo>
                <a:lnTo>
                  <a:pt x="2933700" y="736600"/>
                </a:lnTo>
                <a:lnTo>
                  <a:pt x="29337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32200" y="57404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25400" y="215900"/>
                </a:moveTo>
                <a:lnTo>
                  <a:pt x="0" y="215900"/>
                </a:lnTo>
                <a:lnTo>
                  <a:pt x="38100" y="292100"/>
                </a:lnTo>
                <a:lnTo>
                  <a:pt x="69850" y="228600"/>
                </a:lnTo>
                <a:lnTo>
                  <a:pt x="25400" y="228600"/>
                </a:lnTo>
                <a:lnTo>
                  <a:pt x="25400" y="215900"/>
                </a:lnTo>
                <a:close/>
              </a:path>
              <a:path w="76200" h="292100">
                <a:moveTo>
                  <a:pt x="38100" y="0"/>
                </a:moveTo>
                <a:lnTo>
                  <a:pt x="25400" y="0"/>
                </a:lnTo>
                <a:lnTo>
                  <a:pt x="25400" y="228600"/>
                </a:lnTo>
                <a:lnTo>
                  <a:pt x="38100" y="228600"/>
                </a:lnTo>
                <a:lnTo>
                  <a:pt x="38100" y="0"/>
                </a:lnTo>
                <a:close/>
              </a:path>
              <a:path w="76200" h="292100">
                <a:moveTo>
                  <a:pt x="76200" y="215900"/>
                </a:moveTo>
                <a:lnTo>
                  <a:pt x="38100" y="215900"/>
                </a:lnTo>
                <a:lnTo>
                  <a:pt x="38100" y="228600"/>
                </a:lnTo>
                <a:lnTo>
                  <a:pt x="69850" y="228600"/>
                </a:lnTo>
                <a:lnTo>
                  <a:pt x="76200" y="21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75400" y="57277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38100" y="215900"/>
                </a:moveTo>
                <a:lnTo>
                  <a:pt x="0" y="215900"/>
                </a:lnTo>
                <a:lnTo>
                  <a:pt x="38100" y="292100"/>
                </a:lnTo>
                <a:lnTo>
                  <a:pt x="69850" y="228600"/>
                </a:lnTo>
                <a:lnTo>
                  <a:pt x="38100" y="228600"/>
                </a:lnTo>
                <a:lnTo>
                  <a:pt x="38100" y="215900"/>
                </a:lnTo>
                <a:close/>
              </a:path>
              <a:path w="76200" h="292100">
                <a:moveTo>
                  <a:pt x="5080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50800" y="228600"/>
                </a:lnTo>
                <a:lnTo>
                  <a:pt x="50800" y="0"/>
                </a:lnTo>
                <a:close/>
              </a:path>
              <a:path w="76200" h="292100">
                <a:moveTo>
                  <a:pt x="76200" y="215900"/>
                </a:moveTo>
                <a:lnTo>
                  <a:pt x="50800" y="215900"/>
                </a:lnTo>
                <a:lnTo>
                  <a:pt x="50800" y="228600"/>
                </a:lnTo>
                <a:lnTo>
                  <a:pt x="69850" y="228600"/>
                </a:lnTo>
                <a:lnTo>
                  <a:pt x="76200" y="21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94300" y="6019800"/>
            <a:ext cx="2933700" cy="723900"/>
          </a:xfrm>
          <a:custGeom>
            <a:avLst/>
            <a:gdLst/>
            <a:ahLst/>
            <a:cxnLst/>
            <a:rect l="l" t="t" r="r" b="b"/>
            <a:pathLst>
              <a:path w="2933700" h="723900">
                <a:moveTo>
                  <a:pt x="0" y="723900"/>
                </a:moveTo>
                <a:lnTo>
                  <a:pt x="2933700" y="723900"/>
                </a:lnTo>
                <a:lnTo>
                  <a:pt x="2933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94300" y="6007100"/>
            <a:ext cx="2933700" cy="736600"/>
          </a:xfrm>
          <a:custGeom>
            <a:avLst/>
            <a:gdLst/>
            <a:ahLst/>
            <a:cxnLst/>
            <a:rect l="l" t="t" r="r" b="b"/>
            <a:pathLst>
              <a:path w="29337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2933700" h="736600">
                <a:moveTo>
                  <a:pt x="29337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2933700" y="12700"/>
                </a:lnTo>
                <a:lnTo>
                  <a:pt x="2933700" y="0"/>
                </a:lnTo>
                <a:close/>
              </a:path>
              <a:path w="2933700" h="736600">
                <a:moveTo>
                  <a:pt x="29210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2921000" y="736600"/>
                </a:lnTo>
                <a:lnTo>
                  <a:pt x="2921000" y="723900"/>
                </a:lnTo>
                <a:close/>
              </a:path>
              <a:path w="2933700" h="736600">
                <a:moveTo>
                  <a:pt x="2933700" y="12700"/>
                </a:moveTo>
                <a:lnTo>
                  <a:pt x="2921000" y="12700"/>
                </a:lnTo>
                <a:lnTo>
                  <a:pt x="2921000" y="736600"/>
                </a:lnTo>
                <a:lnTo>
                  <a:pt x="2933700" y="723900"/>
                </a:lnTo>
                <a:lnTo>
                  <a:pt x="2933700" y="12700"/>
                </a:lnTo>
                <a:close/>
              </a:path>
              <a:path w="2933700" h="736600">
                <a:moveTo>
                  <a:pt x="2933700" y="723900"/>
                </a:moveTo>
                <a:lnTo>
                  <a:pt x="2921000" y="736600"/>
                </a:lnTo>
                <a:lnTo>
                  <a:pt x="2933700" y="736600"/>
                </a:lnTo>
                <a:lnTo>
                  <a:pt x="29337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46300" y="6032500"/>
            <a:ext cx="2984500" cy="711200"/>
          </a:xfrm>
          <a:custGeom>
            <a:avLst/>
            <a:gdLst/>
            <a:ahLst/>
            <a:cxnLst/>
            <a:rect l="l" t="t" r="r" b="b"/>
            <a:pathLst>
              <a:path w="2984500" h="711200">
                <a:moveTo>
                  <a:pt x="0" y="711200"/>
                </a:moveTo>
                <a:lnTo>
                  <a:pt x="2984500" y="711200"/>
                </a:lnTo>
                <a:lnTo>
                  <a:pt x="29845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46300" y="6750050"/>
            <a:ext cx="2997200" cy="0"/>
          </a:xfrm>
          <a:custGeom>
            <a:avLst/>
            <a:gdLst/>
            <a:ahLst/>
            <a:cxnLst/>
            <a:rect l="l" t="t" r="r" b="b"/>
            <a:pathLst>
              <a:path w="2997200">
                <a:moveTo>
                  <a:pt x="0" y="0"/>
                </a:moveTo>
                <a:lnTo>
                  <a:pt x="29972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52650" y="6032500"/>
            <a:ext cx="0" cy="711200"/>
          </a:xfrm>
          <a:custGeom>
            <a:avLst/>
            <a:gdLst/>
            <a:ahLst/>
            <a:cxnLst/>
            <a:rect l="l" t="t" r="r" b="b"/>
            <a:pathLst>
              <a:path h="711200">
                <a:moveTo>
                  <a:pt x="0" y="0"/>
                </a:moveTo>
                <a:lnTo>
                  <a:pt x="0" y="711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46300" y="6026150"/>
            <a:ext cx="2997200" cy="0"/>
          </a:xfrm>
          <a:custGeom>
            <a:avLst/>
            <a:gdLst/>
            <a:ahLst/>
            <a:cxnLst/>
            <a:rect l="l" t="t" r="r" b="b"/>
            <a:pathLst>
              <a:path w="2997200">
                <a:moveTo>
                  <a:pt x="0" y="0"/>
                </a:moveTo>
                <a:lnTo>
                  <a:pt x="29972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37150" y="6032500"/>
            <a:ext cx="0" cy="711200"/>
          </a:xfrm>
          <a:custGeom>
            <a:avLst/>
            <a:gdLst/>
            <a:ahLst/>
            <a:cxnLst/>
            <a:rect l="l" t="t" r="r" b="b"/>
            <a:pathLst>
              <a:path h="711200">
                <a:moveTo>
                  <a:pt x="0" y="0"/>
                </a:moveTo>
                <a:lnTo>
                  <a:pt x="0" y="711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248400" y="6038850"/>
            <a:ext cx="386080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25" i="1" spc="-30" baseline="-26143" dirty="0">
                <a:latin typeface="Times New Roman"/>
                <a:cs typeface="Times New Roman"/>
              </a:rPr>
              <a:t>X</a:t>
            </a:r>
            <a:r>
              <a:rPr sz="3825" i="1" spc="-135" baseline="-26143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33800" y="6076950"/>
            <a:ext cx="346075" cy="525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75" i="1" baseline="-24943" dirty="0">
                <a:latin typeface="Times New Roman"/>
                <a:cs typeface="Times New Roman"/>
              </a:rPr>
              <a:t>X</a:t>
            </a:r>
            <a:r>
              <a:rPr sz="3675" i="1" spc="-487" baseline="-24943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241300" y="264597"/>
            <a:ext cx="102107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300" algn="ctr">
              <a:lnSpc>
                <a:spcPct val="100000"/>
              </a:lnSpc>
            </a:pPr>
            <a:r>
              <a:rPr lang="uk-UA" sz="3600" b="1" spc="-35" dirty="0" err="1">
                <a:solidFill>
                  <a:schemeClr val="bg1"/>
                </a:solidFill>
                <a:latin typeface="Arial"/>
                <a:cs typeface="Arial"/>
              </a:rPr>
              <a:t>У</a:t>
            </a:r>
            <a:r>
              <a:rPr lang="uk-UA" sz="3600" b="1" spc="30" dirty="0" err="1">
                <a:solidFill>
                  <a:schemeClr val="bg1"/>
                </a:solidFill>
                <a:latin typeface="Arial"/>
                <a:cs typeface="Arial"/>
              </a:rPr>
              <a:t>д</a:t>
            </a:r>
            <a:r>
              <a:rPr lang="uk-UA" sz="3600" b="1" spc="-80" dirty="0" err="1">
                <a:solidFill>
                  <a:schemeClr val="bg1"/>
                </a:solidFill>
                <a:latin typeface="Arial"/>
                <a:cs typeface="Arial"/>
              </a:rPr>
              <a:t>ер</a:t>
            </a:r>
            <a:r>
              <a:rPr lang="uk-UA" sz="3600" b="1" spc="55" dirty="0" err="1">
                <a:solidFill>
                  <a:schemeClr val="bg1"/>
                </a:solidFill>
                <a:latin typeface="Arial"/>
                <a:cs typeface="Arial"/>
              </a:rPr>
              <a:t>ж</a:t>
            </a:r>
            <a:r>
              <a:rPr lang="uk-UA" sz="36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lang="uk-UA" sz="3600" b="1" spc="-100" dirty="0" err="1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lang="uk-UA" sz="3600" b="1" spc="-80" dirty="0" err="1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lang="uk-UA" sz="3600" b="1" spc="30" dirty="0" err="1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lang="uk-UA" sz="36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lang="uk-UA" sz="3600" b="1" dirty="0" err="1">
                <a:solidFill>
                  <a:schemeClr val="bg1"/>
                </a:solidFill>
                <a:latin typeface="Arial"/>
                <a:cs typeface="Arial"/>
              </a:rPr>
              <a:t>е</a:t>
            </a:r>
            <a:endParaRPr lang="uk-UA" sz="3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58" y="3669320"/>
            <a:ext cx="8020081" cy="12465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325755"/>
            <a:ext cx="106934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600" b="1" spc="-10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600" b="1" spc="-100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600" b="1" spc="-80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600" b="1" spc="5" dirty="0">
                <a:solidFill>
                  <a:schemeClr val="bg1"/>
                </a:solidFill>
                <a:latin typeface="Arial"/>
                <a:cs typeface="Arial"/>
              </a:rPr>
              <a:t>й</a:t>
            </a:r>
            <a:r>
              <a:rPr sz="3600" b="1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600" b="1" spc="30" dirty="0">
                <a:solidFill>
                  <a:schemeClr val="bg1"/>
                </a:solidFill>
                <a:latin typeface="Arial"/>
                <a:cs typeface="Arial"/>
              </a:rPr>
              <a:t>т</a:t>
            </a:r>
            <a:r>
              <a:rPr sz="3600" b="1" spc="-100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600" b="1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600" b="1" spc="229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chemeClr val="bg1"/>
                </a:solidFill>
                <a:latin typeface="Arial"/>
                <a:cs typeface="Arial"/>
              </a:rPr>
              <a:t>«</a:t>
            </a:r>
            <a:r>
              <a:rPr sz="3600" b="1" spc="-100" dirty="0">
                <a:solidFill>
                  <a:schemeClr val="bg1"/>
                </a:solidFill>
                <a:latin typeface="Arial"/>
                <a:cs typeface="Arial"/>
              </a:rPr>
              <a:t>у</a:t>
            </a:r>
            <a:r>
              <a:rPr sz="3600" b="1" spc="30" dirty="0">
                <a:solidFill>
                  <a:schemeClr val="bg1"/>
                </a:solidFill>
                <a:latin typeface="Arial"/>
                <a:cs typeface="Arial"/>
              </a:rPr>
              <a:t>д</a:t>
            </a:r>
            <a:r>
              <a:rPr sz="3600" b="1" spc="-80" dirty="0">
                <a:solidFill>
                  <a:schemeClr val="bg1"/>
                </a:solidFill>
                <a:latin typeface="Arial"/>
                <a:cs typeface="Arial"/>
              </a:rPr>
              <a:t>ер</a:t>
            </a:r>
            <a:r>
              <a:rPr sz="3600" b="1" spc="55" dirty="0">
                <a:solidFill>
                  <a:schemeClr val="bg1"/>
                </a:solidFill>
                <a:latin typeface="Arial"/>
                <a:cs typeface="Arial"/>
              </a:rPr>
              <a:t>ж</a:t>
            </a:r>
            <a:r>
              <a:rPr sz="36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600" b="1" spc="-100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600" b="1" spc="-80" dirty="0">
                <a:solidFill>
                  <a:schemeClr val="bg1"/>
                </a:solidFill>
                <a:latin typeface="Arial"/>
                <a:cs typeface="Arial"/>
              </a:rPr>
              <a:t>а</a:t>
            </a:r>
            <a:r>
              <a:rPr sz="3600" b="1" spc="30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6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600" b="1" spc="-35" dirty="0">
                <a:solidFill>
                  <a:schemeClr val="bg1"/>
                </a:solidFill>
                <a:latin typeface="Arial"/>
                <a:cs typeface="Arial"/>
              </a:rPr>
              <a:t>я</a:t>
            </a:r>
            <a:r>
              <a:rPr sz="3600" b="1" dirty="0">
                <a:solidFill>
                  <a:schemeClr val="bg1"/>
                </a:solidFill>
                <a:latin typeface="Arial"/>
                <a:cs typeface="Arial"/>
              </a:rPr>
              <a:t>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100" y="1770379"/>
            <a:ext cx="4853304" cy="2056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403985" indent="-342900">
              <a:lnSpc>
                <a:spcPts val="2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15" dirty="0">
                <a:latin typeface="Arial"/>
                <a:cs typeface="Arial"/>
              </a:rPr>
              <a:t>Б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ся</a:t>
            </a:r>
          </a:p>
          <a:p>
            <a:pPr>
              <a:lnSpc>
                <a:spcPts val="3000"/>
              </a:lnSpc>
              <a:buFont typeface="Arial"/>
              <a:buChar char="•"/>
            </a:pPr>
            <a:endParaRPr sz="3000" dirty="0"/>
          </a:p>
          <a:p>
            <a:pPr marL="355600" marR="6350" indent="-342900">
              <a:lnSpc>
                <a:spcPct val="9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»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ут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оро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 с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</a:p>
        </p:txBody>
      </p:sp>
      <p:sp>
        <p:nvSpPr>
          <p:cNvPr id="4" name="object 4"/>
          <p:cNvSpPr/>
          <p:nvPr/>
        </p:nvSpPr>
        <p:spPr>
          <a:xfrm>
            <a:off x="5695950" y="2266950"/>
            <a:ext cx="3619500" cy="434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82000" y="6629400"/>
            <a:ext cx="11106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3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ь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8800" y="1727200"/>
            <a:ext cx="162052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15" dirty="0">
                <a:latin typeface="Arial"/>
                <a:cs typeface="Arial"/>
              </a:rPr>
              <a:t>О</a:t>
            </a:r>
            <a:r>
              <a:rPr sz="2800" spc="-204" dirty="0">
                <a:latin typeface="Arial"/>
                <a:cs typeface="Arial"/>
              </a:rPr>
              <a:t>б</a:t>
            </a:r>
            <a:r>
              <a:rPr sz="2800" spc="-100" dirty="0">
                <a:latin typeface="Arial"/>
                <a:cs typeface="Arial"/>
              </a:rPr>
              <a:t>у</a:t>
            </a:r>
            <a:r>
              <a:rPr sz="2800" spc="35" dirty="0">
                <a:latin typeface="Arial"/>
                <a:cs typeface="Arial"/>
              </a:rPr>
              <a:t>ч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-45" dirty="0">
                <a:latin typeface="Arial"/>
                <a:cs typeface="Arial"/>
              </a:rPr>
              <a:t>н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dirty="0">
                <a:latin typeface="Arial"/>
                <a:cs typeface="Arial"/>
              </a:rPr>
              <a:t>е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08100" y="5156200"/>
            <a:ext cx="4559300" cy="1308100"/>
          </a:xfrm>
          <a:custGeom>
            <a:avLst/>
            <a:gdLst/>
            <a:ahLst/>
            <a:cxnLst/>
            <a:rect l="l" t="t" r="r" b="b"/>
            <a:pathLst>
              <a:path w="3822700" h="1308100">
                <a:moveTo>
                  <a:pt x="3086100" y="0"/>
                </a:moveTo>
                <a:lnTo>
                  <a:pt x="0" y="0"/>
                </a:lnTo>
                <a:lnTo>
                  <a:pt x="0" y="1308100"/>
                </a:lnTo>
                <a:lnTo>
                  <a:pt x="3086100" y="1308100"/>
                </a:lnTo>
                <a:lnTo>
                  <a:pt x="3086100" y="546100"/>
                </a:lnTo>
                <a:lnTo>
                  <a:pt x="3822700" y="495300"/>
                </a:lnTo>
                <a:lnTo>
                  <a:pt x="3086100" y="228600"/>
                </a:lnTo>
                <a:lnTo>
                  <a:pt x="30861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36700" y="5194300"/>
            <a:ext cx="346900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70815">
              <a:lnSpc>
                <a:spcPct val="100000"/>
              </a:lnSpc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85" dirty="0" err="1">
                <a:latin typeface="Arial"/>
                <a:cs typeface="Arial"/>
              </a:rPr>
              <a:t>п</a:t>
            </a:r>
            <a:r>
              <a:rPr sz="2000" dirty="0" err="1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35" dirty="0" err="1" smtClean="0">
                <a:latin typeface="Arial"/>
                <a:cs typeface="Arial"/>
              </a:rPr>
              <a:t>в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spc="-105" dirty="0" err="1" smtClean="0">
                <a:latin typeface="Arial"/>
                <a:cs typeface="Arial"/>
              </a:rPr>
              <a:t>н</a:t>
            </a:r>
            <a:r>
              <a:rPr sz="2000" dirty="0" err="1" smtClean="0">
                <a:latin typeface="Arial"/>
                <a:cs typeface="Arial"/>
              </a:rPr>
              <a:t>е</a:t>
            </a:r>
            <a:r>
              <a:rPr lang="ru-RU" sz="2000" dirty="0" smtClean="0">
                <a:latin typeface="Arial"/>
                <a:cs typeface="Arial"/>
              </a:rPr>
              <a:t> </a:t>
            </a:r>
            <a:r>
              <a:rPr sz="2000" spc="20" dirty="0" err="1" smtClean="0">
                <a:latin typeface="Arial"/>
                <a:cs typeface="Arial"/>
              </a:rPr>
              <a:t>к</a:t>
            </a:r>
            <a:r>
              <a:rPr sz="2000" spc="-65" dirty="0" err="1" smtClean="0">
                <a:latin typeface="Arial"/>
                <a:cs typeface="Arial"/>
              </a:rPr>
              <a:t>л</a:t>
            </a:r>
            <a:r>
              <a:rPr sz="2000" spc="-15" dirty="0" err="1" smtClean="0">
                <a:latin typeface="Arial"/>
                <a:cs typeface="Arial"/>
              </a:rPr>
              <a:t>а</a:t>
            </a:r>
            <a:r>
              <a:rPr sz="2000" dirty="0" err="1" smtClean="0">
                <a:latin typeface="Arial"/>
                <a:cs typeface="Arial"/>
              </a:rPr>
              <a:t>сс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spc="-45" dirty="0" err="1" smtClean="0">
                <a:latin typeface="Arial"/>
                <a:cs typeface="Arial"/>
              </a:rPr>
              <a:t>ф</a:t>
            </a:r>
            <a:r>
              <a:rPr sz="2000" spc="-120" dirty="0" err="1" smtClean="0">
                <a:latin typeface="Arial"/>
                <a:cs typeface="Arial"/>
              </a:rPr>
              <a:t>и</a:t>
            </a:r>
            <a:r>
              <a:rPr sz="2000" spc="20" dirty="0" err="1" smtClean="0">
                <a:latin typeface="Arial"/>
                <a:cs typeface="Arial"/>
              </a:rPr>
              <a:t>к</a:t>
            </a:r>
            <a:r>
              <a:rPr sz="2000" spc="-15" dirty="0" err="1" smtClean="0">
                <a:latin typeface="Arial"/>
                <a:cs typeface="Arial"/>
              </a:rPr>
              <a:t>а</a:t>
            </a:r>
            <a:r>
              <a:rPr sz="2000" spc="-20" dirty="0" err="1" smtClean="0">
                <a:latin typeface="Arial"/>
                <a:cs typeface="Arial"/>
              </a:rPr>
              <a:t>т</a:t>
            </a:r>
            <a:r>
              <a:rPr sz="2000" spc="-15" dirty="0" err="1" smtClean="0">
                <a:latin typeface="Arial"/>
                <a:cs typeface="Arial"/>
              </a:rPr>
              <a:t>ора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069820"/>
            <a:ext cx="10286999" cy="1487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  <a:spcBef>
                <a:spcPts val="39"/>
              </a:spcBef>
            </a:pPr>
            <a:endParaRPr sz="2900" dirty="0"/>
          </a:p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 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dirty="0">
                <a:latin typeface="Arial"/>
                <a:cs typeface="Arial"/>
              </a:rPr>
              <a:t>ся</a:t>
            </a:r>
            <a:r>
              <a:rPr sz="2400" spc="229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й 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оо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45" dirty="0" err="1">
                <a:latin typeface="Arial"/>
                <a:cs typeface="Arial"/>
              </a:rPr>
              <a:t>и</a:t>
            </a:r>
            <a:r>
              <a:rPr sz="2400" dirty="0" err="1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 err="1" smtClean="0">
                <a:latin typeface="Arial"/>
                <a:cs typeface="Arial"/>
              </a:rPr>
              <a:t>н</a:t>
            </a:r>
            <a:r>
              <a:rPr sz="2400" spc="-45" dirty="0" err="1" smtClean="0">
                <a:latin typeface="Arial"/>
                <a:cs typeface="Arial"/>
              </a:rPr>
              <a:t>и</a:t>
            </a:r>
            <a:r>
              <a:rPr sz="2400" dirty="0" err="1" smtClean="0">
                <a:latin typeface="Arial"/>
                <a:cs typeface="Arial"/>
              </a:rPr>
              <a:t>х</a:t>
            </a:r>
            <a:r>
              <a:rPr lang="ru-RU" sz="2400" dirty="0" smtClean="0">
                <a:latin typeface="Arial"/>
                <a:cs typeface="Arial"/>
              </a:rPr>
              <a:t> </a:t>
            </a:r>
            <a:r>
              <a:rPr sz="2400" dirty="0" err="1" smtClean="0">
                <a:latin typeface="Arial"/>
                <a:cs typeface="Arial"/>
              </a:rPr>
              <a:t>для</a:t>
            </a:r>
            <a:r>
              <a:rPr sz="2400" spc="30" dirty="0" smtClean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ля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и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85741" y="74097"/>
            <a:ext cx="106076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algn="ctr">
              <a:lnSpc>
                <a:spcPct val="100000"/>
              </a:lnSpc>
            </a:pPr>
            <a:r>
              <a:rPr lang="uk-UA" sz="3600" b="1" spc="-10" dirty="0" err="1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lang="uk-UA" sz="3600" b="1" dirty="0" err="1">
                <a:solidFill>
                  <a:schemeClr val="bg1"/>
                </a:solidFill>
                <a:latin typeface="Arial"/>
                <a:cs typeface="Arial"/>
              </a:rPr>
              <a:t>к</a:t>
            </a:r>
            <a:r>
              <a:rPr lang="uk-UA" sz="3600" b="1" spc="-80" dirty="0" err="1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lang="uk-UA" sz="3600" b="1" spc="30" dirty="0" err="1">
                <a:solidFill>
                  <a:schemeClr val="bg1"/>
                </a:solidFill>
                <a:latin typeface="Arial"/>
                <a:cs typeface="Arial"/>
              </a:rPr>
              <a:t>льз</a:t>
            </a:r>
            <a:r>
              <a:rPr lang="uk-UA" sz="3600" b="1" spc="-35" dirty="0" err="1">
                <a:solidFill>
                  <a:schemeClr val="bg1"/>
                </a:solidFill>
                <a:latin typeface="Arial"/>
                <a:cs typeface="Arial"/>
              </a:rPr>
              <a:t>ящ</a:t>
            </a:r>
            <a:r>
              <a:rPr lang="uk-UA" sz="3600" b="1" spc="5" dirty="0" err="1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lang="uk-UA" sz="3600" b="1" dirty="0" err="1">
                <a:solidFill>
                  <a:schemeClr val="bg1"/>
                </a:solidFill>
                <a:latin typeface="Arial"/>
                <a:cs typeface="Arial"/>
              </a:rPr>
              <a:t>й</a:t>
            </a:r>
            <a:r>
              <a:rPr lang="uk-UA" sz="3600" b="1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uk-UA" sz="3600" b="1" dirty="0">
                <a:solidFill>
                  <a:schemeClr val="bg1"/>
                </a:solidFill>
                <a:latin typeface="Arial"/>
                <a:cs typeface="Arial"/>
              </a:rPr>
              <a:t>к</a:t>
            </a:r>
            <a:r>
              <a:rPr lang="uk-UA" sz="3600" b="1" spc="-80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lang="uk-UA" sz="3600" b="1" spc="30" dirty="0">
                <a:solidFill>
                  <a:schemeClr val="bg1"/>
                </a:solidFill>
                <a:latin typeface="Arial"/>
                <a:cs typeface="Arial"/>
              </a:rPr>
              <a:t>нт</a:t>
            </a:r>
            <a:r>
              <a:rPr lang="uk-UA" sz="3600" b="1" spc="-80" dirty="0">
                <a:solidFill>
                  <a:schemeClr val="bg1"/>
                </a:solidFill>
                <a:latin typeface="Arial"/>
                <a:cs typeface="Arial"/>
              </a:rPr>
              <a:t>ро</a:t>
            </a:r>
            <a:r>
              <a:rPr lang="uk-UA" sz="3600" b="1" spc="30" dirty="0">
                <a:solidFill>
                  <a:schemeClr val="bg1"/>
                </a:solidFill>
                <a:latin typeface="Arial"/>
                <a:cs typeface="Arial"/>
              </a:rPr>
              <a:t>л</a:t>
            </a:r>
            <a:r>
              <a:rPr lang="uk-UA" sz="3600" b="1" dirty="0">
                <a:solidFill>
                  <a:schemeClr val="bg1"/>
                </a:solidFill>
                <a:latin typeface="Arial"/>
                <a:cs typeface="Arial"/>
              </a:rPr>
              <a:t>ь</a:t>
            </a:r>
            <a:endParaRPr lang="uk-UA" sz="3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3168650"/>
            <a:ext cx="8534400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51484" y="284162"/>
            <a:ext cx="10241915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лл</a:t>
            </a:r>
            <a:r>
              <a:rPr b="1" dirty="0">
                <a:solidFill>
                  <a:schemeClr val="bg1"/>
                </a:solidFill>
                <a:latin typeface="+mn-lt"/>
              </a:rPr>
              <a:t>юс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</a:p>
        </p:txBody>
      </p:sp>
      <p:sp>
        <p:nvSpPr>
          <p:cNvPr id="3" name="object 3"/>
          <p:cNvSpPr/>
          <p:nvPr/>
        </p:nvSpPr>
        <p:spPr>
          <a:xfrm>
            <a:off x="2184400" y="1803400"/>
            <a:ext cx="5981700" cy="723900"/>
          </a:xfrm>
          <a:custGeom>
            <a:avLst/>
            <a:gdLst/>
            <a:ahLst/>
            <a:cxnLst/>
            <a:rect l="l" t="t" r="r" b="b"/>
            <a:pathLst>
              <a:path w="5981700" h="723900">
                <a:moveTo>
                  <a:pt x="0" y="723900"/>
                </a:moveTo>
                <a:lnTo>
                  <a:pt x="5981700" y="723900"/>
                </a:lnTo>
                <a:lnTo>
                  <a:pt x="5981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71700" y="1803400"/>
            <a:ext cx="5994400" cy="736600"/>
          </a:xfrm>
          <a:custGeom>
            <a:avLst/>
            <a:gdLst/>
            <a:ahLst/>
            <a:cxnLst/>
            <a:rect l="l" t="t" r="r" b="b"/>
            <a:pathLst>
              <a:path w="5994400" h="736600">
                <a:moveTo>
                  <a:pt x="12700" y="0"/>
                </a:moveTo>
                <a:lnTo>
                  <a:pt x="0" y="0"/>
                </a:lnTo>
                <a:lnTo>
                  <a:pt x="0" y="736600"/>
                </a:lnTo>
                <a:lnTo>
                  <a:pt x="5994400" y="736600"/>
                </a:lnTo>
                <a:lnTo>
                  <a:pt x="5994400" y="723900"/>
                </a:lnTo>
                <a:lnTo>
                  <a:pt x="12700" y="723900"/>
                </a:lnTo>
                <a:lnTo>
                  <a:pt x="12700" y="0"/>
                </a:lnTo>
                <a:close/>
              </a:path>
              <a:path w="5994400" h="736600">
                <a:moveTo>
                  <a:pt x="5981700" y="0"/>
                </a:moveTo>
                <a:lnTo>
                  <a:pt x="5981700" y="723900"/>
                </a:lnTo>
                <a:lnTo>
                  <a:pt x="5994400" y="723900"/>
                </a:lnTo>
                <a:lnTo>
                  <a:pt x="5994400" y="12700"/>
                </a:lnTo>
                <a:lnTo>
                  <a:pt x="5981700" y="0"/>
                </a:lnTo>
                <a:close/>
              </a:path>
              <a:path w="5994400" h="736600">
                <a:moveTo>
                  <a:pt x="59817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5981700" y="12700"/>
                </a:lnTo>
                <a:lnTo>
                  <a:pt x="5981700" y="0"/>
                </a:lnTo>
                <a:close/>
              </a:path>
              <a:path w="5994400" h="736600">
                <a:moveTo>
                  <a:pt x="5994400" y="0"/>
                </a:moveTo>
                <a:lnTo>
                  <a:pt x="5981700" y="0"/>
                </a:lnTo>
                <a:lnTo>
                  <a:pt x="5994400" y="12700"/>
                </a:lnTo>
                <a:lnTo>
                  <a:pt x="5994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73600" y="1797050"/>
            <a:ext cx="1540510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95"/>
              </a:lnSpc>
              <a:tabLst>
                <a:tab pos="1370965" algn="l"/>
              </a:tabLst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-185" dirty="0">
                <a:latin typeface="Times New Roman"/>
                <a:cs typeface="Times New Roman"/>
              </a:rPr>
              <a:t> </a:t>
            </a:r>
            <a:r>
              <a:rPr sz="3450" spc="-665" dirty="0">
                <a:latin typeface="Symbol"/>
                <a:cs typeface="Symbol"/>
              </a:rPr>
              <a:t></a:t>
            </a:r>
            <a:r>
              <a:rPr sz="2600" i="1" dirty="0">
                <a:latin typeface="Times New Roman"/>
                <a:cs typeface="Times New Roman"/>
              </a:rPr>
              <a:t>x</a:t>
            </a:r>
            <a:r>
              <a:rPr sz="2600" i="1" spc="90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,</a:t>
            </a:r>
            <a:r>
              <a:rPr sz="2600" spc="-55" dirty="0">
                <a:latin typeface="Times New Roman"/>
                <a:cs typeface="Times New Roman"/>
              </a:rPr>
              <a:t>.</a:t>
            </a:r>
            <a:r>
              <a:rPr sz="2600" spc="45" dirty="0">
                <a:latin typeface="Times New Roman"/>
                <a:cs typeface="Times New Roman"/>
              </a:rPr>
              <a:t>.</a:t>
            </a:r>
            <a:r>
              <a:rPr sz="2600" spc="-55" dirty="0">
                <a:latin typeface="Times New Roman"/>
                <a:cs typeface="Times New Roman"/>
              </a:rPr>
              <a:t>.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x	</a:t>
            </a:r>
            <a:r>
              <a:rPr sz="3450" spc="-434" dirty="0">
                <a:latin typeface="Symbol"/>
                <a:cs typeface="Symbol"/>
              </a:rPr>
              <a:t></a:t>
            </a:r>
            <a:endParaRPr sz="3450">
              <a:latin typeface="Symbol"/>
              <a:cs typeface="Symbol"/>
            </a:endParaRPr>
          </a:p>
          <a:p>
            <a:pPr marL="508000">
              <a:lnSpc>
                <a:spcPts val="1055"/>
              </a:lnSpc>
              <a:tabLst>
                <a:tab pos="1243965" algn="l"/>
              </a:tabLst>
            </a:pPr>
            <a:r>
              <a:rPr sz="1500" spc="5" dirty="0">
                <a:latin typeface="Times New Roman"/>
                <a:cs typeface="Times New Roman"/>
              </a:rPr>
              <a:t>1	</a:t>
            </a:r>
            <a:r>
              <a:rPr sz="1500" i="1" spc="5" dirty="0">
                <a:latin typeface="Times New Roman"/>
                <a:cs typeface="Times New Roman"/>
              </a:rPr>
              <a:t>k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1000" y="1765300"/>
            <a:ext cx="378460" cy="547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00" i="1" baseline="-23504" dirty="0">
                <a:latin typeface="Times New Roman"/>
                <a:cs typeface="Times New Roman"/>
              </a:rPr>
              <a:t>X</a:t>
            </a:r>
            <a:r>
              <a:rPr sz="3900" i="1" spc="-217" baseline="-23504" dirty="0">
                <a:latin typeface="Times New Roman"/>
                <a:cs typeface="Times New Roman"/>
              </a:rPr>
              <a:t> </a:t>
            </a:r>
            <a:r>
              <a:rPr sz="1500" i="1" spc="5" dirty="0">
                <a:latin typeface="Times New Roman"/>
                <a:cs typeface="Times New Roman"/>
              </a:rPr>
              <a:t>k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78050" y="28194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71700" y="281305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84400" y="3536950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3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94050" y="28194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03600" y="2806700"/>
            <a:ext cx="1016000" cy="736600"/>
          </a:xfrm>
          <a:custGeom>
            <a:avLst/>
            <a:gdLst/>
            <a:ahLst/>
            <a:cxnLst/>
            <a:rect l="l" t="t" r="r" b="b"/>
            <a:pathLst>
              <a:path w="10160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1016000" h="736600">
                <a:moveTo>
                  <a:pt x="10160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1016000" y="12700"/>
                </a:lnTo>
                <a:lnTo>
                  <a:pt x="1016000" y="0"/>
                </a:lnTo>
                <a:close/>
              </a:path>
              <a:path w="1016000" h="736600">
                <a:moveTo>
                  <a:pt x="10033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1003300" y="736600"/>
                </a:lnTo>
                <a:lnTo>
                  <a:pt x="1003300" y="723900"/>
                </a:lnTo>
                <a:close/>
              </a:path>
              <a:path w="1016000" h="736600">
                <a:moveTo>
                  <a:pt x="1016000" y="12700"/>
                </a:moveTo>
                <a:lnTo>
                  <a:pt x="1003300" y="12700"/>
                </a:lnTo>
                <a:lnTo>
                  <a:pt x="1003300" y="736600"/>
                </a:lnTo>
                <a:lnTo>
                  <a:pt x="1016000" y="723900"/>
                </a:lnTo>
                <a:lnTo>
                  <a:pt x="1016000" y="12700"/>
                </a:lnTo>
                <a:close/>
              </a:path>
              <a:path w="1016000" h="736600">
                <a:moveTo>
                  <a:pt x="1016000" y="723900"/>
                </a:moveTo>
                <a:lnTo>
                  <a:pt x="1003300" y="736600"/>
                </a:lnTo>
                <a:lnTo>
                  <a:pt x="1016000" y="736600"/>
                </a:lnTo>
                <a:lnTo>
                  <a:pt x="10160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29150" y="28194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22800" y="281305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35500" y="3536950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3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45150" y="28194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54700" y="2806700"/>
            <a:ext cx="1016000" cy="736600"/>
          </a:xfrm>
          <a:custGeom>
            <a:avLst/>
            <a:gdLst/>
            <a:ahLst/>
            <a:cxnLst/>
            <a:rect l="l" t="t" r="r" b="b"/>
            <a:pathLst>
              <a:path w="10160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1016000" h="736600">
                <a:moveTo>
                  <a:pt x="10160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1016000" y="12700"/>
                </a:lnTo>
                <a:lnTo>
                  <a:pt x="1016000" y="0"/>
                </a:lnTo>
                <a:close/>
              </a:path>
              <a:path w="1016000" h="736600">
                <a:moveTo>
                  <a:pt x="10033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1003300" y="736600"/>
                </a:lnTo>
                <a:lnTo>
                  <a:pt x="1003300" y="723900"/>
                </a:lnTo>
                <a:close/>
              </a:path>
              <a:path w="1016000" h="736600">
                <a:moveTo>
                  <a:pt x="1016000" y="12700"/>
                </a:moveTo>
                <a:lnTo>
                  <a:pt x="1003300" y="12700"/>
                </a:lnTo>
                <a:lnTo>
                  <a:pt x="1003300" y="736600"/>
                </a:lnTo>
                <a:lnTo>
                  <a:pt x="1016000" y="723900"/>
                </a:lnTo>
                <a:lnTo>
                  <a:pt x="1016000" y="12700"/>
                </a:lnTo>
                <a:close/>
              </a:path>
              <a:path w="1016000" h="736600">
                <a:moveTo>
                  <a:pt x="1016000" y="723900"/>
                </a:moveTo>
                <a:lnTo>
                  <a:pt x="1003300" y="736600"/>
                </a:lnTo>
                <a:lnTo>
                  <a:pt x="1016000" y="736600"/>
                </a:lnTo>
                <a:lnTo>
                  <a:pt x="10160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50100" y="2806700"/>
            <a:ext cx="1016000" cy="736600"/>
          </a:xfrm>
          <a:custGeom>
            <a:avLst/>
            <a:gdLst/>
            <a:ahLst/>
            <a:cxnLst/>
            <a:rect l="l" t="t" r="r" b="b"/>
            <a:pathLst>
              <a:path w="10160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1016000" h="736600">
                <a:moveTo>
                  <a:pt x="10160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1016000" y="12700"/>
                </a:lnTo>
                <a:lnTo>
                  <a:pt x="1016000" y="0"/>
                </a:lnTo>
                <a:close/>
              </a:path>
              <a:path w="1016000" h="736600">
                <a:moveTo>
                  <a:pt x="10033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1003300" y="736600"/>
                </a:lnTo>
                <a:lnTo>
                  <a:pt x="1003300" y="723900"/>
                </a:lnTo>
                <a:close/>
              </a:path>
              <a:path w="1016000" h="736600">
                <a:moveTo>
                  <a:pt x="1016000" y="12700"/>
                </a:moveTo>
                <a:lnTo>
                  <a:pt x="1003300" y="12700"/>
                </a:lnTo>
                <a:lnTo>
                  <a:pt x="1003300" y="736600"/>
                </a:lnTo>
                <a:lnTo>
                  <a:pt x="1016000" y="723900"/>
                </a:lnTo>
                <a:lnTo>
                  <a:pt x="1016000" y="12700"/>
                </a:lnTo>
                <a:close/>
              </a:path>
              <a:path w="1016000" h="736600">
                <a:moveTo>
                  <a:pt x="1016000" y="723900"/>
                </a:moveTo>
                <a:lnTo>
                  <a:pt x="1003300" y="736600"/>
                </a:lnTo>
                <a:lnTo>
                  <a:pt x="1016000" y="736600"/>
                </a:lnTo>
                <a:lnTo>
                  <a:pt x="10160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54300" y="25273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25400" y="215900"/>
                </a:moveTo>
                <a:lnTo>
                  <a:pt x="0" y="215900"/>
                </a:lnTo>
                <a:lnTo>
                  <a:pt x="38100" y="292100"/>
                </a:lnTo>
                <a:lnTo>
                  <a:pt x="69850" y="228600"/>
                </a:lnTo>
                <a:lnTo>
                  <a:pt x="25400" y="228600"/>
                </a:lnTo>
                <a:lnTo>
                  <a:pt x="25400" y="215900"/>
                </a:lnTo>
                <a:close/>
              </a:path>
              <a:path w="76200" h="292100">
                <a:moveTo>
                  <a:pt x="38100" y="0"/>
                </a:moveTo>
                <a:lnTo>
                  <a:pt x="25400" y="0"/>
                </a:lnTo>
                <a:lnTo>
                  <a:pt x="25400" y="228600"/>
                </a:lnTo>
                <a:lnTo>
                  <a:pt x="38100" y="228600"/>
                </a:lnTo>
                <a:lnTo>
                  <a:pt x="38100" y="0"/>
                </a:lnTo>
                <a:close/>
              </a:path>
              <a:path w="76200" h="292100">
                <a:moveTo>
                  <a:pt x="76200" y="215900"/>
                </a:moveTo>
                <a:lnTo>
                  <a:pt x="38100" y="215900"/>
                </a:lnTo>
                <a:lnTo>
                  <a:pt x="38100" y="228600"/>
                </a:lnTo>
                <a:lnTo>
                  <a:pt x="69850" y="228600"/>
                </a:lnTo>
                <a:lnTo>
                  <a:pt x="76200" y="21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73500" y="25273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38100" y="215900"/>
                </a:moveTo>
                <a:lnTo>
                  <a:pt x="0" y="215900"/>
                </a:lnTo>
                <a:lnTo>
                  <a:pt x="38100" y="292100"/>
                </a:lnTo>
                <a:lnTo>
                  <a:pt x="69850" y="228600"/>
                </a:lnTo>
                <a:lnTo>
                  <a:pt x="38100" y="228600"/>
                </a:lnTo>
                <a:lnTo>
                  <a:pt x="38100" y="215900"/>
                </a:lnTo>
                <a:close/>
              </a:path>
              <a:path w="76200" h="292100">
                <a:moveTo>
                  <a:pt x="5080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50800" y="228600"/>
                </a:lnTo>
                <a:lnTo>
                  <a:pt x="50800" y="0"/>
                </a:lnTo>
                <a:close/>
              </a:path>
              <a:path w="76200" h="292100">
                <a:moveTo>
                  <a:pt x="76200" y="215900"/>
                </a:moveTo>
                <a:lnTo>
                  <a:pt x="50800" y="215900"/>
                </a:lnTo>
                <a:lnTo>
                  <a:pt x="50800" y="228600"/>
                </a:lnTo>
                <a:lnTo>
                  <a:pt x="69850" y="228600"/>
                </a:lnTo>
                <a:lnTo>
                  <a:pt x="76200" y="21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20000" y="25273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25400" y="215900"/>
                </a:moveTo>
                <a:lnTo>
                  <a:pt x="0" y="215900"/>
                </a:lnTo>
                <a:lnTo>
                  <a:pt x="38100" y="292100"/>
                </a:lnTo>
                <a:lnTo>
                  <a:pt x="69850" y="228600"/>
                </a:lnTo>
                <a:lnTo>
                  <a:pt x="25400" y="228600"/>
                </a:lnTo>
                <a:lnTo>
                  <a:pt x="25400" y="215900"/>
                </a:lnTo>
                <a:close/>
              </a:path>
              <a:path w="76200" h="292100">
                <a:moveTo>
                  <a:pt x="38100" y="0"/>
                </a:moveTo>
                <a:lnTo>
                  <a:pt x="25400" y="0"/>
                </a:lnTo>
                <a:lnTo>
                  <a:pt x="25400" y="228600"/>
                </a:lnTo>
                <a:lnTo>
                  <a:pt x="38100" y="228600"/>
                </a:lnTo>
                <a:lnTo>
                  <a:pt x="38100" y="0"/>
                </a:lnTo>
                <a:close/>
              </a:path>
              <a:path w="76200" h="292100">
                <a:moveTo>
                  <a:pt x="76200" y="215900"/>
                </a:moveTo>
                <a:lnTo>
                  <a:pt x="38100" y="215900"/>
                </a:lnTo>
                <a:lnTo>
                  <a:pt x="38100" y="228600"/>
                </a:lnTo>
                <a:lnTo>
                  <a:pt x="69850" y="228600"/>
                </a:lnTo>
                <a:lnTo>
                  <a:pt x="76200" y="21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4600" y="25273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25400" y="215900"/>
                </a:moveTo>
                <a:lnTo>
                  <a:pt x="0" y="215900"/>
                </a:lnTo>
                <a:lnTo>
                  <a:pt x="38100" y="292100"/>
                </a:lnTo>
                <a:lnTo>
                  <a:pt x="69850" y="228600"/>
                </a:lnTo>
                <a:lnTo>
                  <a:pt x="25400" y="228600"/>
                </a:lnTo>
                <a:lnTo>
                  <a:pt x="25400" y="215900"/>
                </a:lnTo>
                <a:close/>
              </a:path>
              <a:path w="76200" h="292100">
                <a:moveTo>
                  <a:pt x="38100" y="0"/>
                </a:moveTo>
                <a:lnTo>
                  <a:pt x="25400" y="0"/>
                </a:lnTo>
                <a:lnTo>
                  <a:pt x="25400" y="228600"/>
                </a:lnTo>
                <a:lnTo>
                  <a:pt x="38100" y="228600"/>
                </a:lnTo>
                <a:lnTo>
                  <a:pt x="38100" y="0"/>
                </a:lnTo>
                <a:close/>
              </a:path>
              <a:path w="76200" h="292100">
                <a:moveTo>
                  <a:pt x="76200" y="215900"/>
                </a:moveTo>
                <a:lnTo>
                  <a:pt x="38100" y="215900"/>
                </a:lnTo>
                <a:lnTo>
                  <a:pt x="38100" y="228600"/>
                </a:lnTo>
                <a:lnTo>
                  <a:pt x="69850" y="228600"/>
                </a:lnTo>
                <a:lnTo>
                  <a:pt x="76200" y="21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92700" y="2527300"/>
            <a:ext cx="76200" cy="292100"/>
          </a:xfrm>
          <a:custGeom>
            <a:avLst/>
            <a:gdLst/>
            <a:ahLst/>
            <a:cxnLst/>
            <a:rect l="l" t="t" r="r" b="b"/>
            <a:pathLst>
              <a:path w="76200" h="292100">
                <a:moveTo>
                  <a:pt x="38100" y="215900"/>
                </a:moveTo>
                <a:lnTo>
                  <a:pt x="0" y="215900"/>
                </a:lnTo>
                <a:lnTo>
                  <a:pt x="38100" y="292100"/>
                </a:lnTo>
                <a:lnTo>
                  <a:pt x="69850" y="228600"/>
                </a:lnTo>
                <a:lnTo>
                  <a:pt x="38100" y="228600"/>
                </a:lnTo>
                <a:lnTo>
                  <a:pt x="38100" y="215900"/>
                </a:lnTo>
                <a:close/>
              </a:path>
              <a:path w="76200" h="292100">
                <a:moveTo>
                  <a:pt x="5080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50800" y="228600"/>
                </a:lnTo>
                <a:lnTo>
                  <a:pt x="50800" y="0"/>
                </a:lnTo>
                <a:close/>
              </a:path>
              <a:path w="76200" h="292100">
                <a:moveTo>
                  <a:pt x="76200" y="215900"/>
                </a:moveTo>
                <a:lnTo>
                  <a:pt x="50800" y="215900"/>
                </a:lnTo>
                <a:lnTo>
                  <a:pt x="50800" y="228600"/>
                </a:lnTo>
                <a:lnTo>
                  <a:pt x="69850" y="228600"/>
                </a:lnTo>
                <a:lnTo>
                  <a:pt x="76200" y="21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03600" y="2819400"/>
            <a:ext cx="1016000" cy="723900"/>
          </a:xfrm>
          <a:custGeom>
            <a:avLst/>
            <a:gdLst/>
            <a:ahLst/>
            <a:cxnLst/>
            <a:rect l="l" t="t" r="r" b="b"/>
            <a:pathLst>
              <a:path w="1016000" h="723900">
                <a:moveTo>
                  <a:pt x="0" y="723900"/>
                </a:moveTo>
                <a:lnTo>
                  <a:pt x="1016000" y="723900"/>
                </a:lnTo>
                <a:lnTo>
                  <a:pt x="10160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03600" y="2806700"/>
            <a:ext cx="1016000" cy="736600"/>
          </a:xfrm>
          <a:custGeom>
            <a:avLst/>
            <a:gdLst/>
            <a:ahLst/>
            <a:cxnLst/>
            <a:rect l="l" t="t" r="r" b="b"/>
            <a:pathLst>
              <a:path w="10160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1016000" h="736600">
                <a:moveTo>
                  <a:pt x="10160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1016000" y="12700"/>
                </a:lnTo>
                <a:lnTo>
                  <a:pt x="1016000" y="0"/>
                </a:lnTo>
                <a:close/>
              </a:path>
              <a:path w="1016000" h="736600">
                <a:moveTo>
                  <a:pt x="10033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1003300" y="736600"/>
                </a:lnTo>
                <a:lnTo>
                  <a:pt x="1003300" y="723900"/>
                </a:lnTo>
                <a:close/>
              </a:path>
              <a:path w="1016000" h="736600">
                <a:moveTo>
                  <a:pt x="1016000" y="12700"/>
                </a:moveTo>
                <a:lnTo>
                  <a:pt x="1003300" y="12700"/>
                </a:lnTo>
                <a:lnTo>
                  <a:pt x="1003300" y="736600"/>
                </a:lnTo>
                <a:lnTo>
                  <a:pt x="1016000" y="723900"/>
                </a:lnTo>
                <a:lnTo>
                  <a:pt x="1016000" y="12700"/>
                </a:lnTo>
                <a:close/>
              </a:path>
              <a:path w="1016000" h="736600">
                <a:moveTo>
                  <a:pt x="1016000" y="723900"/>
                </a:moveTo>
                <a:lnTo>
                  <a:pt x="1003300" y="736600"/>
                </a:lnTo>
                <a:lnTo>
                  <a:pt x="1016000" y="736600"/>
                </a:lnTo>
                <a:lnTo>
                  <a:pt x="10160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35500" y="2819400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0" y="723900"/>
                </a:moveTo>
                <a:lnTo>
                  <a:pt x="1003300" y="723900"/>
                </a:lnTo>
                <a:lnTo>
                  <a:pt x="10033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54700" y="2819400"/>
            <a:ext cx="1016000" cy="723900"/>
          </a:xfrm>
          <a:custGeom>
            <a:avLst/>
            <a:gdLst/>
            <a:ahLst/>
            <a:cxnLst/>
            <a:rect l="l" t="t" r="r" b="b"/>
            <a:pathLst>
              <a:path w="1016000" h="723900">
                <a:moveTo>
                  <a:pt x="0" y="723900"/>
                </a:moveTo>
                <a:lnTo>
                  <a:pt x="1016000" y="723900"/>
                </a:lnTo>
                <a:lnTo>
                  <a:pt x="10160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54700" y="2806700"/>
            <a:ext cx="1016000" cy="736600"/>
          </a:xfrm>
          <a:custGeom>
            <a:avLst/>
            <a:gdLst/>
            <a:ahLst/>
            <a:cxnLst/>
            <a:rect l="l" t="t" r="r" b="b"/>
            <a:pathLst>
              <a:path w="10160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1016000" h="736600">
                <a:moveTo>
                  <a:pt x="10160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1016000" y="12700"/>
                </a:lnTo>
                <a:lnTo>
                  <a:pt x="1016000" y="0"/>
                </a:lnTo>
                <a:close/>
              </a:path>
              <a:path w="1016000" h="736600">
                <a:moveTo>
                  <a:pt x="10033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1003300" y="736600"/>
                </a:lnTo>
                <a:lnTo>
                  <a:pt x="1003300" y="723900"/>
                </a:lnTo>
                <a:close/>
              </a:path>
              <a:path w="1016000" h="736600">
                <a:moveTo>
                  <a:pt x="1016000" y="12700"/>
                </a:moveTo>
                <a:lnTo>
                  <a:pt x="1003300" y="12700"/>
                </a:lnTo>
                <a:lnTo>
                  <a:pt x="1003300" y="736600"/>
                </a:lnTo>
                <a:lnTo>
                  <a:pt x="1016000" y="723900"/>
                </a:lnTo>
                <a:lnTo>
                  <a:pt x="1016000" y="12700"/>
                </a:lnTo>
                <a:close/>
              </a:path>
              <a:path w="1016000" h="736600">
                <a:moveTo>
                  <a:pt x="1016000" y="723900"/>
                </a:moveTo>
                <a:lnTo>
                  <a:pt x="1003300" y="736600"/>
                </a:lnTo>
                <a:lnTo>
                  <a:pt x="1016000" y="736600"/>
                </a:lnTo>
                <a:lnTo>
                  <a:pt x="10160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50100" y="2819400"/>
            <a:ext cx="1016000" cy="723900"/>
          </a:xfrm>
          <a:custGeom>
            <a:avLst/>
            <a:gdLst/>
            <a:ahLst/>
            <a:cxnLst/>
            <a:rect l="l" t="t" r="r" b="b"/>
            <a:pathLst>
              <a:path w="1016000" h="723900">
                <a:moveTo>
                  <a:pt x="0" y="723900"/>
                </a:moveTo>
                <a:lnTo>
                  <a:pt x="1016000" y="723900"/>
                </a:lnTo>
                <a:lnTo>
                  <a:pt x="10160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50100" y="2806700"/>
            <a:ext cx="1016000" cy="736600"/>
          </a:xfrm>
          <a:custGeom>
            <a:avLst/>
            <a:gdLst/>
            <a:ahLst/>
            <a:cxnLst/>
            <a:rect l="l" t="t" r="r" b="b"/>
            <a:pathLst>
              <a:path w="1016000" h="736600">
                <a:moveTo>
                  <a:pt x="0" y="723900"/>
                </a:moveTo>
                <a:lnTo>
                  <a:pt x="0" y="736600"/>
                </a:lnTo>
                <a:lnTo>
                  <a:pt x="12700" y="736600"/>
                </a:lnTo>
                <a:lnTo>
                  <a:pt x="0" y="723900"/>
                </a:lnTo>
                <a:close/>
              </a:path>
              <a:path w="1016000" h="736600">
                <a:moveTo>
                  <a:pt x="1016000" y="0"/>
                </a:moveTo>
                <a:lnTo>
                  <a:pt x="0" y="0"/>
                </a:lnTo>
                <a:lnTo>
                  <a:pt x="0" y="723900"/>
                </a:lnTo>
                <a:lnTo>
                  <a:pt x="12700" y="736600"/>
                </a:lnTo>
                <a:lnTo>
                  <a:pt x="12700" y="12700"/>
                </a:lnTo>
                <a:lnTo>
                  <a:pt x="1016000" y="12700"/>
                </a:lnTo>
                <a:lnTo>
                  <a:pt x="1016000" y="0"/>
                </a:lnTo>
                <a:close/>
              </a:path>
              <a:path w="1016000" h="736600">
                <a:moveTo>
                  <a:pt x="1003300" y="723900"/>
                </a:moveTo>
                <a:lnTo>
                  <a:pt x="12700" y="723900"/>
                </a:lnTo>
                <a:lnTo>
                  <a:pt x="12700" y="736600"/>
                </a:lnTo>
                <a:lnTo>
                  <a:pt x="1003300" y="736600"/>
                </a:lnTo>
                <a:lnTo>
                  <a:pt x="1003300" y="723900"/>
                </a:lnTo>
                <a:close/>
              </a:path>
              <a:path w="1016000" h="736600">
                <a:moveTo>
                  <a:pt x="1016000" y="12700"/>
                </a:moveTo>
                <a:lnTo>
                  <a:pt x="1003300" y="12700"/>
                </a:lnTo>
                <a:lnTo>
                  <a:pt x="1003300" y="736600"/>
                </a:lnTo>
                <a:lnTo>
                  <a:pt x="1016000" y="723900"/>
                </a:lnTo>
                <a:lnTo>
                  <a:pt x="1016000" y="12700"/>
                </a:lnTo>
                <a:close/>
              </a:path>
              <a:path w="1016000" h="736600">
                <a:moveTo>
                  <a:pt x="1016000" y="723900"/>
                </a:moveTo>
                <a:lnTo>
                  <a:pt x="1003300" y="736600"/>
                </a:lnTo>
                <a:lnTo>
                  <a:pt x="1016000" y="736600"/>
                </a:lnTo>
                <a:lnTo>
                  <a:pt x="1016000" y="723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84400" y="2819400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0" y="723900"/>
                </a:moveTo>
                <a:lnTo>
                  <a:pt x="1003300" y="723900"/>
                </a:lnTo>
                <a:lnTo>
                  <a:pt x="10033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84400" y="4254500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0" y="723900"/>
                </a:moveTo>
                <a:lnTo>
                  <a:pt x="1003300" y="723900"/>
                </a:lnTo>
                <a:lnTo>
                  <a:pt x="10033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178050" y="42545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184400" y="4972050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3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94050" y="42545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84400" y="4260850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3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84400" y="5334000"/>
            <a:ext cx="1003300" cy="723900"/>
          </a:xfrm>
          <a:custGeom>
            <a:avLst/>
            <a:gdLst/>
            <a:ahLst/>
            <a:cxnLst/>
            <a:rect l="l" t="t" r="r" b="b"/>
            <a:pathLst>
              <a:path w="1003300" h="723900">
                <a:moveTo>
                  <a:pt x="0" y="723900"/>
                </a:moveTo>
                <a:lnTo>
                  <a:pt x="1003300" y="723900"/>
                </a:lnTo>
                <a:lnTo>
                  <a:pt x="10033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71700" y="606425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178050" y="53340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94050" y="53340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184400" y="5340350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3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606800" y="4432300"/>
            <a:ext cx="154495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35" dirty="0">
                <a:latin typeface="Arial"/>
                <a:cs typeface="Arial"/>
              </a:rPr>
              <a:t>К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spc="-45" dirty="0">
                <a:latin typeface="Arial"/>
                <a:cs typeface="Arial"/>
              </a:rPr>
              <a:t>н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-160" dirty="0">
                <a:latin typeface="Arial"/>
                <a:cs typeface="Arial"/>
              </a:rPr>
              <a:t>о</a:t>
            </a:r>
            <a:r>
              <a:rPr sz="2800" spc="-35" dirty="0">
                <a:latin typeface="Arial"/>
                <a:cs typeface="Arial"/>
              </a:rPr>
              <a:t>л</a:t>
            </a:r>
            <a:r>
              <a:rPr sz="2800" dirty="0">
                <a:latin typeface="Arial"/>
                <a:cs typeface="Arial"/>
              </a:rPr>
              <a:t>ь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19500" y="5575300"/>
            <a:ext cx="162052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15" dirty="0">
                <a:latin typeface="Arial"/>
                <a:cs typeface="Arial"/>
              </a:rPr>
              <a:t>О</a:t>
            </a:r>
            <a:r>
              <a:rPr sz="2800" spc="-204" dirty="0">
                <a:latin typeface="Arial"/>
                <a:cs typeface="Arial"/>
              </a:rPr>
              <a:t>б</a:t>
            </a:r>
            <a:r>
              <a:rPr sz="2800" spc="-100" dirty="0">
                <a:latin typeface="Arial"/>
                <a:cs typeface="Arial"/>
              </a:rPr>
              <a:t>у</a:t>
            </a:r>
            <a:r>
              <a:rPr sz="2800" spc="35" dirty="0">
                <a:latin typeface="Arial"/>
                <a:cs typeface="Arial"/>
              </a:rPr>
              <a:t>ч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-45" dirty="0">
                <a:latin typeface="Arial"/>
                <a:cs typeface="Arial"/>
              </a:rPr>
              <a:t>н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dirty="0">
                <a:latin typeface="Arial"/>
                <a:cs typeface="Arial"/>
              </a:rPr>
              <a:t>е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46500" y="2838450"/>
            <a:ext cx="386080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25" i="1" spc="-30" baseline="-26143" dirty="0">
                <a:latin typeface="Times New Roman"/>
                <a:cs typeface="Times New Roman"/>
              </a:rPr>
              <a:t>X</a:t>
            </a:r>
            <a:r>
              <a:rPr sz="3825" i="1" spc="-135" baseline="-26143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65700" y="2838450"/>
            <a:ext cx="373380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25" i="1" spc="-30" baseline="-26143" dirty="0">
                <a:latin typeface="Times New Roman"/>
                <a:cs typeface="Times New Roman"/>
              </a:rPr>
              <a:t>X</a:t>
            </a:r>
            <a:r>
              <a:rPr sz="3825" i="1" spc="-284" baseline="-26143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93000" y="2838450"/>
            <a:ext cx="373380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25" i="1" spc="-30" baseline="-26143" dirty="0">
                <a:latin typeface="Times New Roman"/>
                <a:cs typeface="Times New Roman"/>
              </a:rPr>
              <a:t>X</a:t>
            </a:r>
            <a:r>
              <a:rPr sz="3825" i="1" spc="-284" baseline="-26143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5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97600" y="2838450"/>
            <a:ext cx="386080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25" i="1" spc="-30" baseline="-26143" dirty="0">
                <a:latin typeface="Times New Roman"/>
                <a:cs typeface="Times New Roman"/>
              </a:rPr>
              <a:t>X</a:t>
            </a:r>
            <a:r>
              <a:rPr sz="3825" i="1" spc="-135" baseline="-26143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4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40000" y="2838450"/>
            <a:ext cx="346075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25" i="1" spc="-97" baseline="-26143" dirty="0">
                <a:latin typeface="Times New Roman"/>
                <a:cs typeface="Times New Roman"/>
              </a:rPr>
              <a:t>X</a:t>
            </a:r>
            <a:r>
              <a:rPr sz="3825" i="1" spc="-525" baseline="-26143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629701" y="4868545"/>
            <a:ext cx="5189220" cy="746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699"/>
              </a:lnSpc>
            </a:pPr>
            <a:r>
              <a:rPr sz="2400" spc="-105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1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400" spc="-100" dirty="0">
                <a:solidFill>
                  <a:srgbClr val="0000CC"/>
                </a:solidFill>
                <a:latin typeface="Arial"/>
                <a:cs typeface="Arial"/>
              </a:rPr>
              <a:t>у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400" spc="-150" dirty="0">
                <a:solidFill>
                  <a:srgbClr val="0000CC"/>
                </a:solidFill>
                <a:latin typeface="Arial"/>
                <a:cs typeface="Arial"/>
              </a:rPr>
              <a:t>ь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spc="-1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spc="1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400" spc="45" dirty="0">
                <a:solidFill>
                  <a:srgbClr val="0000CC"/>
                </a:solidFill>
                <a:latin typeface="Arial"/>
                <a:cs typeface="Arial"/>
              </a:rPr>
              <a:t>ч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-1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тся</a:t>
            </a:r>
            <a:r>
              <a:rPr sz="2400" spc="-7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1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к с</a:t>
            </a:r>
            <a:r>
              <a:rPr sz="2400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1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яя</a:t>
            </a:r>
          </a:p>
          <a:p>
            <a:pPr marL="12700" marR="1136015">
              <a:lnSpc>
                <a:spcPct val="100699"/>
              </a:lnSpc>
            </a:pPr>
            <a:r>
              <a:rPr sz="2400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spc="-25" dirty="0">
                <a:solidFill>
                  <a:srgbClr val="0000CC"/>
                </a:solidFill>
                <a:latin typeface="Arial"/>
                <a:cs typeface="Arial"/>
              </a:rPr>
              <a:t>ш</a:t>
            </a:r>
            <a:r>
              <a:rPr sz="2400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spc="20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400" spc="1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-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0000CC"/>
                </a:solidFill>
                <a:latin typeface="Arial"/>
                <a:cs typeface="Arial"/>
              </a:rPr>
              <a:t>по</a:t>
            </a:r>
            <a:r>
              <a:rPr sz="2400" spc="-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20" dirty="0" err="1" smtClean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400" dirty="0" err="1" smtClean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400" spc="-35" dirty="0" err="1" smtClean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dirty="0" err="1" smtClean="0">
                <a:solidFill>
                  <a:srgbClr val="0000CC"/>
                </a:solidFill>
                <a:latin typeface="Arial"/>
                <a:cs typeface="Arial"/>
              </a:rPr>
              <a:t>м</a:t>
            </a:r>
            <a:r>
              <a:rPr lang="ru-RU" sz="2400" dirty="0" smtClean="0">
                <a:solidFill>
                  <a:srgbClr val="0000CC"/>
                </a:solidFill>
                <a:latin typeface="Arial"/>
                <a:cs typeface="Arial"/>
              </a:rPr>
              <a:t>  и</a:t>
            </a:r>
            <a:r>
              <a:rPr sz="2400" dirty="0" err="1" smtClean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spc="-35" dirty="0" err="1" smtClean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spc="60" dirty="0" err="1" smtClean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spc="-35" dirty="0" err="1" smtClean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spc="20" dirty="0" err="1" smtClean="0">
                <a:solidFill>
                  <a:srgbClr val="0000CC"/>
                </a:solidFill>
                <a:latin typeface="Arial"/>
                <a:cs typeface="Arial"/>
              </a:rPr>
              <a:t>ц</a:t>
            </a:r>
            <a:r>
              <a:rPr sz="2400" spc="-45" dirty="0" err="1" smtClean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dirty="0" err="1" smtClean="0">
                <a:solidFill>
                  <a:srgbClr val="0000CC"/>
                </a:solidFill>
                <a:latin typeface="Arial"/>
                <a:cs typeface="Arial"/>
              </a:rPr>
              <a:t>ям</a:t>
            </a:r>
            <a:endParaRPr sz="2400" dirty="0">
              <a:solidFill>
                <a:srgbClr val="0000CC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98500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й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900" y="1422400"/>
            <a:ext cx="9906000" cy="5001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В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н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бщ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у</a:t>
            </a:r>
          </a:p>
          <a:p>
            <a:pPr>
              <a:lnSpc>
                <a:spcPts val="1400"/>
              </a:lnSpc>
              <a:spcBef>
                <a:spcPts val="39"/>
              </a:spcBef>
              <a:buFont typeface="Arial"/>
              <a:buChar char="•"/>
            </a:pPr>
            <a:endParaRPr sz="1400" dirty="0"/>
          </a:p>
          <a:p>
            <a:pPr>
              <a:lnSpc>
                <a:spcPts val="2400"/>
              </a:lnSpc>
              <a:buFont typeface="Arial"/>
              <a:buChar char="•"/>
            </a:pPr>
            <a:endParaRPr sz="2400" dirty="0"/>
          </a:p>
          <a:p>
            <a:pPr marL="355600" marR="6350" indent="-342900">
              <a:lnSpc>
                <a:spcPts val="26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н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сутст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 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е</a:t>
            </a:r>
          </a:p>
          <a:p>
            <a:pPr>
              <a:lnSpc>
                <a:spcPts val="1300"/>
              </a:lnSpc>
              <a:buFont typeface="Arial"/>
              <a:buChar char="•"/>
            </a:pPr>
            <a:endParaRPr sz="1300" dirty="0"/>
          </a:p>
          <a:p>
            <a:pPr>
              <a:lnSpc>
                <a:spcPts val="2400"/>
              </a:lnSpc>
              <a:buFont typeface="Arial"/>
              <a:buChar char="•"/>
            </a:pPr>
            <a:endParaRPr sz="2400" dirty="0"/>
          </a:p>
          <a:p>
            <a:pPr marL="355600" marR="38100" indent="-342900">
              <a:lnSpc>
                <a:spcPts val="26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удут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ся (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762000" marR="300355" lvl="1" indent="-292100">
              <a:lnSpc>
                <a:spcPts val="2200"/>
              </a:lnSpc>
              <a:spcBef>
                <a:spcPts val="4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85" dirty="0">
                <a:latin typeface="Arial"/>
                <a:cs typeface="Arial"/>
              </a:rPr>
              <a:t>пп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»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н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</a:p>
          <a:p>
            <a:pPr lvl="1">
              <a:lnSpc>
                <a:spcPts val="2800"/>
              </a:lnSpc>
              <a:spcBef>
                <a:spcPts val="59"/>
              </a:spcBef>
              <a:buFont typeface="Arial"/>
              <a:buChar char="•"/>
            </a:pPr>
            <a:endParaRPr sz="2800" dirty="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spc="60" dirty="0">
                <a:latin typeface="Arial"/>
                <a:cs typeface="Arial"/>
              </a:rPr>
              <a:t>l</a:t>
            </a:r>
            <a:r>
              <a:rPr sz="2400" spc="-35" dirty="0">
                <a:latin typeface="Arial"/>
                <a:cs typeface="Arial"/>
              </a:rPr>
              <a:t>ea</a:t>
            </a:r>
            <a:r>
              <a:rPr sz="2400" spc="-100" dirty="0">
                <a:latin typeface="Arial"/>
                <a:cs typeface="Arial"/>
              </a:rPr>
              <a:t>v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o</a:t>
            </a:r>
            <a:r>
              <a:rPr sz="2400" spc="6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o</a:t>
            </a:r>
            <a:r>
              <a:rPr sz="2400" spc="60" dirty="0">
                <a:latin typeface="Arial"/>
                <a:cs typeface="Arial"/>
              </a:rPr>
              <a:t>u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”</a:t>
            </a:r>
          </a:p>
          <a:p>
            <a:pPr marL="762000" lvl="1" indent="-2921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ся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</a:p>
          <a:p>
            <a:pPr marL="762000" lvl="1" indent="-2921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</a:p>
          <a:p>
            <a:pPr marL="762000" lvl="1" indent="-2921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17500" y="3492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5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dirty="0">
                <a:solidFill>
                  <a:schemeClr val="bg1"/>
                </a:solidFill>
                <a:latin typeface="+mn-lt"/>
              </a:rPr>
              <a:t>ки</a:t>
            </a:r>
            <a:r>
              <a:rPr b="1" spc="12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I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2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I</a:t>
            </a:r>
            <a:r>
              <a:rPr b="1" dirty="0">
                <a:solidFill>
                  <a:schemeClr val="bg1"/>
                </a:solidFill>
                <a:latin typeface="+mn-lt"/>
              </a:rPr>
              <a:t>I</a:t>
            </a:r>
            <a:r>
              <a:rPr b="1" spc="2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900" y="1463039"/>
            <a:ext cx="9982200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153795" indent="-342900">
              <a:lnSpc>
                <a:spcPts val="26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В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л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ссы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б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ъ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к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в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р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з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spc="45" dirty="0">
                <a:solidFill>
                  <a:srgbClr val="FF0000"/>
                </a:solidFill>
                <a:latin typeface="Arial"/>
                <a:cs typeface="Arial"/>
              </a:rPr>
              <a:t>ч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н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ы</a:t>
            </a:r>
          </a:p>
          <a:p>
            <a:pPr marL="762000" marR="666750" lvl="1" indent="-292100">
              <a:lnSpc>
                <a:spcPts val="2100"/>
              </a:lnSpc>
              <a:spcBef>
                <a:spcPts val="6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dirty="0">
                <a:latin typeface="Arial"/>
                <a:cs typeface="Arial"/>
              </a:rPr>
              <a:t>»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marL="762000" lvl="1" indent="-2921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20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н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dirty="0">
                <a:latin typeface="Arial"/>
                <a:cs typeface="Arial"/>
              </a:rPr>
              <a:t>»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lvl="1">
              <a:lnSpc>
                <a:spcPts val="1200"/>
              </a:lnSpc>
              <a:spcBef>
                <a:spcPts val="19"/>
              </a:spcBef>
              <a:buFont typeface="Arial"/>
              <a:buChar char="•"/>
            </a:pPr>
            <a:endParaRPr sz="1200" dirty="0"/>
          </a:p>
          <a:p>
            <a:pPr lvl="1">
              <a:lnSpc>
                <a:spcPts val="2000"/>
              </a:lnSpc>
              <a:buFont typeface="Arial"/>
              <a:buChar char="•"/>
            </a:pPr>
            <a:endParaRPr sz="2000" dirty="0"/>
          </a:p>
          <a:p>
            <a:pPr marL="355600" marR="1094740" indent="-342900">
              <a:lnSpc>
                <a:spcPts val="260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1" spc="-70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b="1" spc="100" dirty="0">
                <a:solidFill>
                  <a:srgbClr val="FF0000"/>
                </a:solidFill>
                <a:latin typeface="Arial"/>
                <a:cs typeface="Arial"/>
              </a:rPr>
              <a:t>ш</a:t>
            </a:r>
            <a:r>
              <a:rPr sz="2400" b="1" spc="20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400" b="1" spc="15" dirty="0">
                <a:solidFill>
                  <a:srgbClr val="FF0000"/>
                </a:solidFill>
                <a:latin typeface="Arial"/>
                <a:cs typeface="Arial"/>
              </a:rPr>
              <a:t>б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ка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50" dirty="0">
                <a:solidFill>
                  <a:srgbClr val="FF0000"/>
                </a:solidFill>
                <a:latin typeface="Arial"/>
                <a:cs typeface="Arial"/>
              </a:rPr>
              <a:t>п</a:t>
            </a:r>
            <a:r>
              <a:rPr sz="2400" b="1" spc="-35" dirty="0">
                <a:solidFill>
                  <a:srgbClr val="FF0000"/>
                </a:solidFill>
                <a:latin typeface="Arial"/>
                <a:cs typeface="Arial"/>
              </a:rPr>
              <a:t>е</a:t>
            </a:r>
            <a:r>
              <a:rPr sz="2400" b="1" spc="30" dirty="0">
                <a:solidFill>
                  <a:srgbClr val="FF0000"/>
                </a:solidFill>
                <a:latin typeface="Arial"/>
                <a:cs typeface="Arial"/>
              </a:rPr>
              <a:t>р</a:t>
            </a:r>
            <a:r>
              <a:rPr sz="2400" b="1" spc="20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400" b="1" spc="30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го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30" dirty="0">
                <a:solidFill>
                  <a:srgbClr val="FF0000"/>
                </a:solidFill>
                <a:latin typeface="Arial"/>
                <a:cs typeface="Arial"/>
              </a:rPr>
              <a:t>ро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д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ят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сти 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ять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18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за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й</a:t>
            </a:r>
          </a:p>
          <a:p>
            <a:pPr marL="762000" marR="437515" lvl="1" indent="-292100">
              <a:lnSpc>
                <a:spcPts val="2200"/>
              </a:lnSpc>
              <a:spcBef>
                <a:spcPts val="4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еро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spc="-15" dirty="0">
                <a:latin typeface="Arial"/>
                <a:cs typeface="Arial"/>
              </a:rPr>
              <a:t>а»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н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ус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lvl="1">
              <a:lnSpc>
                <a:spcPts val="1150"/>
              </a:lnSpc>
              <a:spcBef>
                <a:spcPts val="29"/>
              </a:spcBef>
              <a:buFont typeface="Arial"/>
              <a:buChar char="•"/>
            </a:pPr>
            <a:endParaRPr sz="1150" dirty="0"/>
          </a:p>
          <a:p>
            <a:pPr lvl="1">
              <a:lnSpc>
                <a:spcPts val="2000"/>
              </a:lnSpc>
              <a:buFont typeface="Arial"/>
              <a:buChar char="•"/>
            </a:pPr>
            <a:endParaRPr sz="2000" dirty="0"/>
          </a:p>
          <a:p>
            <a:pPr marL="355600" marR="1120140" indent="-342900">
              <a:lnSpc>
                <a:spcPts val="260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1" spc="-70" dirty="0">
                <a:solidFill>
                  <a:srgbClr val="FF0000"/>
                </a:solidFill>
                <a:latin typeface="Arial"/>
                <a:cs typeface="Arial"/>
              </a:rPr>
              <a:t>О</a:t>
            </a:r>
            <a:r>
              <a:rPr sz="2400" b="1" spc="100" dirty="0">
                <a:solidFill>
                  <a:srgbClr val="FF0000"/>
                </a:solidFill>
                <a:latin typeface="Arial"/>
                <a:cs typeface="Arial"/>
              </a:rPr>
              <a:t>ш</a:t>
            </a:r>
            <a:r>
              <a:rPr sz="2400" b="1" spc="20" dirty="0">
                <a:solidFill>
                  <a:srgbClr val="FF0000"/>
                </a:solidFill>
                <a:latin typeface="Arial"/>
                <a:cs typeface="Arial"/>
              </a:rPr>
              <a:t>и</a:t>
            </a:r>
            <a:r>
              <a:rPr sz="2400" b="1" spc="15" dirty="0">
                <a:solidFill>
                  <a:srgbClr val="FF0000"/>
                </a:solidFill>
                <a:latin typeface="Arial"/>
                <a:cs typeface="Arial"/>
              </a:rPr>
              <a:t>б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ка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20" dirty="0">
                <a:solidFill>
                  <a:srgbClr val="FF0000"/>
                </a:solidFill>
                <a:latin typeface="Arial"/>
                <a:cs typeface="Arial"/>
              </a:rPr>
              <a:t>в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т</a:t>
            </a:r>
            <a:r>
              <a:rPr sz="2400" b="1" spc="30" dirty="0">
                <a:solidFill>
                  <a:srgbClr val="FF0000"/>
                </a:solidFill>
                <a:latin typeface="Arial"/>
                <a:cs typeface="Arial"/>
              </a:rPr>
              <a:t>оро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го</a:t>
            </a:r>
            <a:r>
              <a:rPr sz="2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30" dirty="0">
                <a:solidFill>
                  <a:srgbClr val="FF0000"/>
                </a:solidFill>
                <a:latin typeface="Arial"/>
                <a:cs typeface="Arial"/>
              </a:rPr>
              <a:t>ро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д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а</a:t>
            </a:r>
            <a:r>
              <a:rPr sz="24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ят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сти 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ять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за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</a:p>
          <a:p>
            <a:pPr marL="762000" marR="6350" lvl="1" indent="-292100">
              <a:lnSpc>
                <a:spcPts val="2200"/>
              </a:lnSpc>
              <a:spcBef>
                <a:spcPts val="4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еро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»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т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т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87800" y="3352800"/>
            <a:ext cx="1295400" cy="292100"/>
          </a:xfrm>
          <a:custGeom>
            <a:avLst/>
            <a:gdLst/>
            <a:ahLst/>
            <a:cxnLst/>
            <a:rect l="l" t="t" r="r" b="b"/>
            <a:pathLst>
              <a:path w="1295400" h="292100">
                <a:moveTo>
                  <a:pt x="0" y="292100"/>
                </a:moveTo>
                <a:lnTo>
                  <a:pt x="1295400" y="292100"/>
                </a:lnTo>
                <a:lnTo>
                  <a:pt x="1295400" y="0"/>
                </a:lnTo>
                <a:lnTo>
                  <a:pt x="0" y="0"/>
                </a:lnTo>
                <a:lnTo>
                  <a:pt x="0" y="292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75100" y="3352800"/>
            <a:ext cx="1308100" cy="1816100"/>
          </a:xfrm>
          <a:custGeom>
            <a:avLst/>
            <a:gdLst/>
            <a:ahLst/>
            <a:cxnLst/>
            <a:rect l="l" t="t" r="r" b="b"/>
            <a:pathLst>
              <a:path w="1308100" h="1816100">
                <a:moveTo>
                  <a:pt x="12700" y="0"/>
                </a:moveTo>
                <a:lnTo>
                  <a:pt x="0" y="0"/>
                </a:lnTo>
                <a:lnTo>
                  <a:pt x="0" y="1816100"/>
                </a:lnTo>
                <a:lnTo>
                  <a:pt x="1308100" y="1816100"/>
                </a:lnTo>
                <a:lnTo>
                  <a:pt x="1308100" y="1803400"/>
                </a:lnTo>
                <a:lnTo>
                  <a:pt x="12700" y="1803400"/>
                </a:lnTo>
                <a:lnTo>
                  <a:pt x="12700" y="0"/>
                </a:lnTo>
                <a:close/>
              </a:path>
              <a:path w="1308100" h="1816100">
                <a:moveTo>
                  <a:pt x="1295400" y="0"/>
                </a:moveTo>
                <a:lnTo>
                  <a:pt x="1295400" y="1803400"/>
                </a:lnTo>
                <a:lnTo>
                  <a:pt x="1308100" y="1803400"/>
                </a:lnTo>
                <a:lnTo>
                  <a:pt x="1308100" y="12700"/>
                </a:lnTo>
                <a:lnTo>
                  <a:pt x="1295400" y="0"/>
                </a:lnTo>
                <a:close/>
              </a:path>
              <a:path w="1308100" h="1816100">
                <a:moveTo>
                  <a:pt x="1295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295400" y="12700"/>
                </a:lnTo>
                <a:lnTo>
                  <a:pt x="1295400" y="0"/>
                </a:lnTo>
                <a:close/>
              </a:path>
              <a:path w="1308100" h="1816100">
                <a:moveTo>
                  <a:pt x="1308100" y="0"/>
                </a:moveTo>
                <a:lnTo>
                  <a:pt x="1295400" y="0"/>
                </a:lnTo>
                <a:lnTo>
                  <a:pt x="1308100" y="12700"/>
                </a:lnTo>
                <a:lnTo>
                  <a:pt x="130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87800" y="3644900"/>
            <a:ext cx="1651000" cy="1511300"/>
          </a:xfrm>
          <a:custGeom>
            <a:avLst/>
            <a:gdLst/>
            <a:ahLst/>
            <a:cxnLst/>
            <a:rect l="l" t="t" r="r" b="b"/>
            <a:pathLst>
              <a:path w="1651000" h="1511300">
                <a:moveTo>
                  <a:pt x="0" y="1511300"/>
                </a:moveTo>
                <a:lnTo>
                  <a:pt x="1651000" y="1511300"/>
                </a:lnTo>
                <a:lnTo>
                  <a:pt x="1651000" y="0"/>
                </a:lnTo>
                <a:lnTo>
                  <a:pt x="0" y="0"/>
                </a:lnTo>
                <a:lnTo>
                  <a:pt x="0" y="1511300"/>
                </a:lnTo>
                <a:close/>
              </a:path>
            </a:pathLst>
          </a:custGeom>
          <a:solidFill>
            <a:srgbClr val="FF336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87800" y="3644900"/>
            <a:ext cx="1651000" cy="1511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43250" y="2622550"/>
            <a:ext cx="3708400" cy="355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21100" y="55249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21100" y="55118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76200" y="228600"/>
                </a:lnTo>
                <a:lnTo>
                  <a:pt x="114300" y="2413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120650" y="227012"/>
                </a:lnTo>
                <a:lnTo>
                  <a:pt x="76200" y="2159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120650" y="227012"/>
                </a:moveTo>
                <a:lnTo>
                  <a:pt x="114300" y="228600"/>
                </a:lnTo>
                <a:lnTo>
                  <a:pt x="127000" y="228600"/>
                </a:lnTo>
                <a:lnTo>
                  <a:pt x="120650" y="227012"/>
                </a:lnTo>
                <a:close/>
              </a:path>
              <a:path w="241300" h="241300">
                <a:moveTo>
                  <a:pt x="203200" y="203200"/>
                </a:moveTo>
                <a:lnTo>
                  <a:pt x="165100" y="215900"/>
                </a:lnTo>
                <a:lnTo>
                  <a:pt x="120650" y="227012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close/>
              </a:path>
              <a:path w="241300" h="241300">
                <a:moveTo>
                  <a:pt x="1397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195579" y="45719"/>
                </a:move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11666" y="50800"/>
                </a:lnTo>
                <a:lnTo>
                  <a:pt x="203200" y="50800"/>
                </a:lnTo>
                <a:lnTo>
                  <a:pt x="195579" y="45719"/>
                </a:lnTo>
                <a:close/>
              </a:path>
              <a:path w="241300" h="241300">
                <a:moveTo>
                  <a:pt x="50800" y="38100"/>
                </a:moveTo>
                <a:lnTo>
                  <a:pt x="38100" y="50800"/>
                </a:lnTo>
                <a:lnTo>
                  <a:pt x="45720" y="45719"/>
                </a:lnTo>
                <a:lnTo>
                  <a:pt x="50800" y="38100"/>
                </a:lnTo>
                <a:close/>
              </a:path>
              <a:path w="241300" h="241300">
                <a:moveTo>
                  <a:pt x="45720" y="45719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20" y="45719"/>
                </a:lnTo>
                <a:close/>
              </a:path>
              <a:path w="241300" h="241300">
                <a:moveTo>
                  <a:pt x="190500" y="38100"/>
                </a:moveTo>
                <a:lnTo>
                  <a:pt x="195579" y="45719"/>
                </a:lnTo>
                <a:lnTo>
                  <a:pt x="203200" y="50800"/>
                </a:lnTo>
                <a:lnTo>
                  <a:pt x="190500" y="381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03200" y="50800"/>
                </a:lnTo>
                <a:lnTo>
                  <a:pt x="211666" y="508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50800" y="38100"/>
                </a:lnTo>
                <a:lnTo>
                  <a:pt x="45720" y="45719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5579" y="45719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0900" y="29214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60900" y="29210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90500" y="190500"/>
                </a:moveTo>
                <a:lnTo>
                  <a:pt x="152400" y="215900"/>
                </a:lnTo>
                <a:lnTo>
                  <a:pt x="165100" y="215900"/>
                </a:lnTo>
                <a:lnTo>
                  <a:pt x="114300" y="2286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635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38100" y="38100"/>
                </a:move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101600" y="12700"/>
                </a:moveTo>
                <a:lnTo>
                  <a:pt x="63500" y="12700"/>
                </a:lnTo>
                <a:lnTo>
                  <a:pt x="38100" y="381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12700"/>
                </a:lnTo>
                <a:close/>
              </a:path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76200" y="12700"/>
                </a:lnTo>
                <a:lnTo>
                  <a:pt x="139700" y="127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05200" y="46486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05200" y="46482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120650" y="227012"/>
                </a:lnTo>
                <a:lnTo>
                  <a:pt x="76200" y="215900"/>
                </a:lnTo>
                <a:lnTo>
                  <a:pt x="57150" y="203200"/>
                </a:lnTo>
                <a:lnTo>
                  <a:pt x="50800" y="203200"/>
                </a:lnTo>
                <a:lnTo>
                  <a:pt x="38100" y="190500"/>
                </a:lnTo>
                <a:lnTo>
                  <a:pt x="42333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20650" y="227012"/>
                </a:moveTo>
                <a:lnTo>
                  <a:pt x="114300" y="228600"/>
                </a:lnTo>
                <a:lnTo>
                  <a:pt x="127000" y="228600"/>
                </a:lnTo>
                <a:lnTo>
                  <a:pt x="120650" y="227012"/>
                </a:lnTo>
                <a:close/>
              </a:path>
              <a:path w="241300" h="241300">
                <a:moveTo>
                  <a:pt x="195579" y="195580"/>
                </a:moveTo>
                <a:lnTo>
                  <a:pt x="165100" y="215900"/>
                </a:lnTo>
                <a:lnTo>
                  <a:pt x="120650" y="227012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5579" y="19558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50800" y="203200"/>
                </a:lnTo>
                <a:lnTo>
                  <a:pt x="45720" y="195580"/>
                </a:lnTo>
                <a:lnTo>
                  <a:pt x="38100" y="190500"/>
                </a:lnTo>
                <a:close/>
              </a:path>
              <a:path w="241300" h="241300">
                <a:moveTo>
                  <a:pt x="45720" y="195580"/>
                </a:moveTo>
                <a:lnTo>
                  <a:pt x="50800" y="203200"/>
                </a:lnTo>
                <a:lnTo>
                  <a:pt x="57150" y="203200"/>
                </a:lnTo>
                <a:lnTo>
                  <a:pt x="45720" y="195580"/>
                </a:lnTo>
                <a:close/>
              </a:path>
              <a:path w="241300" h="241300">
                <a:moveTo>
                  <a:pt x="203200" y="190500"/>
                </a:moveTo>
                <a:lnTo>
                  <a:pt x="195579" y="195580"/>
                </a:lnTo>
                <a:lnTo>
                  <a:pt x="190500" y="203200"/>
                </a:lnTo>
                <a:lnTo>
                  <a:pt x="203200" y="190500"/>
                </a:lnTo>
                <a:close/>
              </a:path>
              <a:path w="241300" h="241300">
                <a:moveTo>
                  <a:pt x="211666" y="190500"/>
                </a:moveTo>
                <a:lnTo>
                  <a:pt x="203200" y="1905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11666" y="190500"/>
                </a:lnTo>
                <a:close/>
              </a:path>
              <a:path w="241300" h="241300">
                <a:moveTo>
                  <a:pt x="42333" y="190500"/>
                </a:moveTo>
                <a:lnTo>
                  <a:pt x="38100" y="190500"/>
                </a:lnTo>
                <a:lnTo>
                  <a:pt x="45720" y="195580"/>
                </a:lnTo>
                <a:lnTo>
                  <a:pt x="42333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5579" y="195580"/>
                </a:lnTo>
                <a:lnTo>
                  <a:pt x="203200" y="190500"/>
                </a:lnTo>
                <a:lnTo>
                  <a:pt x="211666" y="1905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195579" y="45719"/>
                </a:move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11666" y="50800"/>
                </a:lnTo>
                <a:lnTo>
                  <a:pt x="203200" y="50800"/>
                </a:lnTo>
                <a:lnTo>
                  <a:pt x="195579" y="45719"/>
                </a:lnTo>
                <a:close/>
              </a:path>
              <a:path w="241300" h="241300">
                <a:moveTo>
                  <a:pt x="50800" y="38100"/>
                </a:moveTo>
                <a:lnTo>
                  <a:pt x="38100" y="50800"/>
                </a:lnTo>
                <a:lnTo>
                  <a:pt x="45720" y="45719"/>
                </a:lnTo>
                <a:lnTo>
                  <a:pt x="50800" y="38100"/>
                </a:lnTo>
                <a:close/>
              </a:path>
              <a:path w="241300" h="241300">
                <a:moveTo>
                  <a:pt x="45720" y="45719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20" y="45719"/>
                </a:lnTo>
                <a:close/>
              </a:path>
              <a:path w="241300" h="241300">
                <a:moveTo>
                  <a:pt x="190500" y="38100"/>
                </a:moveTo>
                <a:lnTo>
                  <a:pt x="195579" y="45719"/>
                </a:lnTo>
                <a:lnTo>
                  <a:pt x="203200" y="50800"/>
                </a:lnTo>
                <a:lnTo>
                  <a:pt x="190500" y="381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03200" y="50800"/>
                </a:lnTo>
                <a:lnTo>
                  <a:pt x="211666" y="508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50800" y="38100"/>
                </a:lnTo>
                <a:lnTo>
                  <a:pt x="45720" y="45719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5579" y="45719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16300" y="51566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03600" y="51562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524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88900"/>
                </a:lnTo>
                <a:lnTo>
                  <a:pt x="0" y="114300"/>
                </a:lnTo>
                <a:lnTo>
                  <a:pt x="1270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27000" y="228600"/>
                </a:lnTo>
                <a:lnTo>
                  <a:pt x="76200" y="215900"/>
                </a:lnTo>
                <a:lnTo>
                  <a:pt x="88900" y="215900"/>
                </a:lnTo>
                <a:lnTo>
                  <a:pt x="50800" y="190500"/>
                </a:lnTo>
                <a:lnTo>
                  <a:pt x="25400" y="165100"/>
                </a:lnTo>
                <a:lnTo>
                  <a:pt x="25400" y="1397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25400" y="76200"/>
                </a:lnTo>
                <a:lnTo>
                  <a:pt x="50800" y="38100"/>
                </a:lnTo>
                <a:lnTo>
                  <a:pt x="88900" y="12700"/>
                </a:lnTo>
                <a:lnTo>
                  <a:pt x="165100" y="12700"/>
                </a:lnTo>
                <a:lnTo>
                  <a:pt x="152400" y="0"/>
                </a:lnTo>
                <a:close/>
              </a:path>
              <a:path w="241300" h="241300">
                <a:moveTo>
                  <a:pt x="215900" y="38100"/>
                </a:moveTo>
                <a:lnTo>
                  <a:pt x="203200" y="38100"/>
                </a:lnTo>
                <a:lnTo>
                  <a:pt x="228600" y="76200"/>
                </a:lnTo>
                <a:lnTo>
                  <a:pt x="228600" y="165100"/>
                </a:lnTo>
                <a:lnTo>
                  <a:pt x="203200" y="190500"/>
                </a:lnTo>
                <a:lnTo>
                  <a:pt x="165100" y="215900"/>
                </a:lnTo>
                <a:lnTo>
                  <a:pt x="127000" y="228600"/>
                </a:lnTo>
                <a:lnTo>
                  <a:pt x="177800" y="228600"/>
                </a:lnTo>
                <a:lnTo>
                  <a:pt x="203200" y="203200"/>
                </a:lnTo>
                <a:lnTo>
                  <a:pt x="215900" y="203200"/>
                </a:lnTo>
                <a:lnTo>
                  <a:pt x="241300" y="165100"/>
                </a:lnTo>
                <a:lnTo>
                  <a:pt x="241300" y="76200"/>
                </a:lnTo>
                <a:lnTo>
                  <a:pt x="215900" y="38100"/>
                </a:lnTo>
                <a:close/>
              </a:path>
              <a:path w="241300" h="241300">
                <a:moveTo>
                  <a:pt x="177800" y="12700"/>
                </a:moveTo>
                <a:lnTo>
                  <a:pt x="165100" y="12700"/>
                </a:lnTo>
                <a:lnTo>
                  <a:pt x="203200" y="38100"/>
                </a:lnTo>
                <a:lnTo>
                  <a:pt x="177800" y="12700"/>
                </a:lnTo>
                <a:close/>
              </a:path>
              <a:path w="241300" h="241300">
                <a:moveTo>
                  <a:pt x="101600" y="12700"/>
                </a:moveTo>
                <a:lnTo>
                  <a:pt x="88900" y="12700"/>
                </a:lnTo>
                <a:lnTo>
                  <a:pt x="76200" y="25400"/>
                </a:lnTo>
                <a:lnTo>
                  <a:pt x="101600" y="127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52400" y="12700"/>
                </a:lnTo>
                <a:lnTo>
                  <a:pt x="165100" y="254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40400" y="5740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0400" y="57277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152400" y="215900"/>
                </a:lnTo>
                <a:lnTo>
                  <a:pt x="165100" y="215900"/>
                </a:lnTo>
                <a:lnTo>
                  <a:pt x="114300" y="2286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38100" y="203200"/>
                </a:moveTo>
                <a:lnTo>
                  <a:pt x="63500" y="228600"/>
                </a:lnTo>
                <a:lnTo>
                  <a:pt x="114300" y="2286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38100" y="38100"/>
                </a:move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101600" y="12700"/>
                </a:moveTo>
                <a:lnTo>
                  <a:pt x="63500" y="12700"/>
                </a:lnTo>
                <a:lnTo>
                  <a:pt x="38100" y="381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12700"/>
                </a:lnTo>
                <a:close/>
              </a:path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76200" y="12700"/>
                </a:lnTo>
                <a:lnTo>
                  <a:pt x="139700" y="127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17800" y="4877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05100" y="48641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524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101600"/>
                </a:lnTo>
                <a:lnTo>
                  <a:pt x="0" y="127000"/>
                </a:lnTo>
                <a:lnTo>
                  <a:pt x="1270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77800" y="228600"/>
                </a:lnTo>
                <a:lnTo>
                  <a:pt x="127000" y="2286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25400" y="139700"/>
                </a:lnTo>
                <a:lnTo>
                  <a:pt x="12700" y="127000"/>
                </a:lnTo>
                <a:lnTo>
                  <a:pt x="25400" y="101600"/>
                </a:lnTo>
                <a:lnTo>
                  <a:pt x="25400" y="76200"/>
                </a:lnTo>
                <a:lnTo>
                  <a:pt x="50800" y="38100"/>
                </a:lnTo>
                <a:lnTo>
                  <a:pt x="69850" y="38100"/>
                </a:lnTo>
                <a:lnTo>
                  <a:pt x="88900" y="25400"/>
                </a:lnTo>
                <a:lnTo>
                  <a:pt x="101600" y="12700"/>
                </a:lnTo>
                <a:lnTo>
                  <a:pt x="177800" y="12700"/>
                </a:lnTo>
                <a:lnTo>
                  <a:pt x="152400" y="0"/>
                </a:lnTo>
                <a:close/>
              </a:path>
              <a:path w="241300" h="241300">
                <a:moveTo>
                  <a:pt x="215900" y="38100"/>
                </a:moveTo>
                <a:lnTo>
                  <a:pt x="203200" y="38100"/>
                </a:lnTo>
                <a:lnTo>
                  <a:pt x="228600" y="76200"/>
                </a:lnTo>
                <a:lnTo>
                  <a:pt x="228600" y="165100"/>
                </a:lnTo>
                <a:lnTo>
                  <a:pt x="203200" y="203200"/>
                </a:lnTo>
                <a:lnTo>
                  <a:pt x="127000" y="228600"/>
                </a:lnTo>
                <a:lnTo>
                  <a:pt x="177800" y="228600"/>
                </a:lnTo>
                <a:lnTo>
                  <a:pt x="215900" y="203200"/>
                </a:lnTo>
                <a:lnTo>
                  <a:pt x="241300" y="165100"/>
                </a:lnTo>
                <a:lnTo>
                  <a:pt x="241300" y="76200"/>
                </a:lnTo>
                <a:lnTo>
                  <a:pt x="215900" y="38100"/>
                </a:lnTo>
                <a:close/>
              </a:path>
              <a:path w="241300" h="241300">
                <a:moveTo>
                  <a:pt x="69850" y="38100"/>
                </a:moveTo>
                <a:lnTo>
                  <a:pt x="50800" y="38100"/>
                </a:lnTo>
                <a:lnTo>
                  <a:pt x="50800" y="50800"/>
                </a:lnTo>
                <a:lnTo>
                  <a:pt x="69850" y="38100"/>
                </a:lnTo>
                <a:close/>
              </a:path>
              <a:path w="241300" h="241300">
                <a:moveTo>
                  <a:pt x="177800" y="12700"/>
                </a:moveTo>
                <a:lnTo>
                  <a:pt x="152400" y="12700"/>
                </a:lnTo>
                <a:lnTo>
                  <a:pt x="165100" y="25400"/>
                </a:lnTo>
                <a:lnTo>
                  <a:pt x="203200" y="50800"/>
                </a:lnTo>
                <a:lnTo>
                  <a:pt x="203200" y="38100"/>
                </a:lnTo>
                <a:lnTo>
                  <a:pt x="215900" y="38100"/>
                </a:lnTo>
                <a:lnTo>
                  <a:pt x="1778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01900" y="40771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89200" y="40767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77800" y="0"/>
                </a:moveTo>
                <a:lnTo>
                  <a:pt x="76200" y="0"/>
                </a:lnTo>
                <a:lnTo>
                  <a:pt x="38100" y="25400"/>
                </a:lnTo>
                <a:lnTo>
                  <a:pt x="38100" y="38100"/>
                </a:lnTo>
                <a:lnTo>
                  <a:pt x="12700" y="63500"/>
                </a:lnTo>
                <a:lnTo>
                  <a:pt x="12700" y="88900"/>
                </a:lnTo>
                <a:lnTo>
                  <a:pt x="0" y="114300"/>
                </a:lnTo>
                <a:lnTo>
                  <a:pt x="1270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77800" y="228600"/>
                </a:lnTo>
                <a:lnTo>
                  <a:pt x="127000" y="228600"/>
                </a:lnTo>
                <a:lnTo>
                  <a:pt x="88900" y="215900"/>
                </a:lnTo>
                <a:lnTo>
                  <a:pt x="50800" y="190500"/>
                </a:lnTo>
                <a:lnTo>
                  <a:pt x="33866" y="165100"/>
                </a:lnTo>
                <a:lnTo>
                  <a:pt x="25400" y="165100"/>
                </a:lnTo>
                <a:lnTo>
                  <a:pt x="25400" y="139700"/>
                </a:lnTo>
                <a:lnTo>
                  <a:pt x="12700" y="114300"/>
                </a:lnTo>
                <a:lnTo>
                  <a:pt x="25400" y="88900"/>
                </a:lnTo>
                <a:lnTo>
                  <a:pt x="25400" y="76200"/>
                </a:lnTo>
                <a:lnTo>
                  <a:pt x="50800" y="38100"/>
                </a:lnTo>
                <a:lnTo>
                  <a:pt x="88900" y="12700"/>
                </a:lnTo>
                <a:lnTo>
                  <a:pt x="196850" y="12700"/>
                </a:lnTo>
                <a:lnTo>
                  <a:pt x="177800" y="0"/>
                </a:lnTo>
                <a:close/>
              </a:path>
              <a:path w="241300" h="241300">
                <a:moveTo>
                  <a:pt x="228600" y="152400"/>
                </a:moveTo>
                <a:lnTo>
                  <a:pt x="203200" y="190500"/>
                </a:lnTo>
                <a:lnTo>
                  <a:pt x="165100" y="215900"/>
                </a:lnTo>
                <a:lnTo>
                  <a:pt x="127000" y="228600"/>
                </a:lnTo>
                <a:lnTo>
                  <a:pt x="177800" y="228600"/>
                </a:lnTo>
                <a:lnTo>
                  <a:pt x="215900" y="203200"/>
                </a:lnTo>
                <a:lnTo>
                  <a:pt x="241300" y="165100"/>
                </a:lnTo>
                <a:lnTo>
                  <a:pt x="228600" y="165100"/>
                </a:lnTo>
                <a:lnTo>
                  <a:pt x="228600" y="152400"/>
                </a:lnTo>
                <a:close/>
              </a:path>
              <a:path w="241300" h="241300">
                <a:moveTo>
                  <a:pt x="25400" y="152400"/>
                </a:moveTo>
                <a:lnTo>
                  <a:pt x="25400" y="165100"/>
                </a:lnTo>
                <a:lnTo>
                  <a:pt x="33866" y="165100"/>
                </a:lnTo>
                <a:lnTo>
                  <a:pt x="25400" y="152400"/>
                </a:lnTo>
                <a:close/>
              </a:path>
              <a:path w="241300" h="241300">
                <a:moveTo>
                  <a:pt x="196850" y="12700"/>
                </a:moveTo>
                <a:lnTo>
                  <a:pt x="165100" y="12700"/>
                </a:lnTo>
                <a:lnTo>
                  <a:pt x="203200" y="38100"/>
                </a:lnTo>
                <a:lnTo>
                  <a:pt x="228600" y="76200"/>
                </a:lnTo>
                <a:lnTo>
                  <a:pt x="228600" y="165100"/>
                </a:lnTo>
                <a:lnTo>
                  <a:pt x="241300" y="165100"/>
                </a:lnTo>
                <a:lnTo>
                  <a:pt x="241300" y="63500"/>
                </a:lnTo>
                <a:lnTo>
                  <a:pt x="215900" y="38100"/>
                </a:lnTo>
                <a:lnTo>
                  <a:pt x="215900" y="25400"/>
                </a:lnTo>
                <a:lnTo>
                  <a:pt x="19685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11900" y="5740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11900" y="57277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76200" y="228600"/>
                </a:lnTo>
                <a:lnTo>
                  <a:pt x="114300" y="2413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120650" y="227012"/>
                </a:lnTo>
                <a:lnTo>
                  <a:pt x="76200" y="2159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120650" y="227012"/>
                </a:moveTo>
                <a:lnTo>
                  <a:pt x="114300" y="228600"/>
                </a:lnTo>
                <a:lnTo>
                  <a:pt x="127000" y="228600"/>
                </a:lnTo>
                <a:lnTo>
                  <a:pt x="120650" y="227012"/>
                </a:lnTo>
                <a:close/>
              </a:path>
              <a:path w="241300" h="241300">
                <a:moveTo>
                  <a:pt x="203200" y="203200"/>
                </a:moveTo>
                <a:lnTo>
                  <a:pt x="165100" y="215900"/>
                </a:lnTo>
                <a:lnTo>
                  <a:pt x="120650" y="227012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close/>
              </a:path>
              <a:path w="241300" h="241300">
                <a:moveTo>
                  <a:pt x="1397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195579" y="45719"/>
                </a:move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11666" y="50800"/>
                </a:lnTo>
                <a:lnTo>
                  <a:pt x="203200" y="50800"/>
                </a:lnTo>
                <a:lnTo>
                  <a:pt x="195579" y="45719"/>
                </a:lnTo>
                <a:close/>
              </a:path>
              <a:path w="241300" h="241300">
                <a:moveTo>
                  <a:pt x="50800" y="38100"/>
                </a:moveTo>
                <a:lnTo>
                  <a:pt x="38100" y="50800"/>
                </a:lnTo>
                <a:lnTo>
                  <a:pt x="45720" y="45719"/>
                </a:lnTo>
                <a:lnTo>
                  <a:pt x="50800" y="38100"/>
                </a:lnTo>
                <a:close/>
              </a:path>
              <a:path w="241300" h="241300">
                <a:moveTo>
                  <a:pt x="45720" y="45719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20" y="45719"/>
                </a:lnTo>
                <a:close/>
              </a:path>
              <a:path w="241300" h="241300">
                <a:moveTo>
                  <a:pt x="190500" y="38100"/>
                </a:moveTo>
                <a:lnTo>
                  <a:pt x="195579" y="45719"/>
                </a:lnTo>
                <a:lnTo>
                  <a:pt x="203200" y="50800"/>
                </a:lnTo>
                <a:lnTo>
                  <a:pt x="190500" y="381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03200" y="50800"/>
                </a:lnTo>
                <a:lnTo>
                  <a:pt x="211666" y="508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50800" y="38100"/>
                </a:lnTo>
                <a:lnTo>
                  <a:pt x="45720" y="45719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5579" y="45719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03400" y="1531579"/>
            <a:ext cx="6986905" cy="2186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037205" indent="660400">
              <a:lnSpc>
                <a:spcPct val="101200"/>
              </a:lnSpc>
            </a:pPr>
            <a:r>
              <a:rPr sz="2800" spc="15" dirty="0">
                <a:latin typeface="Arial"/>
                <a:cs typeface="Arial"/>
              </a:rPr>
              <a:t>О</a:t>
            </a:r>
            <a:r>
              <a:rPr sz="2800" spc="-45" dirty="0">
                <a:latin typeface="Arial"/>
                <a:cs typeface="Arial"/>
              </a:rPr>
              <a:t>ш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105" dirty="0">
                <a:latin typeface="Arial"/>
                <a:cs typeface="Arial"/>
              </a:rPr>
              <a:t>б</a:t>
            </a:r>
            <a:r>
              <a:rPr sz="2800" spc="70" dirty="0">
                <a:latin typeface="Arial"/>
                <a:cs typeface="Arial"/>
              </a:rPr>
              <a:t>к</a:t>
            </a:r>
            <a:r>
              <a:rPr sz="2800" dirty="0">
                <a:latin typeface="Arial"/>
                <a:cs typeface="Arial"/>
              </a:rPr>
              <a:t>а</a:t>
            </a:r>
            <a:r>
              <a:rPr sz="2800" spc="65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I</a:t>
            </a:r>
            <a:r>
              <a:rPr sz="2800" dirty="0">
                <a:latin typeface="Arial"/>
                <a:cs typeface="Arial"/>
              </a:rPr>
              <a:t>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-160" dirty="0">
                <a:latin typeface="Arial"/>
                <a:cs typeface="Arial"/>
              </a:rPr>
              <a:t>о</a:t>
            </a:r>
            <a:r>
              <a:rPr sz="2800" spc="-35" dirty="0">
                <a:latin typeface="Arial"/>
                <a:cs typeface="Arial"/>
              </a:rPr>
              <a:t>д</a:t>
            </a:r>
            <a:r>
              <a:rPr sz="2800" dirty="0">
                <a:latin typeface="Arial"/>
                <a:cs typeface="Arial"/>
              </a:rPr>
              <a:t>а </a:t>
            </a:r>
            <a:r>
              <a:rPr sz="2800" spc="-35" dirty="0">
                <a:latin typeface="Arial"/>
                <a:cs typeface="Arial"/>
              </a:rPr>
              <a:t>(л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spc="-75" dirty="0">
                <a:latin typeface="Arial"/>
                <a:cs typeface="Arial"/>
              </a:rPr>
              <a:t>ж</a:t>
            </a:r>
            <a:r>
              <a:rPr sz="2800" spc="-45" dirty="0">
                <a:latin typeface="Arial"/>
                <a:cs typeface="Arial"/>
              </a:rPr>
              <a:t>н</a:t>
            </a:r>
            <a:r>
              <a:rPr sz="2800" spc="-15" dirty="0">
                <a:latin typeface="Arial"/>
                <a:cs typeface="Arial"/>
              </a:rPr>
              <a:t>ы</a:t>
            </a:r>
            <a:r>
              <a:rPr sz="2800" dirty="0">
                <a:latin typeface="Arial"/>
                <a:cs typeface="Arial"/>
              </a:rPr>
              <a:t>е</a:t>
            </a:r>
            <a:r>
              <a:rPr sz="2800" spc="2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с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204" dirty="0">
                <a:latin typeface="Arial"/>
                <a:cs typeface="Arial"/>
              </a:rPr>
              <a:t>б</a:t>
            </a:r>
            <a:r>
              <a:rPr sz="2800" spc="-160" dirty="0">
                <a:latin typeface="Arial"/>
                <a:cs typeface="Arial"/>
              </a:rPr>
              <a:t>а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spc="-15" dirty="0">
                <a:latin typeface="Arial"/>
                <a:cs typeface="Arial"/>
              </a:rPr>
              <a:t>ы</a:t>
            </a:r>
            <a:r>
              <a:rPr sz="2800" spc="-90" dirty="0">
                <a:latin typeface="Arial"/>
                <a:cs typeface="Arial"/>
              </a:rPr>
              <a:t>в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45" dirty="0">
                <a:latin typeface="Arial"/>
                <a:cs typeface="Arial"/>
              </a:rPr>
              <a:t>н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20" dirty="0">
                <a:latin typeface="Arial"/>
                <a:cs typeface="Arial"/>
              </a:rPr>
              <a:t>я</a:t>
            </a:r>
            <a:r>
              <a:rPr sz="280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4699000" indent="-342900">
              <a:lnSpc>
                <a:spcPct val="100000"/>
              </a:lnSpc>
              <a:spcBef>
                <a:spcPts val="1540"/>
              </a:spcBef>
              <a:tabLst>
                <a:tab pos="5981065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я	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2000"/>
              </a:lnSpc>
            </a:pPr>
            <a:endParaRPr sz="2000"/>
          </a:p>
          <a:p>
            <a:pPr>
              <a:lnSpc>
                <a:spcPts val="2000"/>
              </a:lnSpc>
            </a:pPr>
            <a:endParaRPr sz="2000"/>
          </a:p>
          <a:p>
            <a:pPr marR="95250" algn="r">
              <a:lnSpc>
                <a:spcPct val="100000"/>
              </a:lnSpc>
            </a:pPr>
            <a:r>
              <a:rPr sz="2000" spc="-4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я 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84600" y="4749800"/>
            <a:ext cx="5527040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22600" marR="802640">
              <a:lnSpc>
                <a:spcPct val="100000"/>
              </a:lnSpc>
            </a:pPr>
            <a:r>
              <a:rPr sz="2000" spc="-15" dirty="0">
                <a:latin typeface="Arial"/>
                <a:cs typeface="Arial"/>
              </a:rPr>
              <a:t>Б</a:t>
            </a:r>
            <a:r>
              <a:rPr sz="2000" spc="-1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</a:t>
            </a:r>
            <a:endParaRPr sz="2000">
              <a:latin typeface="Arial"/>
              <a:cs typeface="Arial"/>
            </a:endParaRPr>
          </a:p>
          <a:p>
            <a:pPr marL="3022600">
              <a:lnSpc>
                <a:spcPct val="100000"/>
              </a:lnSpc>
            </a:pPr>
            <a:r>
              <a:rPr sz="2000" spc="-15" dirty="0">
                <a:latin typeface="Arial"/>
                <a:cs typeface="Arial"/>
              </a:rPr>
              <a:t>«о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»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2000"/>
              </a:lnSpc>
            </a:pPr>
            <a:endParaRPr sz="2000"/>
          </a:p>
          <a:p>
            <a:pPr>
              <a:lnSpc>
                <a:spcPts val="2000"/>
              </a:lnSpc>
              <a:spcBef>
                <a:spcPts val="59"/>
              </a:spcBef>
            </a:pPr>
            <a:endParaRPr sz="2000"/>
          </a:p>
          <a:p>
            <a:pPr marL="12700" marR="1525905" indent="736600">
              <a:lnSpc>
                <a:spcPct val="101200"/>
              </a:lnSpc>
            </a:pPr>
            <a:r>
              <a:rPr sz="2800" spc="15" dirty="0">
                <a:latin typeface="Arial"/>
                <a:cs typeface="Arial"/>
              </a:rPr>
              <a:t>О</a:t>
            </a:r>
            <a:r>
              <a:rPr sz="2800" spc="-45" dirty="0">
                <a:latin typeface="Arial"/>
                <a:cs typeface="Arial"/>
              </a:rPr>
              <a:t>ш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105" dirty="0">
                <a:latin typeface="Arial"/>
                <a:cs typeface="Arial"/>
              </a:rPr>
              <a:t>б</a:t>
            </a:r>
            <a:r>
              <a:rPr sz="2800" spc="70" dirty="0">
                <a:latin typeface="Arial"/>
                <a:cs typeface="Arial"/>
              </a:rPr>
              <a:t>к</a:t>
            </a:r>
            <a:r>
              <a:rPr sz="2800" dirty="0">
                <a:latin typeface="Arial"/>
                <a:cs typeface="Arial"/>
              </a:rPr>
              <a:t>а</a:t>
            </a:r>
            <a:r>
              <a:rPr sz="2800" spc="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</a:t>
            </a:r>
            <a:r>
              <a:rPr sz="2800" spc="40" dirty="0">
                <a:latin typeface="Arial"/>
                <a:cs typeface="Arial"/>
              </a:rPr>
              <a:t> р</a:t>
            </a:r>
            <a:r>
              <a:rPr sz="2800" spc="-160" dirty="0">
                <a:latin typeface="Arial"/>
                <a:cs typeface="Arial"/>
              </a:rPr>
              <a:t>о</a:t>
            </a:r>
            <a:r>
              <a:rPr sz="2800" spc="-35" dirty="0">
                <a:latin typeface="Arial"/>
                <a:cs typeface="Arial"/>
              </a:rPr>
              <a:t>д</a:t>
            </a:r>
            <a:r>
              <a:rPr sz="2800" dirty="0">
                <a:latin typeface="Arial"/>
                <a:cs typeface="Arial"/>
              </a:rPr>
              <a:t>а </a:t>
            </a:r>
            <a:r>
              <a:rPr sz="2800" spc="-35" dirty="0">
                <a:latin typeface="Arial"/>
                <a:cs typeface="Arial"/>
              </a:rPr>
              <a:t>(</a:t>
            </a:r>
            <a:r>
              <a:rPr sz="2800" spc="-20" dirty="0">
                <a:latin typeface="Arial"/>
                <a:cs typeface="Arial"/>
              </a:rPr>
              <a:t>п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spc="-20" dirty="0">
                <a:latin typeface="Arial"/>
                <a:cs typeface="Arial"/>
              </a:rPr>
              <a:t>п</a:t>
            </a:r>
            <a:r>
              <a:rPr sz="2800" spc="-100" dirty="0">
                <a:latin typeface="Arial"/>
                <a:cs typeface="Arial"/>
              </a:rPr>
              <a:t>у</a:t>
            </a:r>
            <a:r>
              <a:rPr sz="2800" spc="-5" dirty="0">
                <a:latin typeface="Arial"/>
                <a:cs typeface="Arial"/>
              </a:rPr>
              <a:t>щ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-45" dirty="0">
                <a:latin typeface="Arial"/>
                <a:cs typeface="Arial"/>
              </a:rPr>
              <a:t>нн</a:t>
            </a:r>
            <a:r>
              <a:rPr sz="2800" spc="-15" dirty="0">
                <a:latin typeface="Arial"/>
                <a:cs typeface="Arial"/>
              </a:rPr>
              <a:t>ы</a:t>
            </a:r>
            <a:r>
              <a:rPr sz="2800" dirty="0">
                <a:latin typeface="Arial"/>
                <a:cs typeface="Arial"/>
              </a:rPr>
              <a:t>е</a:t>
            </a:r>
            <a:r>
              <a:rPr sz="2800" spc="36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spc="-204" dirty="0">
                <a:latin typeface="Arial"/>
                <a:cs typeface="Arial"/>
              </a:rPr>
              <a:t>б</a:t>
            </a:r>
            <a:r>
              <a:rPr sz="2800" spc="-50" dirty="0">
                <a:latin typeface="Arial"/>
                <a:cs typeface="Arial"/>
              </a:rPr>
              <a:t>ъ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-30" dirty="0">
                <a:latin typeface="Arial"/>
                <a:cs typeface="Arial"/>
              </a:rPr>
              <a:t>к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spc="-15" dirty="0">
                <a:latin typeface="Arial"/>
                <a:cs typeface="Arial"/>
              </a:rPr>
              <a:t>ы</a:t>
            </a:r>
            <a:r>
              <a:rPr sz="280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"/>
          <p:cNvSpPr txBox="1">
            <a:spLocks/>
          </p:cNvSpPr>
          <p:nvPr/>
        </p:nvSpPr>
        <p:spPr>
          <a:xfrm>
            <a:off x="317500" y="3492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46100" algn="ctr">
              <a:lnSpc>
                <a:spcPct val="100000"/>
              </a:lnSpc>
            </a:pPr>
            <a:r>
              <a:rPr lang="ru-RU" b="1" spc="5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ru-RU" b="1" spc="30" smtClean="0">
                <a:solidFill>
                  <a:schemeClr val="bg1"/>
                </a:solidFill>
                <a:latin typeface="+mn-lt"/>
              </a:rPr>
              <a:t>ш</a:t>
            </a:r>
            <a:r>
              <a:rPr lang="ru-RU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ru-RU" b="1" spc="-135" smtClean="0">
                <a:solidFill>
                  <a:schemeClr val="bg1"/>
                </a:solidFill>
                <a:latin typeface="+mn-lt"/>
              </a:rPr>
              <a:t>б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ки</a:t>
            </a:r>
            <a:r>
              <a:rPr lang="ru-RU" b="1" spc="12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I</a:t>
            </a:r>
            <a:r>
              <a:rPr lang="ru-RU" b="1" spc="-8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ru-RU" b="1" spc="2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pc="5" smtClean="0">
                <a:solidFill>
                  <a:schemeClr val="bg1"/>
                </a:solidFill>
                <a:latin typeface="+mn-lt"/>
              </a:rPr>
              <a:t>I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I</a:t>
            </a:r>
            <a:r>
              <a:rPr lang="ru-RU" b="1" spc="2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pc="-80" smtClean="0">
                <a:solidFill>
                  <a:schemeClr val="bg1"/>
                </a:solidFill>
                <a:latin typeface="+mn-lt"/>
              </a:rPr>
              <a:t>ро</a:t>
            </a:r>
            <a:r>
              <a:rPr lang="ru-RU" b="1" spc="30" smtClean="0">
                <a:solidFill>
                  <a:schemeClr val="bg1"/>
                </a:solidFill>
                <a:latin typeface="+mn-lt"/>
              </a:rPr>
              <a:t>д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а</a:t>
            </a:r>
            <a:endParaRPr lang="ru-RU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7500" y="1534139"/>
            <a:ext cx="9982200" cy="1927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84225" indent="-342900">
              <a:lnSpc>
                <a:spcPct val="100699"/>
              </a:lnSpc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ссы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ы</a:t>
            </a:r>
          </a:p>
          <a:p>
            <a:pPr marL="812800" lvl="1" indent="-342900">
              <a:lnSpc>
                <a:spcPct val="100000"/>
              </a:lnSpc>
              <a:spcBef>
                <a:spcPts val="520"/>
              </a:spcBef>
              <a:buFont typeface="Wingdings" panose="05000000000000000000" pitchFamily="2" charset="2"/>
              <a:buChar char="Ø"/>
              <a:tabLst>
                <a:tab pos="761365" algn="l"/>
                <a:tab pos="762000" algn="l"/>
              </a:tabLst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сса</a:t>
            </a:r>
            <a:r>
              <a:rPr sz="2000" spc="30" dirty="0">
                <a:latin typeface="Arial"/>
                <a:cs typeface="Arial"/>
              </a:rPr>
              <a:t> (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5" dirty="0">
                <a:latin typeface="Arial"/>
                <a:cs typeface="Arial"/>
              </a:rPr>
              <a:t>а»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о</a:t>
            </a:r>
          </a:p>
          <a:p>
            <a:pPr marL="812800" lvl="1" indent="-342900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61365" algn="l"/>
                <a:tab pos="762000" algn="l"/>
              </a:tabLst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сса</a:t>
            </a:r>
            <a:r>
              <a:rPr sz="2000" spc="30" dirty="0">
                <a:latin typeface="Arial"/>
                <a:cs typeface="Arial"/>
              </a:rPr>
              <a:t> (</a:t>
            </a: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»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1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</a:p>
          <a:p>
            <a:pPr marL="355600" marR="6350" indent="-342900">
              <a:lnSpc>
                <a:spcPct val="100699"/>
              </a:lnSpc>
              <a:spcBef>
                <a:spcPts val="48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I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да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сти</a:t>
            </a:r>
            <a:r>
              <a:rPr sz="2400" spc="29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17700" y="3873500"/>
            <a:ext cx="9836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buFont typeface="Arial"/>
              <a:buChar char="•"/>
              <a:tabLst>
                <a:tab pos="3048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ус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7700" y="4597400"/>
            <a:ext cx="5944870" cy="179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buFont typeface="Arial"/>
              <a:buChar char="•"/>
              <a:tabLst>
                <a:tab pos="304800" algn="l"/>
                <a:tab pos="3834765" algn="l"/>
              </a:tabLst>
            </a:pPr>
            <a:r>
              <a:rPr sz="2000" spc="-25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40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	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 ро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0</a:t>
            </a:r>
            <a:r>
              <a:rPr sz="2000" spc="40" dirty="0">
                <a:latin typeface="Arial"/>
                <a:cs typeface="Arial"/>
              </a:rPr>
              <a:t>.</a:t>
            </a:r>
            <a:r>
              <a:rPr sz="2000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  <a:p>
            <a:pPr marR="2030095" algn="ctr">
              <a:lnSpc>
                <a:spcPct val="100000"/>
              </a:lnSpc>
              <a:spcBef>
                <a:spcPts val="600"/>
              </a:spcBef>
            </a:pPr>
            <a:r>
              <a:rPr sz="2100" i="1" spc="110" dirty="0">
                <a:latin typeface="Times New Roman"/>
                <a:cs typeface="Times New Roman"/>
              </a:rPr>
              <a:t>P</a:t>
            </a:r>
            <a:r>
              <a:rPr sz="2100" spc="10" dirty="0">
                <a:latin typeface="Times New Roman"/>
                <a:cs typeface="Times New Roman"/>
              </a:rPr>
              <a:t>(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f</a:t>
            </a:r>
            <a:r>
              <a:rPr sz="2100" i="1" spc="-2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(</a:t>
            </a:r>
            <a:r>
              <a:rPr sz="2100" i="1" spc="55" dirty="0">
                <a:latin typeface="Times New Roman"/>
                <a:cs typeface="Times New Roman"/>
              </a:rPr>
              <a:t>x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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</a:t>
            </a:r>
            <a:r>
              <a:rPr sz="2100" spc="20" dirty="0">
                <a:latin typeface="Times New Roman"/>
                <a:cs typeface="Times New Roman"/>
              </a:rPr>
              <a:t>1</a:t>
            </a:r>
            <a:r>
              <a:rPr sz="2100" spc="-30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|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i="1" spc="15" dirty="0">
                <a:latin typeface="Times New Roman"/>
                <a:cs typeface="Times New Roman"/>
              </a:rPr>
              <a:t>y</a:t>
            </a:r>
            <a:r>
              <a:rPr sz="2100" i="1" spc="2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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155" dirty="0">
                <a:latin typeface="Times New Roman"/>
                <a:cs typeface="Times New Roman"/>
              </a:rPr>
              <a:t>1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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55" dirty="0">
                <a:latin typeface="Times New Roman"/>
                <a:cs typeface="Times New Roman"/>
              </a:rPr>
              <a:t>0</a:t>
            </a:r>
            <a:r>
              <a:rPr sz="2100" spc="70" dirty="0">
                <a:latin typeface="Times New Roman"/>
                <a:cs typeface="Times New Roman"/>
              </a:rPr>
              <a:t>.</a:t>
            </a:r>
            <a:r>
              <a:rPr sz="2100" spc="20" dirty="0">
                <a:latin typeface="Times New Roman"/>
                <a:cs typeface="Times New Roman"/>
              </a:rPr>
              <a:t>5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ts val="1050"/>
              </a:lnSpc>
              <a:spcBef>
                <a:spcPts val="30"/>
              </a:spcBef>
            </a:pPr>
            <a:endParaRPr sz="1050"/>
          </a:p>
          <a:p>
            <a:pPr>
              <a:lnSpc>
                <a:spcPts val="2100"/>
              </a:lnSpc>
            </a:pPr>
            <a:endParaRPr sz="2100"/>
          </a:p>
          <a:p>
            <a:pPr marL="304800" indent="-292100">
              <a:lnSpc>
                <a:spcPct val="100000"/>
              </a:lnSpc>
              <a:buFont typeface="Arial"/>
              <a:buChar char="•"/>
              <a:tabLst>
                <a:tab pos="304800" algn="l"/>
              </a:tabLst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бщ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dirty="0">
                <a:latin typeface="Arial"/>
                <a:cs typeface="Arial"/>
              </a:rPr>
              <a:t>ь</a:t>
            </a:r>
            <a:endParaRPr sz="2000">
              <a:latin typeface="Arial"/>
              <a:cs typeface="Arial"/>
            </a:endParaRPr>
          </a:p>
          <a:p>
            <a:pPr marR="2143125" algn="ctr">
              <a:lnSpc>
                <a:spcPct val="100000"/>
              </a:lnSpc>
              <a:spcBef>
                <a:spcPts val="350"/>
              </a:spcBef>
            </a:pPr>
            <a:r>
              <a:rPr sz="2150" i="1" spc="75" dirty="0">
                <a:latin typeface="Times New Roman"/>
                <a:cs typeface="Times New Roman"/>
              </a:rPr>
              <a:t>P</a:t>
            </a:r>
            <a:r>
              <a:rPr sz="2150" spc="80" dirty="0">
                <a:latin typeface="Times New Roman"/>
                <a:cs typeface="Times New Roman"/>
              </a:rPr>
              <a:t>(</a:t>
            </a:r>
            <a:r>
              <a:rPr sz="2150" i="1" spc="20" dirty="0">
                <a:latin typeface="Times New Roman"/>
                <a:cs typeface="Times New Roman"/>
              </a:rPr>
              <a:t>a</a:t>
            </a:r>
            <a:r>
              <a:rPr sz="2150" spc="180" dirty="0">
                <a:latin typeface="Times New Roman"/>
                <a:cs typeface="Times New Roman"/>
              </a:rPr>
              <a:t>(</a:t>
            </a:r>
            <a:r>
              <a:rPr sz="2150" i="1" spc="135" dirty="0">
                <a:latin typeface="Times New Roman"/>
                <a:cs typeface="Times New Roman"/>
              </a:rPr>
              <a:t>x</a:t>
            </a:r>
            <a:r>
              <a:rPr sz="2150" spc="5" dirty="0">
                <a:latin typeface="Times New Roman"/>
                <a:cs typeface="Times New Roman"/>
              </a:rPr>
              <a:t>)</a:t>
            </a:r>
            <a:r>
              <a:rPr sz="2150" spc="-65" dirty="0">
                <a:latin typeface="Times New Roman"/>
                <a:cs typeface="Times New Roman"/>
              </a:rPr>
              <a:t> </a:t>
            </a:r>
            <a:r>
              <a:rPr sz="2150" spc="10" dirty="0">
                <a:latin typeface="Symbol"/>
                <a:cs typeface="Symbol"/>
              </a:rPr>
              <a:t></a:t>
            </a:r>
            <a:r>
              <a:rPr sz="2150" spc="265" dirty="0">
                <a:latin typeface="Times New Roman"/>
                <a:cs typeface="Times New Roman"/>
              </a:rPr>
              <a:t> </a:t>
            </a:r>
            <a:r>
              <a:rPr sz="2150" i="1" spc="35" dirty="0">
                <a:latin typeface="Times New Roman"/>
                <a:cs typeface="Times New Roman"/>
              </a:rPr>
              <a:t>y</a:t>
            </a:r>
            <a:r>
              <a:rPr sz="2150" spc="5" dirty="0">
                <a:latin typeface="Times New Roman"/>
                <a:cs typeface="Times New Roman"/>
              </a:rPr>
              <a:t>)</a:t>
            </a:r>
            <a:r>
              <a:rPr sz="2150" spc="35" dirty="0">
                <a:latin typeface="Times New Roman"/>
                <a:cs typeface="Times New Roman"/>
              </a:rPr>
              <a:t> </a:t>
            </a:r>
            <a:r>
              <a:rPr sz="2150" spc="10" dirty="0">
                <a:latin typeface="Symbol"/>
                <a:cs typeface="Symbol"/>
              </a:rPr>
              <a:t></a:t>
            </a:r>
            <a:r>
              <a:rPr sz="2150" spc="-135" dirty="0">
                <a:latin typeface="Times New Roman"/>
                <a:cs typeface="Times New Roman"/>
              </a:rPr>
              <a:t> </a:t>
            </a:r>
            <a:r>
              <a:rPr sz="2150" spc="20" dirty="0">
                <a:latin typeface="Times New Roman"/>
                <a:cs typeface="Times New Roman"/>
              </a:rPr>
              <a:t>0</a:t>
            </a:r>
            <a:r>
              <a:rPr sz="2150" spc="60" dirty="0">
                <a:latin typeface="Times New Roman"/>
                <a:cs typeface="Times New Roman"/>
              </a:rPr>
              <a:t>.</a:t>
            </a:r>
            <a:r>
              <a:rPr sz="2150" spc="20" dirty="0">
                <a:latin typeface="Times New Roman"/>
                <a:cs typeface="Times New Roman"/>
              </a:rPr>
              <a:t>0000000</a:t>
            </a:r>
            <a:r>
              <a:rPr sz="2150" spc="10" dirty="0">
                <a:latin typeface="Times New Roman"/>
                <a:cs typeface="Times New Roman"/>
              </a:rPr>
              <a:t>5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7700" y="4013200"/>
            <a:ext cx="517461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114" dirty="0">
                <a:latin typeface="Times New Roman"/>
                <a:cs typeface="Times New Roman"/>
              </a:rPr>
              <a:t>P</a:t>
            </a:r>
            <a:r>
              <a:rPr sz="2100" dirty="0">
                <a:latin typeface="Times New Roman"/>
                <a:cs typeface="Times New Roman"/>
              </a:rPr>
              <a:t>(</a:t>
            </a:r>
            <a:r>
              <a:rPr sz="2100" spc="-225" dirty="0">
                <a:latin typeface="Times New Roman"/>
                <a:cs typeface="Times New Roman"/>
              </a:rPr>
              <a:t> </a:t>
            </a:r>
            <a:r>
              <a:rPr sz="2100" i="1" dirty="0">
                <a:latin typeface="Times New Roman"/>
                <a:cs typeface="Times New Roman"/>
              </a:rPr>
              <a:t>y</a:t>
            </a:r>
            <a:r>
              <a:rPr sz="2100" i="1" spc="1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Symbol"/>
                <a:cs typeface="Symbol"/>
              </a:rPr>
              <a:t></a:t>
            </a:r>
            <a:r>
              <a:rPr sz="2100" spc="-155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)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Times New Roman"/>
                <a:cs typeface="Times New Roman"/>
              </a:rPr>
              <a:t>0</a:t>
            </a:r>
            <a:r>
              <a:rPr sz="2100" spc="-30" dirty="0">
                <a:latin typeface="Times New Roman"/>
                <a:cs typeface="Times New Roman"/>
              </a:rPr>
              <a:t>.</a:t>
            </a:r>
            <a:r>
              <a:rPr sz="2100" spc="45" dirty="0">
                <a:latin typeface="Times New Roman"/>
                <a:cs typeface="Times New Roman"/>
              </a:rPr>
              <a:t>000000</a:t>
            </a:r>
            <a:r>
              <a:rPr sz="2100" spc="-245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;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i="1" spc="15" dirty="0">
                <a:latin typeface="Times New Roman"/>
                <a:cs typeface="Times New Roman"/>
              </a:rPr>
              <a:t>P</a:t>
            </a:r>
            <a:r>
              <a:rPr sz="2100" dirty="0">
                <a:latin typeface="Times New Roman"/>
                <a:cs typeface="Times New Roman"/>
              </a:rPr>
              <a:t>(</a:t>
            </a:r>
            <a:r>
              <a:rPr sz="2100" spc="-125" dirty="0">
                <a:latin typeface="Times New Roman"/>
                <a:cs typeface="Times New Roman"/>
              </a:rPr>
              <a:t> </a:t>
            </a:r>
            <a:r>
              <a:rPr sz="2100" i="1" dirty="0">
                <a:latin typeface="Times New Roman"/>
                <a:cs typeface="Times New Roman"/>
              </a:rPr>
              <a:t>y</a:t>
            </a:r>
            <a:r>
              <a:rPr sz="2100" i="1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120" dirty="0">
                <a:latin typeface="Times New Roman"/>
                <a:cs typeface="Times New Roman"/>
              </a:rPr>
              <a:t> </a:t>
            </a:r>
            <a:r>
              <a:rPr sz="2100" spc="-55" dirty="0">
                <a:latin typeface="Symbol"/>
                <a:cs typeface="Symbol"/>
              </a:rPr>
              <a:t></a:t>
            </a:r>
            <a:r>
              <a:rPr sz="2100" spc="-55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)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Times New Roman"/>
                <a:cs typeface="Times New Roman"/>
              </a:rPr>
              <a:t>0</a:t>
            </a:r>
            <a:r>
              <a:rPr sz="2100" spc="-30" dirty="0">
                <a:latin typeface="Times New Roman"/>
                <a:cs typeface="Times New Roman"/>
              </a:rPr>
              <a:t>.</a:t>
            </a:r>
            <a:r>
              <a:rPr sz="2100" spc="45" dirty="0">
                <a:latin typeface="Times New Roman"/>
                <a:cs typeface="Times New Roman"/>
              </a:rPr>
              <a:t>999999</a:t>
            </a:r>
            <a:r>
              <a:rPr sz="2100" dirty="0">
                <a:latin typeface="Times New Roman"/>
                <a:cs typeface="Times New Roman"/>
              </a:rPr>
              <a:t>9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317500" y="3492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46100" algn="ctr">
              <a:lnSpc>
                <a:spcPct val="100000"/>
              </a:lnSpc>
            </a:pPr>
            <a:r>
              <a:rPr lang="ru-RU" b="1" spc="5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ru-RU" b="1" spc="30" smtClean="0">
                <a:solidFill>
                  <a:schemeClr val="bg1"/>
                </a:solidFill>
                <a:latin typeface="+mn-lt"/>
              </a:rPr>
              <a:t>ш</a:t>
            </a:r>
            <a:r>
              <a:rPr lang="ru-RU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ru-RU" b="1" spc="-135" smtClean="0">
                <a:solidFill>
                  <a:schemeClr val="bg1"/>
                </a:solidFill>
                <a:latin typeface="+mn-lt"/>
              </a:rPr>
              <a:t>б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ки</a:t>
            </a:r>
            <a:r>
              <a:rPr lang="ru-RU" b="1" spc="12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I</a:t>
            </a:r>
            <a:r>
              <a:rPr lang="ru-RU" b="1" spc="-8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ru-RU" b="1" spc="2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pc="5" smtClean="0">
                <a:solidFill>
                  <a:schemeClr val="bg1"/>
                </a:solidFill>
                <a:latin typeface="+mn-lt"/>
              </a:rPr>
              <a:t>I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I</a:t>
            </a:r>
            <a:r>
              <a:rPr lang="ru-RU" b="1" spc="2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spc="-80" smtClean="0">
                <a:solidFill>
                  <a:schemeClr val="bg1"/>
                </a:solidFill>
                <a:latin typeface="+mn-lt"/>
              </a:rPr>
              <a:t>ро</a:t>
            </a:r>
            <a:r>
              <a:rPr lang="ru-RU" b="1" spc="30" smtClean="0">
                <a:solidFill>
                  <a:schemeClr val="bg1"/>
                </a:solidFill>
                <a:latin typeface="+mn-lt"/>
              </a:rPr>
              <a:t>д</a:t>
            </a:r>
            <a:r>
              <a:rPr lang="ru-RU" b="1" smtClean="0">
                <a:solidFill>
                  <a:schemeClr val="bg1"/>
                </a:solidFill>
                <a:latin typeface="+mn-lt"/>
              </a:rPr>
              <a:t>а</a:t>
            </a:r>
            <a:endParaRPr lang="ru-RU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2321" y="120650"/>
            <a:ext cx="10528300" cy="496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ts val="3804"/>
              </a:lnSpc>
            </a:pPr>
            <a:r>
              <a:rPr b="1" spc="-55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dirty="0">
                <a:solidFill>
                  <a:schemeClr val="bg1"/>
                </a:solidFill>
                <a:latin typeface="+mn-lt"/>
              </a:rPr>
              <a:t>ь</a:t>
            </a:r>
            <a:r>
              <a:rPr b="1" spc="4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1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6700" y="1536700"/>
            <a:ext cx="7226300" cy="327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1" spc="-65" dirty="0">
                <a:latin typeface="Arial"/>
                <a:cs typeface="Arial"/>
              </a:rPr>
              <a:t>Т</a:t>
            </a:r>
            <a:r>
              <a:rPr sz="2400" b="1" spc="-35" dirty="0">
                <a:latin typeface="Arial"/>
                <a:cs typeface="Arial"/>
              </a:rPr>
              <a:t>о</a:t>
            </a:r>
            <a:r>
              <a:rPr sz="2400" b="1" spc="45" dirty="0">
                <a:latin typeface="Arial"/>
                <a:cs typeface="Arial"/>
              </a:rPr>
              <a:t>ч</a:t>
            </a:r>
            <a:r>
              <a:rPr sz="2400" b="1" spc="-25" dirty="0">
                <a:latin typeface="Arial"/>
                <a:cs typeface="Arial"/>
              </a:rPr>
              <a:t>н</a:t>
            </a:r>
            <a:r>
              <a:rPr sz="2400" b="1" spc="-35" dirty="0">
                <a:latin typeface="Arial"/>
                <a:cs typeface="Arial"/>
              </a:rPr>
              <a:t>о</a:t>
            </a:r>
            <a:r>
              <a:rPr sz="2400" b="1" dirty="0">
                <a:latin typeface="Arial"/>
                <a:cs typeface="Arial"/>
              </a:rPr>
              <a:t>сть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(Pr</a:t>
            </a:r>
            <a:r>
              <a:rPr sz="2400" spc="-3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spc="-3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35" dirty="0">
                <a:latin typeface="Arial"/>
                <a:cs typeface="Arial"/>
              </a:rPr>
              <a:t>io</a:t>
            </a:r>
            <a:r>
              <a:rPr sz="2400" spc="6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762000" marR="635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  <a:tab pos="2615565" algn="l"/>
                <a:tab pos="3479800" algn="l"/>
              </a:tabLst>
            </a:pPr>
            <a:r>
              <a:rPr sz="2000" spc="4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	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х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85" dirty="0">
                <a:latin typeface="Arial"/>
                <a:cs typeface="Arial"/>
              </a:rPr>
              <a:t>а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60" dirty="0">
                <a:latin typeface="Arial"/>
                <a:cs typeface="Arial"/>
              </a:rPr>
              <a:t>ы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dirty="0">
                <a:latin typeface="Arial"/>
                <a:cs typeface="Arial"/>
              </a:rPr>
              <a:t>,	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spc="-25" dirty="0">
                <a:latin typeface="Arial"/>
                <a:cs typeface="Arial"/>
              </a:rPr>
              <a:t>П</a:t>
            </a:r>
            <a:r>
              <a:rPr sz="2400" b="1" spc="-35" dirty="0">
                <a:latin typeface="Arial"/>
                <a:cs typeface="Arial"/>
              </a:rPr>
              <a:t>о</a:t>
            </a:r>
            <a:r>
              <a:rPr sz="2400" b="1" dirty="0">
                <a:latin typeface="Arial"/>
                <a:cs typeface="Arial"/>
              </a:rPr>
              <a:t>л</a:t>
            </a:r>
            <a:r>
              <a:rPr sz="2400" b="1" spc="-25" dirty="0">
                <a:latin typeface="Arial"/>
                <a:cs typeface="Arial"/>
              </a:rPr>
              <a:t>н</a:t>
            </a:r>
            <a:r>
              <a:rPr sz="2400" b="1" spc="-35" dirty="0">
                <a:latin typeface="Arial"/>
                <a:cs typeface="Arial"/>
              </a:rPr>
              <a:t>о</a:t>
            </a:r>
            <a:r>
              <a:rPr sz="2400" b="1" dirty="0">
                <a:latin typeface="Arial"/>
                <a:cs typeface="Arial"/>
              </a:rPr>
              <a:t>та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Re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spc="60" dirty="0">
                <a:latin typeface="Arial"/>
                <a:cs typeface="Arial"/>
              </a:rPr>
              <a:t>l</a:t>
            </a:r>
            <a:r>
              <a:rPr sz="2400" spc="65" dirty="0">
                <a:latin typeface="Arial"/>
                <a:cs typeface="Arial"/>
              </a:rPr>
              <a:t>l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762000" marR="384810" lvl="1" indent="-2921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761365" algn="l"/>
                <a:tab pos="762000" algn="l"/>
                <a:tab pos="4508500" algn="l"/>
              </a:tabLst>
            </a:pPr>
            <a:r>
              <a:rPr sz="2000" spc="4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6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	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50" dirty="0">
                <a:latin typeface="Arial"/>
                <a:cs typeface="Arial"/>
              </a:rPr>
              <a:t>ъ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</a:t>
            </a:r>
          </a:p>
          <a:p>
            <a:pPr lvl="1">
              <a:lnSpc>
                <a:spcPts val="1500"/>
              </a:lnSpc>
              <a:buFont typeface="Arial"/>
              <a:buChar char="•"/>
            </a:pPr>
            <a:endParaRPr sz="1500" dirty="0"/>
          </a:p>
          <a:p>
            <a:pPr lvl="1">
              <a:lnSpc>
                <a:spcPts val="2000"/>
              </a:lnSpc>
              <a:buFont typeface="Arial"/>
              <a:buChar char="•"/>
            </a:pPr>
            <a:endParaRPr sz="2000" dirty="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1" spc="-25" dirty="0">
                <a:latin typeface="Arial"/>
                <a:cs typeface="Arial"/>
              </a:rPr>
              <a:t>Ин</a:t>
            </a:r>
            <a:r>
              <a:rPr sz="2400" b="1" dirty="0">
                <a:latin typeface="Arial"/>
                <a:cs typeface="Arial"/>
              </a:rPr>
              <a:t>т</a:t>
            </a:r>
            <a:r>
              <a:rPr sz="2400" b="1" spc="-35" dirty="0">
                <a:latin typeface="Arial"/>
                <a:cs typeface="Arial"/>
              </a:rPr>
              <a:t>е</a:t>
            </a:r>
            <a:r>
              <a:rPr sz="2400" b="1" spc="20" dirty="0">
                <a:latin typeface="Arial"/>
                <a:cs typeface="Arial"/>
              </a:rPr>
              <a:t>г</a:t>
            </a:r>
            <a:r>
              <a:rPr sz="2400" b="1" spc="60" dirty="0">
                <a:latin typeface="Arial"/>
                <a:cs typeface="Arial"/>
              </a:rPr>
              <a:t>р</a:t>
            </a:r>
            <a:r>
              <a:rPr sz="2400" b="1" spc="-35" dirty="0">
                <a:latin typeface="Arial"/>
                <a:cs typeface="Arial"/>
              </a:rPr>
              <a:t>а</a:t>
            </a:r>
            <a:r>
              <a:rPr sz="2400" b="1" dirty="0">
                <a:latin typeface="Arial"/>
                <a:cs typeface="Arial"/>
              </a:rPr>
              <a:t>л</a:t>
            </a:r>
            <a:r>
              <a:rPr sz="2400" b="1" spc="45" dirty="0">
                <a:latin typeface="Arial"/>
                <a:cs typeface="Arial"/>
              </a:rPr>
              <a:t>ь</a:t>
            </a:r>
            <a:r>
              <a:rPr sz="2400" b="1" spc="-25" dirty="0">
                <a:latin typeface="Arial"/>
                <a:cs typeface="Arial"/>
              </a:rPr>
              <a:t>ны</a:t>
            </a:r>
            <a:r>
              <a:rPr sz="2400" b="1" dirty="0">
                <a:latin typeface="Arial"/>
                <a:cs typeface="Arial"/>
              </a:rPr>
              <a:t>й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п</a:t>
            </a:r>
            <a:r>
              <a:rPr sz="2400" b="1" spc="-35" dirty="0">
                <a:latin typeface="Arial"/>
                <a:cs typeface="Arial"/>
              </a:rPr>
              <a:t>о</a:t>
            </a:r>
            <a:r>
              <a:rPr sz="2400" b="1" spc="45" dirty="0">
                <a:latin typeface="Arial"/>
                <a:cs typeface="Arial"/>
              </a:rPr>
              <a:t>к</a:t>
            </a:r>
            <a:r>
              <a:rPr sz="2400" b="1" spc="-35" dirty="0">
                <a:latin typeface="Arial"/>
                <a:cs typeface="Arial"/>
              </a:rPr>
              <a:t>а</a:t>
            </a:r>
            <a:r>
              <a:rPr sz="2400" b="1" dirty="0">
                <a:latin typeface="Arial"/>
                <a:cs typeface="Arial"/>
              </a:rPr>
              <a:t>з</a:t>
            </a:r>
            <a:r>
              <a:rPr sz="2400" b="1" spc="-35" dirty="0">
                <a:latin typeface="Arial"/>
                <a:cs typeface="Arial"/>
              </a:rPr>
              <a:t>а</a:t>
            </a:r>
            <a:r>
              <a:rPr sz="2400" b="1" dirty="0">
                <a:latin typeface="Arial"/>
                <a:cs typeface="Arial"/>
              </a:rPr>
              <a:t>т</a:t>
            </a:r>
            <a:r>
              <a:rPr sz="2400" b="1" spc="-35" dirty="0">
                <a:latin typeface="Arial"/>
                <a:cs typeface="Arial"/>
              </a:rPr>
              <a:t>е</a:t>
            </a:r>
            <a:r>
              <a:rPr sz="2400" b="1" dirty="0">
                <a:latin typeface="Arial"/>
                <a:cs typeface="Arial"/>
              </a:rPr>
              <a:t>ль</a:t>
            </a:r>
            <a:r>
              <a:rPr sz="2400" b="1" spc="1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30" dirty="0">
                <a:latin typeface="Arial"/>
                <a:cs typeface="Arial"/>
              </a:rPr>
              <a:t>F</a:t>
            </a:r>
            <a:r>
              <a:rPr sz="2400" dirty="0">
                <a:latin typeface="Arial"/>
                <a:cs typeface="Arial"/>
              </a:rPr>
              <a:t>-m</a:t>
            </a:r>
            <a:r>
              <a:rPr sz="2400" spc="-35" dirty="0">
                <a:latin typeface="Arial"/>
                <a:cs typeface="Arial"/>
              </a:rPr>
              <a:t>ea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60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848" y="4825374"/>
            <a:ext cx="3603961" cy="9794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6700" y="5651500"/>
            <a:ext cx="8153400" cy="81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 err="1" smtClean="0">
                <a:latin typeface="Arial"/>
                <a:cs typeface="Arial"/>
              </a:rPr>
              <a:t>П</a:t>
            </a:r>
            <a:r>
              <a:rPr sz="2400" spc="-35" dirty="0" err="1" smtClean="0">
                <a:latin typeface="Arial"/>
                <a:cs typeface="Arial"/>
              </a:rPr>
              <a:t>о</a:t>
            </a:r>
            <a:r>
              <a:rPr sz="2400" dirty="0" err="1" smtClean="0">
                <a:latin typeface="Arial"/>
                <a:cs typeface="Arial"/>
              </a:rPr>
              <a:t>л</a:t>
            </a:r>
            <a:r>
              <a:rPr sz="2400" spc="-25" dirty="0" err="1" smtClean="0">
                <a:latin typeface="Arial"/>
                <a:cs typeface="Arial"/>
              </a:rPr>
              <a:t>н</a:t>
            </a:r>
            <a:r>
              <a:rPr sz="2400" spc="-35" dirty="0" err="1" smtClean="0">
                <a:latin typeface="Arial"/>
                <a:cs typeface="Arial"/>
              </a:rPr>
              <a:t>о</a:t>
            </a:r>
            <a:r>
              <a:rPr sz="2400" dirty="0" err="1" smtClean="0">
                <a:latin typeface="Arial"/>
                <a:cs typeface="Arial"/>
              </a:rPr>
              <a:t>та</a:t>
            </a:r>
            <a:r>
              <a:rPr lang="ru-RU" sz="2400" dirty="0" smtClean="0">
                <a:latin typeface="Arial"/>
                <a:cs typeface="Arial"/>
              </a:rPr>
              <a:t>:</a:t>
            </a:r>
            <a:r>
              <a:rPr sz="2400" spc="-5" dirty="0" smtClean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13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77</a:t>
            </a:r>
            <a:r>
              <a:rPr sz="2400" dirty="0">
                <a:latin typeface="Arial"/>
                <a:cs typeface="Arial"/>
              </a:rPr>
              <a:t>%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65" dirty="0" err="1" smtClean="0">
                <a:latin typeface="Arial"/>
                <a:cs typeface="Arial"/>
              </a:rPr>
              <a:t>Т</a:t>
            </a:r>
            <a:r>
              <a:rPr sz="2400" spc="-35" dirty="0" err="1" smtClean="0">
                <a:latin typeface="Arial"/>
                <a:cs typeface="Arial"/>
              </a:rPr>
              <a:t>о</a:t>
            </a:r>
            <a:r>
              <a:rPr sz="2400" spc="45" dirty="0" err="1" smtClean="0">
                <a:latin typeface="Arial"/>
                <a:cs typeface="Arial"/>
              </a:rPr>
              <a:t>ч</a:t>
            </a:r>
            <a:r>
              <a:rPr sz="2400" spc="-25" dirty="0" err="1" smtClean="0">
                <a:latin typeface="Arial"/>
                <a:cs typeface="Arial"/>
              </a:rPr>
              <a:t>н</a:t>
            </a:r>
            <a:r>
              <a:rPr sz="2400" spc="-35" dirty="0" err="1" smtClean="0">
                <a:latin typeface="Arial"/>
                <a:cs typeface="Arial"/>
              </a:rPr>
              <a:t>о</a:t>
            </a:r>
            <a:r>
              <a:rPr sz="2400" dirty="0" err="1" smtClean="0">
                <a:latin typeface="Arial"/>
                <a:cs typeface="Arial"/>
              </a:rPr>
              <a:t>сть</a:t>
            </a:r>
            <a:r>
              <a:rPr lang="ru-RU" sz="2400" dirty="0" smtClean="0">
                <a:latin typeface="Arial"/>
                <a:cs typeface="Arial"/>
              </a:rPr>
              <a:t>:</a:t>
            </a:r>
            <a:r>
              <a:rPr sz="2400" spc="-5" dirty="0" smtClean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83</a:t>
            </a:r>
            <a:r>
              <a:rPr sz="2400" dirty="0">
                <a:latin typeface="Arial"/>
                <a:cs typeface="Arial"/>
              </a:rPr>
              <a:t>%</a:t>
            </a:r>
          </a:p>
        </p:txBody>
      </p:sp>
      <p:sp>
        <p:nvSpPr>
          <p:cNvPr id="4" name="object 4"/>
          <p:cNvSpPr/>
          <p:nvPr/>
        </p:nvSpPr>
        <p:spPr>
          <a:xfrm>
            <a:off x="4152900" y="2082800"/>
            <a:ext cx="1549400" cy="342900"/>
          </a:xfrm>
          <a:custGeom>
            <a:avLst/>
            <a:gdLst/>
            <a:ahLst/>
            <a:cxnLst/>
            <a:rect l="l" t="t" r="r" b="b"/>
            <a:pathLst>
              <a:path w="1549400" h="342900">
                <a:moveTo>
                  <a:pt x="0" y="342900"/>
                </a:moveTo>
                <a:lnTo>
                  <a:pt x="1549400" y="342900"/>
                </a:lnTo>
                <a:lnTo>
                  <a:pt x="1549400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52900" y="2082800"/>
            <a:ext cx="1562100" cy="2120900"/>
          </a:xfrm>
          <a:custGeom>
            <a:avLst/>
            <a:gdLst/>
            <a:ahLst/>
            <a:cxnLst/>
            <a:rect l="l" t="t" r="r" b="b"/>
            <a:pathLst>
              <a:path w="1562100" h="2120900">
                <a:moveTo>
                  <a:pt x="0" y="2108200"/>
                </a:moveTo>
                <a:lnTo>
                  <a:pt x="0" y="2120900"/>
                </a:lnTo>
                <a:lnTo>
                  <a:pt x="12700" y="2120900"/>
                </a:lnTo>
                <a:lnTo>
                  <a:pt x="0" y="2108200"/>
                </a:lnTo>
                <a:close/>
              </a:path>
              <a:path w="1562100" h="2120900">
                <a:moveTo>
                  <a:pt x="12700" y="0"/>
                </a:moveTo>
                <a:lnTo>
                  <a:pt x="0" y="12700"/>
                </a:lnTo>
                <a:lnTo>
                  <a:pt x="0" y="2108200"/>
                </a:lnTo>
                <a:lnTo>
                  <a:pt x="12700" y="2120900"/>
                </a:lnTo>
                <a:lnTo>
                  <a:pt x="12700" y="0"/>
                </a:lnTo>
                <a:close/>
              </a:path>
              <a:path w="1562100" h="2120900">
                <a:moveTo>
                  <a:pt x="1549400" y="2108200"/>
                </a:moveTo>
                <a:lnTo>
                  <a:pt x="12700" y="2108200"/>
                </a:lnTo>
                <a:lnTo>
                  <a:pt x="12700" y="2120900"/>
                </a:lnTo>
                <a:lnTo>
                  <a:pt x="1549400" y="2120900"/>
                </a:lnTo>
                <a:lnTo>
                  <a:pt x="1549400" y="2108200"/>
                </a:lnTo>
                <a:close/>
              </a:path>
              <a:path w="1562100" h="2120900">
                <a:moveTo>
                  <a:pt x="1562100" y="0"/>
                </a:moveTo>
                <a:lnTo>
                  <a:pt x="1549400" y="0"/>
                </a:lnTo>
                <a:lnTo>
                  <a:pt x="1549400" y="2120900"/>
                </a:lnTo>
                <a:lnTo>
                  <a:pt x="1562100" y="2120900"/>
                </a:lnTo>
                <a:lnTo>
                  <a:pt x="1562100" y="0"/>
                </a:lnTo>
                <a:close/>
              </a:path>
              <a:path w="1562100" h="21209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562100" h="2120900">
                <a:moveTo>
                  <a:pt x="1549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49400" y="12700"/>
                </a:lnTo>
                <a:lnTo>
                  <a:pt x="1549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52900" y="2425700"/>
            <a:ext cx="1981200" cy="1778000"/>
          </a:xfrm>
          <a:custGeom>
            <a:avLst/>
            <a:gdLst/>
            <a:ahLst/>
            <a:cxnLst/>
            <a:rect l="l" t="t" r="r" b="b"/>
            <a:pathLst>
              <a:path w="1981200" h="1778000">
                <a:moveTo>
                  <a:pt x="0" y="1778000"/>
                </a:moveTo>
                <a:lnTo>
                  <a:pt x="1981200" y="1778000"/>
                </a:lnTo>
                <a:lnTo>
                  <a:pt x="1981200" y="0"/>
                </a:lnTo>
                <a:lnTo>
                  <a:pt x="0" y="0"/>
                </a:lnTo>
                <a:lnTo>
                  <a:pt x="0" y="1778000"/>
                </a:lnTo>
                <a:close/>
              </a:path>
            </a:pathLst>
          </a:custGeom>
          <a:solidFill>
            <a:srgbClr val="FF336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52900" y="2425700"/>
            <a:ext cx="1981200" cy="177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52900" y="2413000"/>
            <a:ext cx="1981200" cy="1790700"/>
          </a:xfrm>
          <a:custGeom>
            <a:avLst/>
            <a:gdLst/>
            <a:ahLst/>
            <a:cxnLst/>
            <a:rect l="l" t="t" r="r" b="b"/>
            <a:pathLst>
              <a:path w="1981200" h="1790700">
                <a:moveTo>
                  <a:pt x="0" y="1778000"/>
                </a:moveTo>
                <a:lnTo>
                  <a:pt x="0" y="1790700"/>
                </a:lnTo>
                <a:lnTo>
                  <a:pt x="12700" y="1790700"/>
                </a:lnTo>
                <a:lnTo>
                  <a:pt x="0" y="1778000"/>
                </a:lnTo>
                <a:close/>
              </a:path>
              <a:path w="1981200" h="1790700">
                <a:moveTo>
                  <a:pt x="1981200" y="0"/>
                </a:moveTo>
                <a:lnTo>
                  <a:pt x="0" y="0"/>
                </a:lnTo>
                <a:lnTo>
                  <a:pt x="0" y="1778000"/>
                </a:lnTo>
                <a:lnTo>
                  <a:pt x="12700" y="1790700"/>
                </a:lnTo>
                <a:lnTo>
                  <a:pt x="12700" y="12700"/>
                </a:lnTo>
                <a:lnTo>
                  <a:pt x="1981200" y="12700"/>
                </a:lnTo>
                <a:lnTo>
                  <a:pt x="1981200" y="0"/>
                </a:lnTo>
                <a:close/>
              </a:path>
              <a:path w="1981200" h="1790700">
                <a:moveTo>
                  <a:pt x="1968500" y="1778000"/>
                </a:moveTo>
                <a:lnTo>
                  <a:pt x="12700" y="1778000"/>
                </a:lnTo>
                <a:lnTo>
                  <a:pt x="12700" y="1790700"/>
                </a:lnTo>
                <a:lnTo>
                  <a:pt x="1968500" y="1790700"/>
                </a:lnTo>
                <a:lnTo>
                  <a:pt x="1968500" y="1778000"/>
                </a:lnTo>
                <a:close/>
              </a:path>
              <a:path w="1981200" h="1790700">
                <a:moveTo>
                  <a:pt x="1981200" y="12700"/>
                </a:moveTo>
                <a:lnTo>
                  <a:pt x="1968500" y="12700"/>
                </a:lnTo>
                <a:lnTo>
                  <a:pt x="1968500" y="1790700"/>
                </a:lnTo>
                <a:lnTo>
                  <a:pt x="1981200" y="1778000"/>
                </a:lnTo>
                <a:lnTo>
                  <a:pt x="1981200" y="12700"/>
                </a:lnTo>
                <a:close/>
              </a:path>
              <a:path w="1981200" h="1790700">
                <a:moveTo>
                  <a:pt x="1981200" y="1778000"/>
                </a:moveTo>
                <a:lnTo>
                  <a:pt x="1968500" y="1790700"/>
                </a:lnTo>
                <a:lnTo>
                  <a:pt x="1981200" y="1790700"/>
                </a:lnTo>
                <a:lnTo>
                  <a:pt x="1981200" y="177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300" y="302261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24709" y="0"/>
                </a:moveTo>
                <a:lnTo>
                  <a:pt x="80248" y="7229"/>
                </a:lnTo>
                <a:lnTo>
                  <a:pt x="44169" y="26650"/>
                </a:lnTo>
                <a:lnTo>
                  <a:pt x="17926" y="56809"/>
                </a:lnTo>
                <a:lnTo>
                  <a:pt x="2975" y="96251"/>
                </a:lnTo>
                <a:lnTo>
                  <a:pt x="0" y="126972"/>
                </a:lnTo>
                <a:lnTo>
                  <a:pt x="64" y="131712"/>
                </a:lnTo>
                <a:lnTo>
                  <a:pt x="6974" y="174193"/>
                </a:lnTo>
                <a:lnTo>
                  <a:pt x="24713" y="211208"/>
                </a:lnTo>
                <a:lnTo>
                  <a:pt x="52505" y="240455"/>
                </a:lnTo>
                <a:lnTo>
                  <a:pt x="89571" y="259633"/>
                </a:lnTo>
                <a:lnTo>
                  <a:pt x="135133" y="266442"/>
                </a:lnTo>
                <a:lnTo>
                  <a:pt x="149446" y="264827"/>
                </a:lnTo>
                <a:lnTo>
                  <a:pt x="189415" y="251615"/>
                </a:lnTo>
                <a:lnTo>
                  <a:pt x="223231" y="227554"/>
                </a:lnTo>
                <a:lnTo>
                  <a:pt x="248707" y="194830"/>
                </a:lnTo>
                <a:lnTo>
                  <a:pt x="263658" y="155627"/>
                </a:lnTo>
                <a:lnTo>
                  <a:pt x="266699" y="126972"/>
                </a:lnTo>
                <a:lnTo>
                  <a:pt x="265865" y="112080"/>
                </a:lnTo>
                <a:lnTo>
                  <a:pt x="254069" y="71918"/>
                </a:lnTo>
                <a:lnTo>
                  <a:pt x="230138" y="39478"/>
                </a:lnTo>
                <a:lnTo>
                  <a:pt x="196402" y="15980"/>
                </a:lnTo>
                <a:lnTo>
                  <a:pt x="155189" y="2643"/>
                </a:lnTo>
                <a:lnTo>
                  <a:pt x="124709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49600" y="3009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203200" y="12700"/>
                </a:moveTo>
                <a:lnTo>
                  <a:pt x="165100" y="127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66700" y="114300"/>
                </a:lnTo>
                <a:lnTo>
                  <a:pt x="279400" y="139700"/>
                </a:lnTo>
                <a:lnTo>
                  <a:pt x="2667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1905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222250" y="254000"/>
                </a:lnTo>
                <a:lnTo>
                  <a:pt x="241300" y="241300"/>
                </a:lnTo>
                <a:lnTo>
                  <a:pt x="279400" y="203200"/>
                </a:lnTo>
                <a:lnTo>
                  <a:pt x="279400" y="165100"/>
                </a:lnTo>
                <a:lnTo>
                  <a:pt x="292100" y="139700"/>
                </a:lnTo>
                <a:lnTo>
                  <a:pt x="279400" y="114300"/>
                </a:lnTo>
                <a:lnTo>
                  <a:pt x="279400" y="889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38100" y="38100"/>
                </a:lnTo>
                <a:lnTo>
                  <a:pt x="0" y="114300"/>
                </a:lnTo>
                <a:lnTo>
                  <a:pt x="0" y="165100"/>
                </a:lnTo>
                <a:lnTo>
                  <a:pt x="12700" y="190500"/>
                </a:lnTo>
                <a:lnTo>
                  <a:pt x="12700" y="203200"/>
                </a:lnTo>
                <a:lnTo>
                  <a:pt x="38100" y="2413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190500" y="254000"/>
                </a:moveTo>
                <a:lnTo>
                  <a:pt x="165100" y="266700"/>
                </a:lnTo>
                <a:lnTo>
                  <a:pt x="190500" y="266700"/>
                </a:lnTo>
                <a:lnTo>
                  <a:pt x="190500" y="25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38500" y="2261112"/>
            <a:ext cx="279400" cy="266700"/>
          </a:xfrm>
          <a:custGeom>
            <a:avLst/>
            <a:gdLst/>
            <a:ahLst/>
            <a:cxnLst/>
            <a:rect l="l" t="t" r="r" b="b"/>
            <a:pathLst>
              <a:path w="279400" h="266700">
                <a:moveTo>
                  <a:pt x="126521" y="0"/>
                </a:moveTo>
                <a:lnTo>
                  <a:pt x="83720" y="9348"/>
                </a:lnTo>
                <a:lnTo>
                  <a:pt x="47250" y="29494"/>
                </a:lnTo>
                <a:lnTo>
                  <a:pt x="19616" y="59187"/>
                </a:lnTo>
                <a:lnTo>
                  <a:pt x="3324" y="97174"/>
                </a:lnTo>
                <a:lnTo>
                  <a:pt x="0" y="126487"/>
                </a:lnTo>
                <a:lnTo>
                  <a:pt x="330" y="135988"/>
                </a:lnTo>
                <a:lnTo>
                  <a:pt x="9761" y="177140"/>
                </a:lnTo>
                <a:lnTo>
                  <a:pt x="30661" y="212880"/>
                </a:lnTo>
                <a:lnTo>
                  <a:pt x="60958" y="241063"/>
                </a:lnTo>
                <a:lnTo>
                  <a:pt x="98582" y="259543"/>
                </a:lnTo>
                <a:lnTo>
                  <a:pt x="141463" y="266176"/>
                </a:lnTo>
                <a:lnTo>
                  <a:pt x="155440" y="265275"/>
                </a:lnTo>
                <a:lnTo>
                  <a:pt x="194825" y="254410"/>
                </a:lnTo>
                <a:lnTo>
                  <a:pt x="228855" y="232541"/>
                </a:lnTo>
                <a:lnTo>
                  <a:pt x="255553" y="201255"/>
                </a:lnTo>
                <a:lnTo>
                  <a:pt x="272943" y="162140"/>
                </a:lnTo>
                <a:lnTo>
                  <a:pt x="279049" y="116783"/>
                </a:lnTo>
                <a:lnTo>
                  <a:pt x="277270" y="102958"/>
                </a:lnTo>
                <a:lnTo>
                  <a:pt x="263451" y="65772"/>
                </a:lnTo>
                <a:lnTo>
                  <a:pt x="238144" y="35866"/>
                </a:lnTo>
                <a:lnTo>
                  <a:pt x="202929" y="14331"/>
                </a:lnTo>
                <a:lnTo>
                  <a:pt x="159390" y="2256"/>
                </a:lnTo>
                <a:lnTo>
                  <a:pt x="126521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8500" y="2247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38100" y="38100"/>
                </a:lnTo>
                <a:lnTo>
                  <a:pt x="38100" y="50800"/>
                </a:lnTo>
                <a:lnTo>
                  <a:pt x="12700" y="88900"/>
                </a:lnTo>
                <a:lnTo>
                  <a:pt x="0" y="114300"/>
                </a:lnTo>
                <a:lnTo>
                  <a:pt x="0" y="177800"/>
                </a:lnTo>
                <a:lnTo>
                  <a:pt x="12700" y="203200"/>
                </a:lnTo>
                <a:lnTo>
                  <a:pt x="38100" y="241300"/>
                </a:lnTo>
                <a:lnTo>
                  <a:pt x="88900" y="279400"/>
                </a:lnTo>
                <a:lnTo>
                  <a:pt x="203200" y="279400"/>
                </a:lnTo>
                <a:lnTo>
                  <a:pt x="215900" y="266700"/>
                </a:lnTo>
                <a:lnTo>
                  <a:pt x="889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lnTo>
                  <a:pt x="190500" y="12700"/>
                </a:lnTo>
                <a:lnTo>
                  <a:pt x="165100" y="0"/>
                </a:lnTo>
                <a:close/>
              </a:path>
              <a:path w="279400" h="279400">
                <a:moveTo>
                  <a:pt x="266700" y="88900"/>
                </a:move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66700" y="190500"/>
                </a:lnTo>
                <a:lnTo>
                  <a:pt x="190500" y="266700"/>
                </a:lnTo>
                <a:lnTo>
                  <a:pt x="215900" y="266700"/>
                </a:lnTo>
                <a:lnTo>
                  <a:pt x="241300" y="241300"/>
                </a:lnTo>
                <a:lnTo>
                  <a:pt x="266700" y="203200"/>
                </a:lnTo>
                <a:lnTo>
                  <a:pt x="279400" y="177800"/>
                </a:lnTo>
                <a:lnTo>
                  <a:pt x="279400" y="114300"/>
                </a:lnTo>
                <a:lnTo>
                  <a:pt x="266700" y="88900"/>
                </a:lnTo>
                <a:close/>
              </a:path>
              <a:path w="279400" h="279400">
                <a:moveTo>
                  <a:pt x="2032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66700" y="88900"/>
                </a:lnTo>
                <a:lnTo>
                  <a:pt x="241300" y="508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48100" y="462304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51" y="143220"/>
                </a:lnTo>
                <a:lnTo>
                  <a:pt x="8232" y="184492"/>
                </a:lnTo>
                <a:lnTo>
                  <a:pt x="29006" y="218655"/>
                </a:lnTo>
                <a:lnTo>
                  <a:pt x="60202" y="244393"/>
                </a:lnTo>
                <a:lnTo>
                  <a:pt x="99943" y="260692"/>
                </a:lnTo>
                <a:lnTo>
                  <a:pt x="146155" y="266335"/>
                </a:lnTo>
                <a:lnTo>
                  <a:pt x="161326" y="265017"/>
                </a:lnTo>
                <a:lnTo>
                  <a:pt x="201800" y="252774"/>
                </a:lnTo>
                <a:lnTo>
                  <a:pt x="233643" y="228967"/>
                </a:lnTo>
                <a:lnTo>
                  <a:pt x="255477" y="194717"/>
                </a:lnTo>
                <a:lnTo>
                  <a:pt x="265922" y="151142"/>
                </a:lnTo>
                <a:lnTo>
                  <a:pt x="266634" y="134738"/>
                </a:lnTo>
                <a:lnTo>
                  <a:pt x="265583" y="120112"/>
                </a:lnTo>
                <a:lnTo>
                  <a:pt x="254979" y="79194"/>
                </a:lnTo>
                <a:lnTo>
                  <a:pt x="233803" y="44512"/>
                </a:lnTo>
                <a:lnTo>
                  <a:pt x="202835" y="18364"/>
                </a:lnTo>
                <a:lnTo>
                  <a:pt x="162853" y="3051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35400" y="4622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12700" y="762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1905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270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016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54000" y="241300"/>
                </a:lnTo>
                <a:lnTo>
                  <a:pt x="254000" y="228600"/>
                </a:lnTo>
                <a:lnTo>
                  <a:pt x="279400" y="190500"/>
                </a:lnTo>
                <a:lnTo>
                  <a:pt x="292100" y="165100"/>
                </a:lnTo>
                <a:lnTo>
                  <a:pt x="292100" y="101600"/>
                </a:lnTo>
                <a:lnTo>
                  <a:pt x="279400" y="76200"/>
                </a:lnTo>
                <a:lnTo>
                  <a:pt x="2540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127000" y="12700"/>
                </a:moveTo>
                <a:lnTo>
                  <a:pt x="101600" y="12700"/>
                </a:lnTo>
                <a:lnTo>
                  <a:pt x="101600" y="25400"/>
                </a:lnTo>
                <a:lnTo>
                  <a:pt x="127000" y="127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86400" y="1829436"/>
            <a:ext cx="266700" cy="278765"/>
          </a:xfrm>
          <a:custGeom>
            <a:avLst/>
            <a:gdLst/>
            <a:ahLst/>
            <a:cxnLst/>
            <a:rect l="l" t="t" r="r" b="b"/>
            <a:pathLst>
              <a:path w="266700" h="278764">
                <a:moveTo>
                  <a:pt x="113945" y="0"/>
                </a:moveTo>
                <a:lnTo>
                  <a:pt x="73150" y="11353"/>
                </a:lnTo>
                <a:lnTo>
                  <a:pt x="40175" y="34995"/>
                </a:lnTo>
                <a:lnTo>
                  <a:pt x="16273" y="68419"/>
                </a:lnTo>
                <a:lnTo>
                  <a:pt x="2696" y="109122"/>
                </a:lnTo>
                <a:lnTo>
                  <a:pt x="0" y="139063"/>
                </a:lnTo>
                <a:lnTo>
                  <a:pt x="178" y="146853"/>
                </a:lnTo>
                <a:lnTo>
                  <a:pt x="7722" y="188479"/>
                </a:lnTo>
                <a:lnTo>
                  <a:pt x="25941" y="224649"/>
                </a:lnTo>
                <a:lnTo>
                  <a:pt x="54247" y="253148"/>
                </a:lnTo>
                <a:lnTo>
                  <a:pt x="92050" y="271756"/>
                </a:lnTo>
                <a:lnTo>
                  <a:pt x="138760" y="278256"/>
                </a:lnTo>
                <a:lnTo>
                  <a:pt x="152736" y="276308"/>
                </a:lnTo>
                <a:lnTo>
                  <a:pt x="191686" y="262377"/>
                </a:lnTo>
                <a:lnTo>
                  <a:pt x="224552" y="237782"/>
                </a:lnTo>
                <a:lnTo>
                  <a:pt x="249252" y="204410"/>
                </a:lnTo>
                <a:lnTo>
                  <a:pt x="263705" y="164150"/>
                </a:lnTo>
                <a:lnTo>
                  <a:pt x="266621" y="134415"/>
                </a:lnTo>
                <a:lnTo>
                  <a:pt x="265451" y="120685"/>
                </a:lnTo>
                <a:lnTo>
                  <a:pt x="253996" y="82057"/>
                </a:lnTo>
                <a:lnTo>
                  <a:pt x="231715" y="48762"/>
                </a:lnTo>
                <a:lnTo>
                  <a:pt x="200010" y="22713"/>
                </a:lnTo>
                <a:lnTo>
                  <a:pt x="160286" y="5821"/>
                </a:lnTo>
                <a:lnTo>
                  <a:pt x="11394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73700" y="1828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38100" y="38100"/>
                </a:lnTo>
                <a:lnTo>
                  <a:pt x="0" y="114300"/>
                </a:lnTo>
                <a:lnTo>
                  <a:pt x="0" y="165100"/>
                </a:lnTo>
                <a:lnTo>
                  <a:pt x="38100" y="2413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1016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01600" y="254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1905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190500" y="2540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92100" y="165100"/>
                </a:lnTo>
                <a:lnTo>
                  <a:pt x="292100" y="1143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65701" y="157504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1573" y="0"/>
                </a:moveTo>
                <a:lnTo>
                  <a:pt x="90036" y="9107"/>
                </a:lnTo>
                <a:lnTo>
                  <a:pt x="53923" y="29793"/>
                </a:lnTo>
                <a:lnTo>
                  <a:pt x="25422" y="59871"/>
                </a:lnTo>
                <a:lnTo>
                  <a:pt x="6718" y="97155"/>
                </a:lnTo>
                <a:lnTo>
                  <a:pt x="19" y="139057"/>
                </a:lnTo>
                <a:lnTo>
                  <a:pt x="0" y="140128"/>
                </a:lnTo>
                <a:lnTo>
                  <a:pt x="797" y="154198"/>
                </a:lnTo>
                <a:lnTo>
                  <a:pt x="11435" y="193869"/>
                </a:lnTo>
                <a:lnTo>
                  <a:pt x="33149" y="228176"/>
                </a:lnTo>
                <a:lnTo>
                  <a:pt x="64277" y="255118"/>
                </a:lnTo>
                <a:lnTo>
                  <a:pt x="103159" y="272692"/>
                </a:lnTo>
                <a:lnTo>
                  <a:pt x="148135" y="278898"/>
                </a:lnTo>
                <a:lnTo>
                  <a:pt x="162420" y="277254"/>
                </a:lnTo>
                <a:lnTo>
                  <a:pt x="202305" y="263982"/>
                </a:lnTo>
                <a:lnTo>
                  <a:pt x="236042" y="239876"/>
                </a:lnTo>
                <a:lnTo>
                  <a:pt x="261454" y="207098"/>
                </a:lnTo>
                <a:lnTo>
                  <a:pt x="276365" y="167805"/>
                </a:lnTo>
                <a:lnTo>
                  <a:pt x="279397" y="139057"/>
                </a:lnTo>
                <a:lnTo>
                  <a:pt x="278620" y="124934"/>
                </a:lnTo>
                <a:lnTo>
                  <a:pt x="268043" y="85224"/>
                </a:lnTo>
                <a:lnTo>
                  <a:pt x="246368" y="50849"/>
                </a:lnTo>
                <a:lnTo>
                  <a:pt x="215279" y="23848"/>
                </a:lnTo>
                <a:lnTo>
                  <a:pt x="176454" y="6228"/>
                </a:lnTo>
                <a:lnTo>
                  <a:pt x="131573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65700" y="1574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0" y="88900"/>
                </a:lnTo>
                <a:lnTo>
                  <a:pt x="0" y="190500"/>
                </a:lnTo>
                <a:lnTo>
                  <a:pt x="38100" y="241300"/>
                </a:lnTo>
                <a:lnTo>
                  <a:pt x="76200" y="266700"/>
                </a:lnTo>
                <a:lnTo>
                  <a:pt x="101600" y="279400"/>
                </a:lnTo>
                <a:lnTo>
                  <a:pt x="165100" y="279400"/>
                </a:lnTo>
                <a:lnTo>
                  <a:pt x="190500" y="266700"/>
                </a:lnTo>
                <a:lnTo>
                  <a:pt x="114300" y="2667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12700" y="190500"/>
                </a:lnTo>
                <a:lnTo>
                  <a:pt x="12700" y="88900"/>
                </a:lnTo>
                <a:lnTo>
                  <a:pt x="50800" y="50800"/>
                </a:lnTo>
                <a:lnTo>
                  <a:pt x="38100" y="50800"/>
                </a:lnTo>
                <a:lnTo>
                  <a:pt x="114300" y="12700"/>
                </a:lnTo>
                <a:lnTo>
                  <a:pt x="190500" y="12700"/>
                </a:lnTo>
                <a:lnTo>
                  <a:pt x="165100" y="0"/>
                </a:lnTo>
                <a:close/>
              </a:path>
              <a:path w="279400" h="279400">
                <a:moveTo>
                  <a:pt x="1905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190500" y="2667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41300" y="381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26200" y="2515112"/>
            <a:ext cx="279400" cy="266700"/>
          </a:xfrm>
          <a:custGeom>
            <a:avLst/>
            <a:gdLst/>
            <a:ahLst/>
            <a:cxnLst/>
            <a:rect l="l" t="t" r="r" b="b"/>
            <a:pathLst>
              <a:path w="279400" h="266700">
                <a:moveTo>
                  <a:pt x="126521" y="0"/>
                </a:moveTo>
                <a:lnTo>
                  <a:pt x="83720" y="9348"/>
                </a:lnTo>
                <a:lnTo>
                  <a:pt x="47250" y="29494"/>
                </a:lnTo>
                <a:lnTo>
                  <a:pt x="19616" y="59187"/>
                </a:lnTo>
                <a:lnTo>
                  <a:pt x="3324" y="97174"/>
                </a:lnTo>
                <a:lnTo>
                  <a:pt x="0" y="126487"/>
                </a:lnTo>
                <a:lnTo>
                  <a:pt x="330" y="135988"/>
                </a:lnTo>
                <a:lnTo>
                  <a:pt x="9761" y="177140"/>
                </a:lnTo>
                <a:lnTo>
                  <a:pt x="30661" y="212880"/>
                </a:lnTo>
                <a:lnTo>
                  <a:pt x="60958" y="241063"/>
                </a:lnTo>
                <a:lnTo>
                  <a:pt x="98582" y="259543"/>
                </a:lnTo>
                <a:lnTo>
                  <a:pt x="141463" y="266176"/>
                </a:lnTo>
                <a:lnTo>
                  <a:pt x="155440" y="265275"/>
                </a:lnTo>
                <a:lnTo>
                  <a:pt x="194825" y="254410"/>
                </a:lnTo>
                <a:lnTo>
                  <a:pt x="228855" y="232541"/>
                </a:lnTo>
                <a:lnTo>
                  <a:pt x="255553" y="201255"/>
                </a:lnTo>
                <a:lnTo>
                  <a:pt x="272943" y="162140"/>
                </a:lnTo>
                <a:lnTo>
                  <a:pt x="279049" y="116783"/>
                </a:lnTo>
                <a:lnTo>
                  <a:pt x="277270" y="102958"/>
                </a:lnTo>
                <a:lnTo>
                  <a:pt x="263451" y="65772"/>
                </a:lnTo>
                <a:lnTo>
                  <a:pt x="238144" y="35866"/>
                </a:lnTo>
                <a:lnTo>
                  <a:pt x="202929" y="14331"/>
                </a:lnTo>
                <a:lnTo>
                  <a:pt x="159390" y="2256"/>
                </a:lnTo>
                <a:lnTo>
                  <a:pt x="126521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26200" y="2501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38100" y="38100"/>
                </a:lnTo>
                <a:lnTo>
                  <a:pt x="38100" y="50800"/>
                </a:lnTo>
                <a:lnTo>
                  <a:pt x="12700" y="88900"/>
                </a:lnTo>
                <a:lnTo>
                  <a:pt x="0" y="114300"/>
                </a:lnTo>
                <a:lnTo>
                  <a:pt x="0" y="177800"/>
                </a:lnTo>
                <a:lnTo>
                  <a:pt x="12700" y="203200"/>
                </a:lnTo>
                <a:lnTo>
                  <a:pt x="38100" y="241300"/>
                </a:lnTo>
                <a:lnTo>
                  <a:pt x="88900" y="279400"/>
                </a:lnTo>
                <a:lnTo>
                  <a:pt x="190500" y="279400"/>
                </a:lnTo>
                <a:lnTo>
                  <a:pt x="207433" y="266700"/>
                </a:lnTo>
                <a:lnTo>
                  <a:pt x="88900" y="266700"/>
                </a:lnTo>
                <a:lnTo>
                  <a:pt x="63500" y="241300"/>
                </a:lnTo>
                <a:lnTo>
                  <a:pt x="50800" y="2413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lnTo>
                  <a:pt x="190500" y="12700"/>
                </a:lnTo>
                <a:lnTo>
                  <a:pt x="165100" y="0"/>
                </a:lnTo>
                <a:close/>
              </a:path>
              <a:path w="279400" h="279400">
                <a:moveTo>
                  <a:pt x="228600" y="228600"/>
                </a:moveTo>
                <a:lnTo>
                  <a:pt x="190500" y="266700"/>
                </a:lnTo>
                <a:lnTo>
                  <a:pt x="207433" y="266700"/>
                </a:lnTo>
                <a:lnTo>
                  <a:pt x="241300" y="241300"/>
                </a:lnTo>
                <a:lnTo>
                  <a:pt x="228600" y="241300"/>
                </a:lnTo>
                <a:lnTo>
                  <a:pt x="228600" y="228600"/>
                </a:lnTo>
                <a:close/>
              </a:path>
              <a:path w="279400" h="279400">
                <a:moveTo>
                  <a:pt x="50800" y="228600"/>
                </a:moveTo>
                <a:lnTo>
                  <a:pt x="50800" y="241300"/>
                </a:lnTo>
                <a:lnTo>
                  <a:pt x="63500" y="241300"/>
                </a:lnTo>
                <a:lnTo>
                  <a:pt x="50800" y="228600"/>
                </a:lnTo>
                <a:close/>
              </a:path>
              <a:path w="279400" h="279400">
                <a:moveTo>
                  <a:pt x="1905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28600" y="241300"/>
                </a:lnTo>
                <a:lnTo>
                  <a:pt x="241300" y="241300"/>
                </a:lnTo>
                <a:lnTo>
                  <a:pt x="266700" y="203200"/>
                </a:lnTo>
                <a:lnTo>
                  <a:pt x="279400" y="177800"/>
                </a:lnTo>
                <a:lnTo>
                  <a:pt x="279400" y="114300"/>
                </a:lnTo>
                <a:lnTo>
                  <a:pt x="266700" y="88900"/>
                </a:lnTo>
                <a:lnTo>
                  <a:pt x="241300" y="50800"/>
                </a:lnTo>
                <a:lnTo>
                  <a:pt x="241300" y="381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9750" y="2940050"/>
            <a:ext cx="2971800" cy="162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10001" y="182904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1573" y="0"/>
                </a:moveTo>
                <a:lnTo>
                  <a:pt x="90036" y="9107"/>
                </a:lnTo>
                <a:lnTo>
                  <a:pt x="53923" y="29793"/>
                </a:lnTo>
                <a:lnTo>
                  <a:pt x="25422" y="59871"/>
                </a:lnTo>
                <a:lnTo>
                  <a:pt x="6718" y="97155"/>
                </a:lnTo>
                <a:lnTo>
                  <a:pt x="19" y="139057"/>
                </a:lnTo>
                <a:lnTo>
                  <a:pt x="0" y="140128"/>
                </a:lnTo>
                <a:lnTo>
                  <a:pt x="797" y="154198"/>
                </a:lnTo>
                <a:lnTo>
                  <a:pt x="11435" y="193869"/>
                </a:lnTo>
                <a:lnTo>
                  <a:pt x="33149" y="228176"/>
                </a:lnTo>
                <a:lnTo>
                  <a:pt x="64277" y="255118"/>
                </a:lnTo>
                <a:lnTo>
                  <a:pt x="103159" y="272692"/>
                </a:lnTo>
                <a:lnTo>
                  <a:pt x="148135" y="278898"/>
                </a:lnTo>
                <a:lnTo>
                  <a:pt x="162420" y="277254"/>
                </a:lnTo>
                <a:lnTo>
                  <a:pt x="202305" y="263982"/>
                </a:lnTo>
                <a:lnTo>
                  <a:pt x="236042" y="239876"/>
                </a:lnTo>
                <a:lnTo>
                  <a:pt x="261454" y="207098"/>
                </a:lnTo>
                <a:lnTo>
                  <a:pt x="276365" y="167805"/>
                </a:lnTo>
                <a:lnTo>
                  <a:pt x="279397" y="139057"/>
                </a:lnTo>
                <a:lnTo>
                  <a:pt x="278620" y="124934"/>
                </a:lnTo>
                <a:lnTo>
                  <a:pt x="268043" y="85224"/>
                </a:lnTo>
                <a:lnTo>
                  <a:pt x="246368" y="50849"/>
                </a:lnTo>
                <a:lnTo>
                  <a:pt x="215279" y="23848"/>
                </a:lnTo>
                <a:lnTo>
                  <a:pt x="176454" y="6228"/>
                </a:lnTo>
                <a:lnTo>
                  <a:pt x="131573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0000" y="1828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0" y="88900"/>
                </a:lnTo>
                <a:lnTo>
                  <a:pt x="0" y="190500"/>
                </a:lnTo>
                <a:lnTo>
                  <a:pt x="38100" y="241300"/>
                </a:lnTo>
                <a:lnTo>
                  <a:pt x="76200" y="266700"/>
                </a:lnTo>
                <a:lnTo>
                  <a:pt x="101600" y="279400"/>
                </a:lnTo>
                <a:lnTo>
                  <a:pt x="165100" y="279400"/>
                </a:lnTo>
                <a:lnTo>
                  <a:pt x="190500" y="266700"/>
                </a:lnTo>
                <a:lnTo>
                  <a:pt x="114300" y="2667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12700" y="190500"/>
                </a:lnTo>
                <a:lnTo>
                  <a:pt x="12700" y="88900"/>
                </a:lnTo>
                <a:lnTo>
                  <a:pt x="50800" y="50800"/>
                </a:lnTo>
                <a:lnTo>
                  <a:pt x="38100" y="50800"/>
                </a:lnTo>
                <a:lnTo>
                  <a:pt x="114300" y="12700"/>
                </a:lnTo>
                <a:lnTo>
                  <a:pt x="190500" y="12700"/>
                </a:lnTo>
                <a:lnTo>
                  <a:pt x="165100" y="0"/>
                </a:lnTo>
                <a:close/>
              </a:path>
              <a:path w="279400" h="279400">
                <a:moveTo>
                  <a:pt x="1905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190500" y="2667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41300" y="381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61100" y="1918336"/>
            <a:ext cx="266700" cy="266065"/>
          </a:xfrm>
          <a:custGeom>
            <a:avLst/>
            <a:gdLst/>
            <a:ahLst/>
            <a:cxnLst/>
            <a:rect l="l" t="t" r="r" b="b"/>
            <a:pathLst>
              <a:path w="266700" h="266064">
                <a:moveTo>
                  <a:pt x="113945" y="0"/>
                </a:moveTo>
                <a:lnTo>
                  <a:pt x="73150" y="11353"/>
                </a:lnTo>
                <a:lnTo>
                  <a:pt x="40175" y="34995"/>
                </a:lnTo>
                <a:lnTo>
                  <a:pt x="16273" y="68419"/>
                </a:lnTo>
                <a:lnTo>
                  <a:pt x="2696" y="109122"/>
                </a:lnTo>
                <a:lnTo>
                  <a:pt x="0" y="139063"/>
                </a:lnTo>
                <a:lnTo>
                  <a:pt x="44" y="142318"/>
                </a:lnTo>
                <a:lnTo>
                  <a:pt x="7623" y="181692"/>
                </a:lnTo>
                <a:lnTo>
                  <a:pt x="27294" y="217217"/>
                </a:lnTo>
                <a:lnTo>
                  <a:pt x="57732" y="245331"/>
                </a:lnTo>
                <a:lnTo>
                  <a:pt x="97657" y="262482"/>
                </a:lnTo>
                <a:lnTo>
                  <a:pt x="128799" y="266051"/>
                </a:lnTo>
                <a:lnTo>
                  <a:pt x="143692" y="265043"/>
                </a:lnTo>
                <a:lnTo>
                  <a:pt x="185424" y="253113"/>
                </a:lnTo>
                <a:lnTo>
                  <a:pt x="220881" y="229970"/>
                </a:lnTo>
                <a:lnTo>
                  <a:pt x="247679" y="198372"/>
                </a:lnTo>
                <a:lnTo>
                  <a:pt x="263432" y="161079"/>
                </a:lnTo>
                <a:lnTo>
                  <a:pt x="266621" y="134415"/>
                </a:lnTo>
                <a:lnTo>
                  <a:pt x="265451" y="120685"/>
                </a:lnTo>
                <a:lnTo>
                  <a:pt x="253996" y="82057"/>
                </a:lnTo>
                <a:lnTo>
                  <a:pt x="231715" y="48762"/>
                </a:lnTo>
                <a:lnTo>
                  <a:pt x="200010" y="22713"/>
                </a:lnTo>
                <a:lnTo>
                  <a:pt x="160286" y="5821"/>
                </a:lnTo>
                <a:lnTo>
                  <a:pt x="11394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48400" y="19177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50800" y="38100"/>
                </a:move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65100"/>
                </a:lnTo>
                <a:lnTo>
                  <a:pt x="38100" y="2286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31750" y="1905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50800" y="38100"/>
                </a:lnTo>
                <a:close/>
              </a:path>
              <a:path w="292100" h="279400">
                <a:moveTo>
                  <a:pt x="241300" y="228600"/>
                </a:moveTo>
                <a:lnTo>
                  <a:pt x="190500" y="254000"/>
                </a:lnTo>
                <a:lnTo>
                  <a:pt x="203200" y="254000"/>
                </a:lnTo>
                <a:lnTo>
                  <a:pt x="1651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41300" y="228600"/>
                </a:lnTo>
                <a:close/>
              </a:path>
              <a:path w="292100" h="279400">
                <a:moveTo>
                  <a:pt x="266700" y="177800"/>
                </a:moveTo>
                <a:lnTo>
                  <a:pt x="241300" y="228600"/>
                </a:lnTo>
                <a:lnTo>
                  <a:pt x="254000" y="228600"/>
                </a:lnTo>
                <a:lnTo>
                  <a:pt x="279400" y="190500"/>
                </a:lnTo>
                <a:lnTo>
                  <a:pt x="266700" y="190500"/>
                </a:lnTo>
                <a:lnTo>
                  <a:pt x="266700" y="177800"/>
                </a:lnTo>
                <a:close/>
              </a:path>
              <a:path w="292100" h="279400">
                <a:moveTo>
                  <a:pt x="25400" y="177800"/>
                </a:moveTo>
                <a:lnTo>
                  <a:pt x="25400" y="190500"/>
                </a:lnTo>
                <a:lnTo>
                  <a:pt x="31750" y="190500"/>
                </a:lnTo>
                <a:lnTo>
                  <a:pt x="25400" y="177800"/>
                </a:lnTo>
                <a:close/>
              </a:path>
              <a:path w="292100" h="279400">
                <a:moveTo>
                  <a:pt x="254000" y="38100"/>
                </a:moveTo>
                <a:lnTo>
                  <a:pt x="241300" y="381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79400" y="190500"/>
                </a:lnTo>
                <a:lnTo>
                  <a:pt x="292100" y="165100"/>
                </a:lnTo>
                <a:lnTo>
                  <a:pt x="292100" y="101600"/>
                </a:lnTo>
                <a:lnTo>
                  <a:pt x="279400" y="76200"/>
                </a:lnTo>
                <a:lnTo>
                  <a:pt x="254000" y="38100"/>
                </a:lnTo>
                <a:close/>
              </a:path>
              <a:path w="292100" h="279400">
                <a:moveTo>
                  <a:pt x="203200" y="0"/>
                </a:moveTo>
                <a:lnTo>
                  <a:pt x="88900" y="0"/>
                </a:lnTo>
                <a:lnTo>
                  <a:pt x="50800" y="38100"/>
                </a:lnTo>
                <a:lnTo>
                  <a:pt x="50800" y="50800"/>
                </a:lnTo>
                <a:lnTo>
                  <a:pt x="88900" y="12700"/>
                </a:lnTo>
                <a:lnTo>
                  <a:pt x="215900" y="12700"/>
                </a:lnTo>
                <a:lnTo>
                  <a:pt x="203200" y="0"/>
                </a:lnTo>
                <a:close/>
              </a:path>
              <a:path w="292100" h="279400">
                <a:moveTo>
                  <a:pt x="215900" y="12700"/>
                </a:moveTo>
                <a:lnTo>
                  <a:pt x="190500" y="12700"/>
                </a:lnTo>
                <a:lnTo>
                  <a:pt x="241300" y="50800"/>
                </a:lnTo>
                <a:lnTo>
                  <a:pt x="241300" y="38100"/>
                </a:lnTo>
                <a:lnTo>
                  <a:pt x="215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22800" y="462304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51" y="143220"/>
                </a:lnTo>
                <a:lnTo>
                  <a:pt x="8232" y="184492"/>
                </a:lnTo>
                <a:lnTo>
                  <a:pt x="29006" y="218655"/>
                </a:lnTo>
                <a:lnTo>
                  <a:pt x="60202" y="244393"/>
                </a:lnTo>
                <a:lnTo>
                  <a:pt x="99943" y="260692"/>
                </a:lnTo>
                <a:lnTo>
                  <a:pt x="146155" y="266335"/>
                </a:lnTo>
                <a:lnTo>
                  <a:pt x="161326" y="265017"/>
                </a:lnTo>
                <a:lnTo>
                  <a:pt x="201800" y="252774"/>
                </a:lnTo>
                <a:lnTo>
                  <a:pt x="233643" y="228967"/>
                </a:lnTo>
                <a:lnTo>
                  <a:pt x="255477" y="194717"/>
                </a:lnTo>
                <a:lnTo>
                  <a:pt x="265922" y="151142"/>
                </a:lnTo>
                <a:lnTo>
                  <a:pt x="266634" y="134738"/>
                </a:lnTo>
                <a:lnTo>
                  <a:pt x="265583" y="120112"/>
                </a:lnTo>
                <a:lnTo>
                  <a:pt x="254979" y="79194"/>
                </a:lnTo>
                <a:lnTo>
                  <a:pt x="233803" y="44512"/>
                </a:lnTo>
                <a:lnTo>
                  <a:pt x="202835" y="18364"/>
                </a:lnTo>
                <a:lnTo>
                  <a:pt x="162853" y="3051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10100" y="4622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50800" y="228600"/>
                </a:move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27000" y="266700"/>
                </a:lnTo>
                <a:lnTo>
                  <a:pt x="50800" y="2286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54000" y="228600"/>
                </a:lnTo>
                <a:lnTo>
                  <a:pt x="279400" y="190500"/>
                </a:lnTo>
                <a:lnTo>
                  <a:pt x="292100" y="165100"/>
                </a:lnTo>
                <a:lnTo>
                  <a:pt x="292100" y="101600"/>
                </a:lnTo>
                <a:lnTo>
                  <a:pt x="279400" y="762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12700" y="762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1905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016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127000" y="12700"/>
                </a:moveTo>
                <a:lnTo>
                  <a:pt x="101600" y="12700"/>
                </a:lnTo>
                <a:lnTo>
                  <a:pt x="101600" y="25400"/>
                </a:lnTo>
                <a:lnTo>
                  <a:pt x="127000" y="127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94100" y="3607436"/>
            <a:ext cx="266700" cy="266065"/>
          </a:xfrm>
          <a:custGeom>
            <a:avLst/>
            <a:gdLst/>
            <a:ahLst/>
            <a:cxnLst/>
            <a:rect l="l" t="t" r="r" b="b"/>
            <a:pathLst>
              <a:path w="266700" h="266064">
                <a:moveTo>
                  <a:pt x="113945" y="0"/>
                </a:moveTo>
                <a:lnTo>
                  <a:pt x="73150" y="11353"/>
                </a:lnTo>
                <a:lnTo>
                  <a:pt x="40175" y="34995"/>
                </a:lnTo>
                <a:lnTo>
                  <a:pt x="16273" y="68419"/>
                </a:lnTo>
                <a:lnTo>
                  <a:pt x="2696" y="109122"/>
                </a:lnTo>
                <a:lnTo>
                  <a:pt x="0" y="139063"/>
                </a:lnTo>
                <a:lnTo>
                  <a:pt x="44" y="142944"/>
                </a:lnTo>
                <a:lnTo>
                  <a:pt x="7623" y="186865"/>
                </a:lnTo>
                <a:lnTo>
                  <a:pt x="27293" y="222485"/>
                </a:lnTo>
                <a:lnTo>
                  <a:pt x="57732" y="248379"/>
                </a:lnTo>
                <a:lnTo>
                  <a:pt x="97641" y="263126"/>
                </a:lnTo>
                <a:lnTo>
                  <a:pt x="128799" y="266054"/>
                </a:lnTo>
                <a:lnTo>
                  <a:pt x="143692" y="265236"/>
                </a:lnTo>
                <a:lnTo>
                  <a:pt x="185424" y="255170"/>
                </a:lnTo>
                <a:lnTo>
                  <a:pt x="220881" y="234439"/>
                </a:lnTo>
                <a:lnTo>
                  <a:pt x="247679" y="204016"/>
                </a:lnTo>
                <a:lnTo>
                  <a:pt x="263432" y="164874"/>
                </a:lnTo>
                <a:lnTo>
                  <a:pt x="266621" y="134415"/>
                </a:lnTo>
                <a:lnTo>
                  <a:pt x="265451" y="120685"/>
                </a:lnTo>
                <a:lnTo>
                  <a:pt x="253996" y="82057"/>
                </a:lnTo>
                <a:lnTo>
                  <a:pt x="231715" y="48762"/>
                </a:lnTo>
                <a:lnTo>
                  <a:pt x="200010" y="22713"/>
                </a:lnTo>
                <a:lnTo>
                  <a:pt x="160286" y="5821"/>
                </a:lnTo>
                <a:lnTo>
                  <a:pt x="11394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81400" y="3606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88900" y="12700"/>
                </a:move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65100"/>
                </a:lnTo>
                <a:lnTo>
                  <a:pt x="12700" y="190500"/>
                </a:lnTo>
                <a:lnTo>
                  <a:pt x="38100" y="228600"/>
                </a:lnTo>
                <a:lnTo>
                  <a:pt x="38100" y="2413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12700"/>
                </a:lnTo>
                <a:close/>
              </a:path>
              <a:path w="292100" h="279400">
                <a:moveTo>
                  <a:pt x="241300" y="228600"/>
                </a:moveTo>
                <a:lnTo>
                  <a:pt x="1651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41300" y="2286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90500" y="127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66700" y="114300"/>
                </a:lnTo>
                <a:lnTo>
                  <a:pt x="279400" y="139700"/>
                </a:lnTo>
                <a:lnTo>
                  <a:pt x="2667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79400" y="190500"/>
                </a:lnTo>
                <a:lnTo>
                  <a:pt x="279400" y="165100"/>
                </a:lnTo>
                <a:lnTo>
                  <a:pt x="292100" y="139700"/>
                </a:lnTo>
                <a:lnTo>
                  <a:pt x="279400" y="114300"/>
                </a:lnTo>
                <a:lnTo>
                  <a:pt x="279400" y="762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1905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67100" y="4203941"/>
            <a:ext cx="279400" cy="266065"/>
          </a:xfrm>
          <a:custGeom>
            <a:avLst/>
            <a:gdLst/>
            <a:ahLst/>
            <a:cxnLst/>
            <a:rect l="l" t="t" r="r" b="b"/>
            <a:pathLst>
              <a:path w="279400" h="266064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76" y="147959"/>
                </a:lnTo>
                <a:lnTo>
                  <a:pt x="16076" y="194774"/>
                </a:lnTo>
                <a:lnTo>
                  <a:pt x="41425" y="225324"/>
                </a:lnTo>
                <a:lnTo>
                  <a:pt x="76674" y="248980"/>
                </a:lnTo>
                <a:lnTo>
                  <a:pt x="120261" y="263058"/>
                </a:lnTo>
                <a:lnTo>
                  <a:pt x="153179" y="265795"/>
                </a:lnTo>
                <a:lnTo>
                  <a:pt x="167965" y="263525"/>
                </a:lnTo>
                <a:lnTo>
                  <a:pt x="208843" y="248160"/>
                </a:lnTo>
                <a:lnTo>
                  <a:pt x="242564" y="222370"/>
                </a:lnTo>
                <a:lnTo>
                  <a:pt x="266632" y="189254"/>
                </a:lnTo>
                <a:lnTo>
                  <a:pt x="278555" y="151909"/>
                </a:lnTo>
                <a:lnTo>
                  <a:pt x="279399" y="139057"/>
                </a:lnTo>
                <a:lnTo>
                  <a:pt x="278622" y="124934"/>
                </a:lnTo>
                <a:lnTo>
                  <a:pt x="268045" y="85224"/>
                </a:lnTo>
                <a:lnTo>
                  <a:pt x="246370" y="50849"/>
                </a:lnTo>
                <a:lnTo>
                  <a:pt x="215280" y="23848"/>
                </a:lnTo>
                <a:lnTo>
                  <a:pt x="176456" y="6228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67100" y="420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266700"/>
                </a:moveTo>
                <a:lnTo>
                  <a:pt x="114300" y="266700"/>
                </a:lnTo>
                <a:lnTo>
                  <a:pt x="139700" y="279400"/>
                </a:lnTo>
                <a:lnTo>
                  <a:pt x="165100" y="266700"/>
                </a:lnTo>
                <a:close/>
              </a:path>
              <a:path w="279400" h="279400">
                <a:moveTo>
                  <a:pt x="203200" y="0"/>
                </a:moveTo>
                <a:lnTo>
                  <a:pt x="88900" y="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65100"/>
                </a:lnTo>
                <a:lnTo>
                  <a:pt x="12700" y="190500"/>
                </a:lnTo>
                <a:lnTo>
                  <a:pt x="38100" y="228600"/>
                </a:lnTo>
                <a:lnTo>
                  <a:pt x="88900" y="266700"/>
                </a:lnTo>
                <a:lnTo>
                  <a:pt x="139700" y="266700"/>
                </a:lnTo>
                <a:lnTo>
                  <a:pt x="114300" y="2540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31750" y="1905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50800" y="38100"/>
                </a:lnTo>
                <a:lnTo>
                  <a:pt x="63500" y="38100"/>
                </a:lnTo>
                <a:lnTo>
                  <a:pt x="88900" y="12700"/>
                </a:lnTo>
                <a:lnTo>
                  <a:pt x="215900" y="12700"/>
                </a:lnTo>
                <a:lnTo>
                  <a:pt x="203200" y="0"/>
                </a:lnTo>
                <a:close/>
              </a:path>
              <a:path w="279400" h="279400">
                <a:moveTo>
                  <a:pt x="241300" y="228600"/>
                </a:moveTo>
                <a:lnTo>
                  <a:pt x="190500" y="254000"/>
                </a:lnTo>
                <a:lnTo>
                  <a:pt x="165100" y="254000"/>
                </a:lnTo>
                <a:lnTo>
                  <a:pt x="139700" y="266700"/>
                </a:lnTo>
                <a:lnTo>
                  <a:pt x="203200" y="266700"/>
                </a:lnTo>
                <a:lnTo>
                  <a:pt x="241300" y="228600"/>
                </a:lnTo>
                <a:close/>
              </a:path>
              <a:path w="279400" h="279400">
                <a:moveTo>
                  <a:pt x="266700" y="177800"/>
                </a:moveTo>
                <a:lnTo>
                  <a:pt x="228600" y="228600"/>
                </a:lnTo>
                <a:lnTo>
                  <a:pt x="241300" y="228600"/>
                </a:lnTo>
                <a:lnTo>
                  <a:pt x="279400" y="190500"/>
                </a:lnTo>
                <a:lnTo>
                  <a:pt x="266700" y="190500"/>
                </a:lnTo>
                <a:lnTo>
                  <a:pt x="266700" y="177800"/>
                </a:lnTo>
                <a:close/>
              </a:path>
              <a:path w="279400" h="279400">
                <a:moveTo>
                  <a:pt x="25400" y="177800"/>
                </a:moveTo>
                <a:lnTo>
                  <a:pt x="25400" y="190500"/>
                </a:lnTo>
                <a:lnTo>
                  <a:pt x="31750" y="190500"/>
                </a:lnTo>
                <a:lnTo>
                  <a:pt x="25400" y="177800"/>
                </a:lnTo>
                <a:close/>
              </a:path>
              <a:path w="279400" h="279400">
                <a:moveTo>
                  <a:pt x="234042" y="45357"/>
                </a:moveTo>
                <a:lnTo>
                  <a:pt x="266700" y="88900"/>
                </a:lnTo>
                <a:lnTo>
                  <a:pt x="266700" y="190500"/>
                </a:lnTo>
                <a:lnTo>
                  <a:pt x="279400" y="190500"/>
                </a:lnTo>
                <a:lnTo>
                  <a:pt x="279400" y="76200"/>
                </a:lnTo>
                <a:lnTo>
                  <a:pt x="254000" y="50800"/>
                </a:lnTo>
                <a:lnTo>
                  <a:pt x="241300" y="50800"/>
                </a:lnTo>
                <a:lnTo>
                  <a:pt x="234042" y="45357"/>
                </a:lnTo>
                <a:close/>
              </a:path>
              <a:path w="279400" h="279400">
                <a:moveTo>
                  <a:pt x="63500" y="38100"/>
                </a:moveTo>
                <a:lnTo>
                  <a:pt x="50800" y="38100"/>
                </a:lnTo>
                <a:lnTo>
                  <a:pt x="50800" y="50800"/>
                </a:lnTo>
                <a:lnTo>
                  <a:pt x="63500" y="38100"/>
                </a:lnTo>
                <a:close/>
              </a:path>
              <a:path w="279400" h="279400">
                <a:moveTo>
                  <a:pt x="228600" y="38100"/>
                </a:moveTo>
                <a:lnTo>
                  <a:pt x="234042" y="45357"/>
                </a:lnTo>
                <a:lnTo>
                  <a:pt x="241300" y="50800"/>
                </a:lnTo>
                <a:lnTo>
                  <a:pt x="228600" y="38100"/>
                </a:lnTo>
                <a:close/>
              </a:path>
              <a:path w="279400" h="279400">
                <a:moveTo>
                  <a:pt x="241300" y="38100"/>
                </a:moveTo>
                <a:lnTo>
                  <a:pt x="228600" y="38100"/>
                </a:lnTo>
                <a:lnTo>
                  <a:pt x="241300" y="50800"/>
                </a:lnTo>
                <a:lnTo>
                  <a:pt x="254000" y="50800"/>
                </a:lnTo>
                <a:lnTo>
                  <a:pt x="241300" y="38100"/>
                </a:lnTo>
                <a:close/>
              </a:path>
              <a:path w="279400" h="279400">
                <a:moveTo>
                  <a:pt x="215900" y="12700"/>
                </a:moveTo>
                <a:lnTo>
                  <a:pt x="190500" y="12700"/>
                </a:lnTo>
                <a:lnTo>
                  <a:pt x="234042" y="45357"/>
                </a:lnTo>
                <a:lnTo>
                  <a:pt x="228600" y="38100"/>
                </a:lnTo>
                <a:lnTo>
                  <a:pt x="241300" y="38100"/>
                </a:lnTo>
                <a:lnTo>
                  <a:pt x="215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58000" y="3023112"/>
            <a:ext cx="279400" cy="266700"/>
          </a:xfrm>
          <a:custGeom>
            <a:avLst/>
            <a:gdLst/>
            <a:ahLst/>
            <a:cxnLst/>
            <a:rect l="l" t="t" r="r" b="b"/>
            <a:pathLst>
              <a:path w="279400" h="266700">
                <a:moveTo>
                  <a:pt x="126521" y="0"/>
                </a:moveTo>
                <a:lnTo>
                  <a:pt x="83720" y="9348"/>
                </a:lnTo>
                <a:lnTo>
                  <a:pt x="47250" y="29494"/>
                </a:lnTo>
                <a:lnTo>
                  <a:pt x="19616" y="59187"/>
                </a:lnTo>
                <a:lnTo>
                  <a:pt x="3324" y="97174"/>
                </a:lnTo>
                <a:lnTo>
                  <a:pt x="0" y="126487"/>
                </a:lnTo>
                <a:lnTo>
                  <a:pt x="330" y="135988"/>
                </a:lnTo>
                <a:lnTo>
                  <a:pt x="9761" y="177140"/>
                </a:lnTo>
                <a:lnTo>
                  <a:pt x="30661" y="212880"/>
                </a:lnTo>
                <a:lnTo>
                  <a:pt x="60958" y="241063"/>
                </a:lnTo>
                <a:lnTo>
                  <a:pt x="98582" y="259543"/>
                </a:lnTo>
                <a:lnTo>
                  <a:pt x="141463" y="266176"/>
                </a:lnTo>
                <a:lnTo>
                  <a:pt x="155440" y="265275"/>
                </a:lnTo>
                <a:lnTo>
                  <a:pt x="194825" y="254410"/>
                </a:lnTo>
                <a:lnTo>
                  <a:pt x="228855" y="232541"/>
                </a:lnTo>
                <a:lnTo>
                  <a:pt x="255553" y="201255"/>
                </a:lnTo>
                <a:lnTo>
                  <a:pt x="272943" y="162140"/>
                </a:lnTo>
                <a:lnTo>
                  <a:pt x="279049" y="116783"/>
                </a:lnTo>
                <a:lnTo>
                  <a:pt x="277270" y="102958"/>
                </a:lnTo>
                <a:lnTo>
                  <a:pt x="263451" y="65772"/>
                </a:lnTo>
                <a:lnTo>
                  <a:pt x="238144" y="35866"/>
                </a:lnTo>
                <a:lnTo>
                  <a:pt x="202929" y="14331"/>
                </a:lnTo>
                <a:lnTo>
                  <a:pt x="159390" y="2256"/>
                </a:lnTo>
                <a:lnTo>
                  <a:pt x="126521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58000" y="3009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0500" y="254000"/>
                </a:moveTo>
                <a:lnTo>
                  <a:pt x="1651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65100" y="279400"/>
                </a:lnTo>
                <a:lnTo>
                  <a:pt x="1905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190500" y="254000"/>
                </a:lnTo>
                <a:close/>
              </a:path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38100" y="38100"/>
                </a:lnTo>
                <a:lnTo>
                  <a:pt x="0" y="114300"/>
                </a:lnTo>
                <a:lnTo>
                  <a:pt x="0" y="177800"/>
                </a:lnTo>
                <a:lnTo>
                  <a:pt x="12700" y="203200"/>
                </a:lnTo>
                <a:lnTo>
                  <a:pt x="38100" y="241300"/>
                </a:lnTo>
                <a:lnTo>
                  <a:pt x="889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lnTo>
                  <a:pt x="190500" y="12700"/>
                </a:lnTo>
                <a:lnTo>
                  <a:pt x="165100" y="0"/>
                </a:lnTo>
                <a:close/>
              </a:path>
              <a:path w="279400" h="279400">
                <a:moveTo>
                  <a:pt x="1905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66700"/>
                </a:lnTo>
                <a:lnTo>
                  <a:pt x="241300" y="241300"/>
                </a:lnTo>
                <a:lnTo>
                  <a:pt x="266700" y="203200"/>
                </a:lnTo>
                <a:lnTo>
                  <a:pt x="279400" y="177800"/>
                </a:lnTo>
                <a:lnTo>
                  <a:pt x="279400" y="114300"/>
                </a:lnTo>
                <a:lnTo>
                  <a:pt x="241300" y="381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86400" y="5042536"/>
            <a:ext cx="266700" cy="266065"/>
          </a:xfrm>
          <a:custGeom>
            <a:avLst/>
            <a:gdLst/>
            <a:ahLst/>
            <a:cxnLst/>
            <a:rect l="l" t="t" r="r" b="b"/>
            <a:pathLst>
              <a:path w="266700" h="266064">
                <a:moveTo>
                  <a:pt x="113945" y="0"/>
                </a:moveTo>
                <a:lnTo>
                  <a:pt x="73150" y="11353"/>
                </a:lnTo>
                <a:lnTo>
                  <a:pt x="40175" y="34995"/>
                </a:lnTo>
                <a:lnTo>
                  <a:pt x="16273" y="68419"/>
                </a:lnTo>
                <a:lnTo>
                  <a:pt x="2696" y="109122"/>
                </a:lnTo>
                <a:lnTo>
                  <a:pt x="0" y="139063"/>
                </a:lnTo>
                <a:lnTo>
                  <a:pt x="44" y="142944"/>
                </a:lnTo>
                <a:lnTo>
                  <a:pt x="7623" y="186865"/>
                </a:lnTo>
                <a:lnTo>
                  <a:pt x="27293" y="222485"/>
                </a:lnTo>
                <a:lnTo>
                  <a:pt x="57732" y="248379"/>
                </a:lnTo>
                <a:lnTo>
                  <a:pt x="97641" y="263126"/>
                </a:lnTo>
                <a:lnTo>
                  <a:pt x="128799" y="266054"/>
                </a:lnTo>
                <a:lnTo>
                  <a:pt x="143692" y="265236"/>
                </a:lnTo>
                <a:lnTo>
                  <a:pt x="185424" y="255170"/>
                </a:lnTo>
                <a:lnTo>
                  <a:pt x="220881" y="234439"/>
                </a:lnTo>
                <a:lnTo>
                  <a:pt x="247679" y="204016"/>
                </a:lnTo>
                <a:lnTo>
                  <a:pt x="263432" y="164874"/>
                </a:lnTo>
                <a:lnTo>
                  <a:pt x="266621" y="134415"/>
                </a:lnTo>
                <a:lnTo>
                  <a:pt x="265451" y="120685"/>
                </a:lnTo>
                <a:lnTo>
                  <a:pt x="253996" y="82057"/>
                </a:lnTo>
                <a:lnTo>
                  <a:pt x="231715" y="48762"/>
                </a:lnTo>
                <a:lnTo>
                  <a:pt x="200010" y="22713"/>
                </a:lnTo>
                <a:lnTo>
                  <a:pt x="160286" y="5821"/>
                </a:lnTo>
                <a:lnTo>
                  <a:pt x="11394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73700" y="5041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88900"/>
                </a:lnTo>
                <a:lnTo>
                  <a:pt x="0" y="114300"/>
                </a:lnTo>
                <a:lnTo>
                  <a:pt x="0" y="165100"/>
                </a:lnTo>
                <a:lnTo>
                  <a:pt x="38100" y="2413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1016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01600" y="254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1905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190500" y="2540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92100" y="165100"/>
                </a:lnTo>
                <a:lnTo>
                  <a:pt x="292100" y="114300"/>
                </a:lnTo>
                <a:lnTo>
                  <a:pt x="279400" y="88900"/>
                </a:lnTo>
                <a:lnTo>
                  <a:pt x="279400" y="762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61100" y="4877436"/>
            <a:ext cx="266700" cy="266065"/>
          </a:xfrm>
          <a:custGeom>
            <a:avLst/>
            <a:gdLst/>
            <a:ahLst/>
            <a:cxnLst/>
            <a:rect l="l" t="t" r="r" b="b"/>
            <a:pathLst>
              <a:path w="266700" h="266064">
                <a:moveTo>
                  <a:pt x="113945" y="0"/>
                </a:moveTo>
                <a:lnTo>
                  <a:pt x="73150" y="11353"/>
                </a:lnTo>
                <a:lnTo>
                  <a:pt x="40175" y="34995"/>
                </a:lnTo>
                <a:lnTo>
                  <a:pt x="16273" y="68419"/>
                </a:lnTo>
                <a:lnTo>
                  <a:pt x="2696" y="109122"/>
                </a:lnTo>
                <a:lnTo>
                  <a:pt x="0" y="139063"/>
                </a:lnTo>
                <a:lnTo>
                  <a:pt x="44" y="142944"/>
                </a:lnTo>
                <a:lnTo>
                  <a:pt x="7623" y="186865"/>
                </a:lnTo>
                <a:lnTo>
                  <a:pt x="27293" y="222485"/>
                </a:lnTo>
                <a:lnTo>
                  <a:pt x="57732" y="248379"/>
                </a:lnTo>
                <a:lnTo>
                  <a:pt x="97641" y="263126"/>
                </a:lnTo>
                <a:lnTo>
                  <a:pt x="128799" y="266054"/>
                </a:lnTo>
                <a:lnTo>
                  <a:pt x="143692" y="265236"/>
                </a:lnTo>
                <a:lnTo>
                  <a:pt x="185424" y="255170"/>
                </a:lnTo>
                <a:lnTo>
                  <a:pt x="220881" y="234439"/>
                </a:lnTo>
                <a:lnTo>
                  <a:pt x="247679" y="204016"/>
                </a:lnTo>
                <a:lnTo>
                  <a:pt x="263432" y="164874"/>
                </a:lnTo>
                <a:lnTo>
                  <a:pt x="266621" y="134415"/>
                </a:lnTo>
                <a:lnTo>
                  <a:pt x="265451" y="120685"/>
                </a:lnTo>
                <a:lnTo>
                  <a:pt x="253996" y="82057"/>
                </a:lnTo>
                <a:lnTo>
                  <a:pt x="231715" y="48762"/>
                </a:lnTo>
                <a:lnTo>
                  <a:pt x="200010" y="22713"/>
                </a:lnTo>
                <a:lnTo>
                  <a:pt x="160286" y="5821"/>
                </a:lnTo>
                <a:lnTo>
                  <a:pt x="11394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48400" y="4876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88900" y="12700"/>
                </a:moveTo>
                <a:lnTo>
                  <a:pt x="50800" y="381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65100"/>
                </a:lnTo>
                <a:lnTo>
                  <a:pt x="12700" y="190500"/>
                </a:lnTo>
                <a:lnTo>
                  <a:pt x="38100" y="228600"/>
                </a:lnTo>
                <a:lnTo>
                  <a:pt x="38100" y="2413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12700"/>
                </a:lnTo>
                <a:close/>
              </a:path>
              <a:path w="292100" h="279400">
                <a:moveTo>
                  <a:pt x="241300" y="228600"/>
                </a:moveTo>
                <a:lnTo>
                  <a:pt x="190500" y="254000"/>
                </a:lnTo>
                <a:lnTo>
                  <a:pt x="203200" y="254000"/>
                </a:lnTo>
                <a:lnTo>
                  <a:pt x="1651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41300" y="228600"/>
                </a:lnTo>
                <a:close/>
              </a:path>
              <a:path w="292100" h="279400">
                <a:moveTo>
                  <a:pt x="203200" y="0"/>
                </a:moveTo>
                <a:lnTo>
                  <a:pt x="88900" y="0"/>
                </a:lnTo>
                <a:lnTo>
                  <a:pt x="88900" y="12700"/>
                </a:lnTo>
                <a:lnTo>
                  <a:pt x="190500" y="127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54000" y="228600"/>
                </a:lnTo>
                <a:lnTo>
                  <a:pt x="279400" y="190500"/>
                </a:lnTo>
                <a:lnTo>
                  <a:pt x="292100" y="165100"/>
                </a:lnTo>
                <a:lnTo>
                  <a:pt x="292100" y="101600"/>
                </a:lnTo>
                <a:lnTo>
                  <a:pt x="279400" y="762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lnTo>
                  <a:pt x="203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641600" y="386104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0" y="142339"/>
                </a:lnTo>
                <a:lnTo>
                  <a:pt x="7990" y="183891"/>
                </a:lnTo>
                <a:lnTo>
                  <a:pt x="28576" y="218246"/>
                </a:lnTo>
                <a:lnTo>
                  <a:pt x="59694" y="244225"/>
                </a:lnTo>
                <a:lnTo>
                  <a:pt x="99247" y="260647"/>
                </a:lnTo>
                <a:lnTo>
                  <a:pt x="145141" y="266334"/>
                </a:lnTo>
                <a:lnTo>
                  <a:pt x="158301" y="265015"/>
                </a:lnTo>
                <a:lnTo>
                  <a:pt x="196192" y="252770"/>
                </a:lnTo>
                <a:lnTo>
                  <a:pt x="229022" y="228963"/>
                </a:lnTo>
                <a:lnTo>
                  <a:pt x="253351" y="194714"/>
                </a:lnTo>
                <a:lnTo>
                  <a:pt x="265738" y="151141"/>
                </a:lnTo>
                <a:lnTo>
                  <a:pt x="266618" y="134738"/>
                </a:lnTo>
                <a:lnTo>
                  <a:pt x="265326" y="120112"/>
                </a:lnTo>
                <a:lnTo>
                  <a:pt x="252805" y="79194"/>
                </a:lnTo>
                <a:lnTo>
                  <a:pt x="229262" y="44512"/>
                </a:lnTo>
                <a:lnTo>
                  <a:pt x="197192" y="18364"/>
                </a:lnTo>
                <a:lnTo>
                  <a:pt x="159092" y="3051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628900" y="3860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12700" y="762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1905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270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92100" y="165100"/>
                </a:lnTo>
                <a:lnTo>
                  <a:pt x="292100" y="114300"/>
                </a:lnTo>
                <a:lnTo>
                  <a:pt x="279400" y="88900"/>
                </a:lnTo>
                <a:lnTo>
                  <a:pt x="279400" y="762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56100" y="1753112"/>
            <a:ext cx="279400" cy="266700"/>
          </a:xfrm>
          <a:custGeom>
            <a:avLst/>
            <a:gdLst/>
            <a:ahLst/>
            <a:cxnLst/>
            <a:rect l="l" t="t" r="r" b="b"/>
            <a:pathLst>
              <a:path w="279400" h="266700">
                <a:moveTo>
                  <a:pt x="126521" y="0"/>
                </a:moveTo>
                <a:lnTo>
                  <a:pt x="83720" y="9348"/>
                </a:lnTo>
                <a:lnTo>
                  <a:pt x="47250" y="29494"/>
                </a:lnTo>
                <a:lnTo>
                  <a:pt x="19616" y="59187"/>
                </a:lnTo>
                <a:lnTo>
                  <a:pt x="3324" y="97174"/>
                </a:lnTo>
                <a:lnTo>
                  <a:pt x="0" y="126487"/>
                </a:lnTo>
                <a:lnTo>
                  <a:pt x="330" y="135988"/>
                </a:lnTo>
                <a:lnTo>
                  <a:pt x="9761" y="177140"/>
                </a:lnTo>
                <a:lnTo>
                  <a:pt x="30661" y="212880"/>
                </a:lnTo>
                <a:lnTo>
                  <a:pt x="60958" y="241063"/>
                </a:lnTo>
                <a:lnTo>
                  <a:pt x="98582" y="259543"/>
                </a:lnTo>
                <a:lnTo>
                  <a:pt x="141463" y="266176"/>
                </a:lnTo>
                <a:lnTo>
                  <a:pt x="155440" y="265275"/>
                </a:lnTo>
                <a:lnTo>
                  <a:pt x="194825" y="254410"/>
                </a:lnTo>
                <a:lnTo>
                  <a:pt x="228855" y="232541"/>
                </a:lnTo>
                <a:lnTo>
                  <a:pt x="255553" y="201255"/>
                </a:lnTo>
                <a:lnTo>
                  <a:pt x="272943" y="162140"/>
                </a:lnTo>
                <a:lnTo>
                  <a:pt x="279049" y="116783"/>
                </a:lnTo>
                <a:lnTo>
                  <a:pt x="277270" y="102958"/>
                </a:lnTo>
                <a:lnTo>
                  <a:pt x="263451" y="65772"/>
                </a:lnTo>
                <a:lnTo>
                  <a:pt x="238144" y="35866"/>
                </a:lnTo>
                <a:lnTo>
                  <a:pt x="202929" y="14331"/>
                </a:lnTo>
                <a:lnTo>
                  <a:pt x="159390" y="2256"/>
                </a:lnTo>
                <a:lnTo>
                  <a:pt x="126521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56100" y="1739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241300" y="50800"/>
                </a:moveTo>
                <a:lnTo>
                  <a:pt x="228600" y="50800"/>
                </a:lnTo>
                <a:lnTo>
                  <a:pt x="266700" y="88900"/>
                </a:lnTo>
                <a:lnTo>
                  <a:pt x="266700" y="114300"/>
                </a:lnTo>
                <a:lnTo>
                  <a:pt x="279400" y="139700"/>
                </a:lnTo>
                <a:lnTo>
                  <a:pt x="266700" y="165100"/>
                </a:lnTo>
                <a:lnTo>
                  <a:pt x="266700" y="190500"/>
                </a:lnTo>
                <a:lnTo>
                  <a:pt x="228600" y="228600"/>
                </a:lnTo>
                <a:lnTo>
                  <a:pt x="241300" y="228600"/>
                </a:lnTo>
                <a:lnTo>
                  <a:pt x="190500" y="266700"/>
                </a:lnTo>
                <a:lnTo>
                  <a:pt x="88900" y="266700"/>
                </a:lnTo>
                <a:lnTo>
                  <a:pt x="88900" y="279400"/>
                </a:lnTo>
                <a:lnTo>
                  <a:pt x="203200" y="2794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79400" y="203200"/>
                </a:lnTo>
                <a:lnTo>
                  <a:pt x="279400" y="165100"/>
                </a:lnTo>
                <a:lnTo>
                  <a:pt x="292100" y="139700"/>
                </a:lnTo>
                <a:lnTo>
                  <a:pt x="279400" y="114300"/>
                </a:lnTo>
                <a:lnTo>
                  <a:pt x="279400" y="88900"/>
                </a:lnTo>
                <a:lnTo>
                  <a:pt x="241300" y="50800"/>
                </a:lnTo>
                <a:close/>
              </a:path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38100" y="38100"/>
                </a:lnTo>
                <a:lnTo>
                  <a:pt x="38100" y="50800"/>
                </a:lnTo>
                <a:lnTo>
                  <a:pt x="12700" y="88900"/>
                </a:lnTo>
                <a:lnTo>
                  <a:pt x="0" y="114300"/>
                </a:lnTo>
                <a:lnTo>
                  <a:pt x="0" y="177800"/>
                </a:lnTo>
                <a:lnTo>
                  <a:pt x="12700" y="203200"/>
                </a:lnTo>
                <a:lnTo>
                  <a:pt x="38100" y="241300"/>
                </a:lnTo>
                <a:lnTo>
                  <a:pt x="889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65100" y="12700"/>
                </a:lnTo>
                <a:lnTo>
                  <a:pt x="241300" y="508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74900" y="2933941"/>
            <a:ext cx="279400" cy="266065"/>
          </a:xfrm>
          <a:custGeom>
            <a:avLst/>
            <a:gdLst/>
            <a:ahLst/>
            <a:cxnLst/>
            <a:rect l="l" t="t" r="r" b="b"/>
            <a:pathLst>
              <a:path w="279400" h="266064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76" y="147959"/>
                </a:lnTo>
                <a:lnTo>
                  <a:pt x="16076" y="194774"/>
                </a:lnTo>
                <a:lnTo>
                  <a:pt x="41425" y="225324"/>
                </a:lnTo>
                <a:lnTo>
                  <a:pt x="76674" y="248980"/>
                </a:lnTo>
                <a:lnTo>
                  <a:pt x="120261" y="263058"/>
                </a:lnTo>
                <a:lnTo>
                  <a:pt x="153179" y="265795"/>
                </a:lnTo>
                <a:lnTo>
                  <a:pt x="167965" y="263525"/>
                </a:lnTo>
                <a:lnTo>
                  <a:pt x="208843" y="248160"/>
                </a:lnTo>
                <a:lnTo>
                  <a:pt x="242564" y="222370"/>
                </a:lnTo>
                <a:lnTo>
                  <a:pt x="266632" y="189254"/>
                </a:lnTo>
                <a:lnTo>
                  <a:pt x="278555" y="151909"/>
                </a:lnTo>
                <a:lnTo>
                  <a:pt x="279399" y="139057"/>
                </a:lnTo>
                <a:lnTo>
                  <a:pt x="278622" y="124934"/>
                </a:lnTo>
                <a:lnTo>
                  <a:pt x="268045" y="85224"/>
                </a:lnTo>
                <a:lnTo>
                  <a:pt x="246370" y="50849"/>
                </a:lnTo>
                <a:lnTo>
                  <a:pt x="215280" y="23848"/>
                </a:lnTo>
                <a:lnTo>
                  <a:pt x="176456" y="6228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74900" y="29337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203200" y="0"/>
                </a:moveTo>
                <a:lnTo>
                  <a:pt x="88900" y="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65100"/>
                </a:lnTo>
                <a:lnTo>
                  <a:pt x="12700" y="190500"/>
                </a:lnTo>
                <a:lnTo>
                  <a:pt x="38100" y="228600"/>
                </a:lnTo>
                <a:lnTo>
                  <a:pt x="38100" y="2413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31750" y="1905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50800" y="38100"/>
                </a:lnTo>
                <a:lnTo>
                  <a:pt x="63500" y="38100"/>
                </a:lnTo>
                <a:lnTo>
                  <a:pt x="88900" y="12700"/>
                </a:lnTo>
                <a:lnTo>
                  <a:pt x="215900" y="12700"/>
                </a:lnTo>
                <a:lnTo>
                  <a:pt x="203200" y="0"/>
                </a:lnTo>
                <a:close/>
              </a:path>
              <a:path w="292100" h="279400">
                <a:moveTo>
                  <a:pt x="241300" y="228600"/>
                </a:moveTo>
                <a:lnTo>
                  <a:pt x="1651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41300" y="228600"/>
                </a:lnTo>
                <a:close/>
              </a:path>
              <a:path w="292100" h="279400">
                <a:moveTo>
                  <a:pt x="266700" y="177800"/>
                </a:moveTo>
                <a:lnTo>
                  <a:pt x="228600" y="228600"/>
                </a:lnTo>
                <a:lnTo>
                  <a:pt x="241300" y="228600"/>
                </a:lnTo>
                <a:lnTo>
                  <a:pt x="279400" y="190500"/>
                </a:lnTo>
                <a:lnTo>
                  <a:pt x="266700" y="190500"/>
                </a:lnTo>
                <a:lnTo>
                  <a:pt x="266700" y="177800"/>
                </a:lnTo>
                <a:close/>
              </a:path>
              <a:path w="292100" h="279400">
                <a:moveTo>
                  <a:pt x="25400" y="177800"/>
                </a:moveTo>
                <a:lnTo>
                  <a:pt x="25400" y="190500"/>
                </a:lnTo>
                <a:lnTo>
                  <a:pt x="31750" y="190500"/>
                </a:lnTo>
                <a:lnTo>
                  <a:pt x="25400" y="177800"/>
                </a:lnTo>
                <a:close/>
              </a:path>
              <a:path w="292100" h="279400">
                <a:moveTo>
                  <a:pt x="234042" y="45357"/>
                </a:moveTo>
                <a:lnTo>
                  <a:pt x="266700" y="88900"/>
                </a:lnTo>
                <a:lnTo>
                  <a:pt x="266700" y="114300"/>
                </a:lnTo>
                <a:lnTo>
                  <a:pt x="279400" y="139700"/>
                </a:lnTo>
                <a:lnTo>
                  <a:pt x="266700" y="165100"/>
                </a:lnTo>
                <a:lnTo>
                  <a:pt x="266700" y="190500"/>
                </a:lnTo>
                <a:lnTo>
                  <a:pt x="279400" y="190500"/>
                </a:lnTo>
                <a:lnTo>
                  <a:pt x="279400" y="165100"/>
                </a:lnTo>
                <a:lnTo>
                  <a:pt x="292100" y="139700"/>
                </a:lnTo>
                <a:lnTo>
                  <a:pt x="279400" y="101600"/>
                </a:lnTo>
                <a:lnTo>
                  <a:pt x="279400" y="76200"/>
                </a:lnTo>
                <a:lnTo>
                  <a:pt x="254000" y="50800"/>
                </a:lnTo>
                <a:lnTo>
                  <a:pt x="241300" y="50800"/>
                </a:lnTo>
                <a:lnTo>
                  <a:pt x="234042" y="45357"/>
                </a:lnTo>
                <a:close/>
              </a:path>
              <a:path w="292100" h="279400">
                <a:moveTo>
                  <a:pt x="63500" y="38100"/>
                </a:moveTo>
                <a:lnTo>
                  <a:pt x="50800" y="38100"/>
                </a:lnTo>
                <a:lnTo>
                  <a:pt x="50800" y="50800"/>
                </a:lnTo>
                <a:lnTo>
                  <a:pt x="63500" y="38100"/>
                </a:lnTo>
                <a:close/>
              </a:path>
              <a:path w="292100" h="279400">
                <a:moveTo>
                  <a:pt x="228600" y="38100"/>
                </a:moveTo>
                <a:lnTo>
                  <a:pt x="234042" y="45357"/>
                </a:lnTo>
                <a:lnTo>
                  <a:pt x="241300" y="50800"/>
                </a:lnTo>
                <a:lnTo>
                  <a:pt x="228600" y="38100"/>
                </a:lnTo>
                <a:close/>
              </a:path>
              <a:path w="292100" h="279400">
                <a:moveTo>
                  <a:pt x="241300" y="38100"/>
                </a:moveTo>
                <a:lnTo>
                  <a:pt x="228600" y="38100"/>
                </a:lnTo>
                <a:lnTo>
                  <a:pt x="241300" y="50800"/>
                </a:lnTo>
                <a:lnTo>
                  <a:pt x="254000" y="50800"/>
                </a:lnTo>
                <a:lnTo>
                  <a:pt x="241300" y="38100"/>
                </a:lnTo>
                <a:close/>
              </a:path>
              <a:path w="292100" h="279400">
                <a:moveTo>
                  <a:pt x="215900" y="12700"/>
                </a:moveTo>
                <a:lnTo>
                  <a:pt x="190500" y="12700"/>
                </a:lnTo>
                <a:lnTo>
                  <a:pt x="234042" y="45357"/>
                </a:lnTo>
                <a:lnTo>
                  <a:pt x="228600" y="38100"/>
                </a:lnTo>
                <a:lnTo>
                  <a:pt x="241300" y="38100"/>
                </a:lnTo>
                <a:lnTo>
                  <a:pt x="2159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89800" y="267994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52" y="142629"/>
                </a:lnTo>
                <a:lnTo>
                  <a:pt x="13853" y="191203"/>
                </a:lnTo>
                <a:lnTo>
                  <a:pt x="38311" y="223204"/>
                </a:lnTo>
                <a:lnTo>
                  <a:pt x="72612" y="248180"/>
                </a:lnTo>
                <a:lnTo>
                  <a:pt x="114731" y="263226"/>
                </a:lnTo>
                <a:lnTo>
                  <a:pt x="146155" y="266305"/>
                </a:lnTo>
                <a:lnTo>
                  <a:pt x="161326" y="264687"/>
                </a:lnTo>
                <a:lnTo>
                  <a:pt x="201800" y="250297"/>
                </a:lnTo>
                <a:lnTo>
                  <a:pt x="233643" y="224073"/>
                </a:lnTo>
                <a:lnTo>
                  <a:pt x="255477" y="189197"/>
                </a:lnTo>
                <a:lnTo>
                  <a:pt x="265922" y="148852"/>
                </a:lnTo>
                <a:lnTo>
                  <a:pt x="266634" y="134738"/>
                </a:lnTo>
                <a:lnTo>
                  <a:pt x="265583" y="120112"/>
                </a:lnTo>
                <a:lnTo>
                  <a:pt x="254979" y="79194"/>
                </a:lnTo>
                <a:lnTo>
                  <a:pt x="233803" y="44512"/>
                </a:lnTo>
                <a:lnTo>
                  <a:pt x="202835" y="18364"/>
                </a:lnTo>
                <a:lnTo>
                  <a:pt x="162853" y="3051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77100" y="26797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50800" y="228600"/>
                </a:move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27000" y="266700"/>
                </a:lnTo>
                <a:lnTo>
                  <a:pt x="50800" y="228600"/>
                </a:lnTo>
                <a:close/>
              </a:path>
              <a:path w="292100" h="279400">
                <a:moveTo>
                  <a:pt x="254000" y="38100"/>
                </a:moveTo>
                <a:lnTo>
                  <a:pt x="241300" y="381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54000" y="241300"/>
                </a:lnTo>
                <a:lnTo>
                  <a:pt x="254000" y="228600"/>
                </a:lnTo>
                <a:lnTo>
                  <a:pt x="279400" y="190500"/>
                </a:lnTo>
                <a:lnTo>
                  <a:pt x="292100" y="165100"/>
                </a:lnTo>
                <a:lnTo>
                  <a:pt x="292100" y="101600"/>
                </a:lnTo>
                <a:lnTo>
                  <a:pt x="279400" y="76200"/>
                </a:lnTo>
                <a:lnTo>
                  <a:pt x="254000" y="38100"/>
                </a:lnTo>
                <a:close/>
              </a:path>
              <a:path w="292100" h="279400">
                <a:moveTo>
                  <a:pt x="203200" y="0"/>
                </a:moveTo>
                <a:lnTo>
                  <a:pt x="88900" y="0"/>
                </a:lnTo>
                <a:lnTo>
                  <a:pt x="12700" y="76200"/>
                </a:lnTo>
                <a:lnTo>
                  <a:pt x="12700" y="1016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190500"/>
                </a:lnTo>
                <a:lnTo>
                  <a:pt x="50800" y="228600"/>
                </a:lnTo>
                <a:lnTo>
                  <a:pt x="635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3975" y="50800"/>
                </a:lnTo>
                <a:lnTo>
                  <a:pt x="50800" y="50800"/>
                </a:lnTo>
                <a:lnTo>
                  <a:pt x="63500" y="38100"/>
                </a:lnTo>
                <a:lnTo>
                  <a:pt x="67733" y="38100"/>
                </a:lnTo>
                <a:lnTo>
                  <a:pt x="101600" y="12700"/>
                </a:lnTo>
                <a:lnTo>
                  <a:pt x="220133" y="12700"/>
                </a:lnTo>
                <a:lnTo>
                  <a:pt x="203200" y="0"/>
                </a:lnTo>
                <a:close/>
              </a:path>
              <a:path w="292100" h="279400">
                <a:moveTo>
                  <a:pt x="63500" y="38100"/>
                </a:moveTo>
                <a:lnTo>
                  <a:pt x="50800" y="50800"/>
                </a:lnTo>
                <a:lnTo>
                  <a:pt x="58057" y="45357"/>
                </a:lnTo>
                <a:lnTo>
                  <a:pt x="63500" y="38100"/>
                </a:lnTo>
                <a:close/>
              </a:path>
              <a:path w="292100" h="279400">
                <a:moveTo>
                  <a:pt x="58057" y="45357"/>
                </a:moveTo>
                <a:lnTo>
                  <a:pt x="50800" y="50800"/>
                </a:lnTo>
                <a:lnTo>
                  <a:pt x="53975" y="50800"/>
                </a:lnTo>
                <a:lnTo>
                  <a:pt x="58057" y="45357"/>
                </a:lnTo>
                <a:close/>
              </a:path>
              <a:path w="292100" h="279400">
                <a:moveTo>
                  <a:pt x="220133" y="12700"/>
                </a:moveTo>
                <a:lnTo>
                  <a:pt x="203200" y="12700"/>
                </a:lnTo>
                <a:lnTo>
                  <a:pt x="241300" y="50800"/>
                </a:lnTo>
                <a:lnTo>
                  <a:pt x="241300" y="38100"/>
                </a:lnTo>
                <a:lnTo>
                  <a:pt x="254000" y="38100"/>
                </a:lnTo>
                <a:lnTo>
                  <a:pt x="220133" y="12700"/>
                </a:lnTo>
                <a:close/>
              </a:path>
              <a:path w="292100" h="279400">
                <a:moveTo>
                  <a:pt x="67733" y="38100"/>
                </a:moveTo>
                <a:lnTo>
                  <a:pt x="63500" y="38100"/>
                </a:lnTo>
                <a:lnTo>
                  <a:pt x="58057" y="45357"/>
                </a:lnTo>
                <a:lnTo>
                  <a:pt x="67733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946900" y="487704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0" y="142339"/>
                </a:lnTo>
                <a:lnTo>
                  <a:pt x="7990" y="183891"/>
                </a:lnTo>
                <a:lnTo>
                  <a:pt x="28576" y="218246"/>
                </a:lnTo>
                <a:lnTo>
                  <a:pt x="59694" y="244225"/>
                </a:lnTo>
                <a:lnTo>
                  <a:pt x="99247" y="260647"/>
                </a:lnTo>
                <a:lnTo>
                  <a:pt x="145141" y="266334"/>
                </a:lnTo>
                <a:lnTo>
                  <a:pt x="158301" y="265015"/>
                </a:lnTo>
                <a:lnTo>
                  <a:pt x="196192" y="252770"/>
                </a:lnTo>
                <a:lnTo>
                  <a:pt x="229022" y="228963"/>
                </a:lnTo>
                <a:lnTo>
                  <a:pt x="253351" y="194714"/>
                </a:lnTo>
                <a:lnTo>
                  <a:pt x="265738" y="151141"/>
                </a:lnTo>
                <a:lnTo>
                  <a:pt x="266618" y="134738"/>
                </a:lnTo>
                <a:lnTo>
                  <a:pt x="265326" y="120112"/>
                </a:lnTo>
                <a:lnTo>
                  <a:pt x="252805" y="79194"/>
                </a:lnTo>
                <a:lnTo>
                  <a:pt x="229262" y="44512"/>
                </a:lnTo>
                <a:lnTo>
                  <a:pt x="197192" y="18364"/>
                </a:lnTo>
                <a:lnTo>
                  <a:pt x="159092" y="3051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934200" y="4876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50800" y="228600"/>
                </a:move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101600" y="254000"/>
                </a:lnTo>
                <a:lnTo>
                  <a:pt x="50800" y="2286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90500" y="127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190500" y="2540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28600"/>
                </a:lnTo>
                <a:lnTo>
                  <a:pt x="279400" y="190500"/>
                </a:lnTo>
                <a:lnTo>
                  <a:pt x="292100" y="165100"/>
                </a:lnTo>
                <a:lnTo>
                  <a:pt x="292100" y="101600"/>
                </a:lnTo>
                <a:lnTo>
                  <a:pt x="279400" y="762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203200" y="0"/>
                </a:moveTo>
                <a:lnTo>
                  <a:pt x="889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65100"/>
                </a:lnTo>
                <a:lnTo>
                  <a:pt x="12700" y="1905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01600" y="12700"/>
                </a:lnTo>
                <a:lnTo>
                  <a:pt x="203200" y="12700"/>
                </a:lnTo>
                <a:lnTo>
                  <a:pt x="203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003800" y="2769112"/>
            <a:ext cx="266700" cy="266065"/>
          </a:xfrm>
          <a:custGeom>
            <a:avLst/>
            <a:gdLst/>
            <a:ahLst/>
            <a:cxnLst/>
            <a:rect l="l" t="t" r="r" b="b"/>
            <a:pathLst>
              <a:path w="266700" h="266064">
                <a:moveTo>
                  <a:pt x="126521" y="0"/>
                </a:moveTo>
                <a:lnTo>
                  <a:pt x="83720" y="9348"/>
                </a:lnTo>
                <a:lnTo>
                  <a:pt x="47250" y="29494"/>
                </a:lnTo>
                <a:lnTo>
                  <a:pt x="19616" y="59187"/>
                </a:lnTo>
                <a:lnTo>
                  <a:pt x="3324" y="97174"/>
                </a:lnTo>
                <a:lnTo>
                  <a:pt x="0" y="126487"/>
                </a:lnTo>
                <a:lnTo>
                  <a:pt x="71" y="129522"/>
                </a:lnTo>
                <a:lnTo>
                  <a:pt x="6978" y="169342"/>
                </a:lnTo>
                <a:lnTo>
                  <a:pt x="25432" y="205251"/>
                </a:lnTo>
                <a:lnTo>
                  <a:pt x="53822" y="234498"/>
                </a:lnTo>
                <a:lnTo>
                  <a:pt x="90593" y="255118"/>
                </a:lnTo>
                <a:lnTo>
                  <a:pt x="134189" y="265145"/>
                </a:lnTo>
                <a:lnTo>
                  <a:pt x="149968" y="265794"/>
                </a:lnTo>
                <a:lnTo>
                  <a:pt x="163731" y="263962"/>
                </a:lnTo>
                <a:lnTo>
                  <a:pt x="200742" y="250028"/>
                </a:lnTo>
                <a:lnTo>
                  <a:pt x="230497" y="224639"/>
                </a:lnTo>
                <a:lnTo>
                  <a:pt x="251911" y="189339"/>
                </a:lnTo>
                <a:lnTo>
                  <a:pt x="263900" y="145671"/>
                </a:lnTo>
                <a:lnTo>
                  <a:pt x="266122" y="112672"/>
                </a:lnTo>
                <a:lnTo>
                  <a:pt x="264199" y="98374"/>
                </a:lnTo>
                <a:lnTo>
                  <a:pt x="250561" y="60311"/>
                </a:lnTo>
                <a:lnTo>
                  <a:pt x="225579" y="30483"/>
                </a:lnTo>
                <a:lnTo>
                  <a:pt x="189849" y="10151"/>
                </a:lnTo>
                <a:lnTo>
                  <a:pt x="143968" y="580"/>
                </a:lnTo>
                <a:lnTo>
                  <a:pt x="1265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1100" y="2755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50800" y="50800"/>
                </a:move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2032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88900" y="279400"/>
                </a:lnTo>
                <a:lnTo>
                  <a:pt x="203200" y="279400"/>
                </a:lnTo>
                <a:lnTo>
                  <a:pt x="203200" y="266700"/>
                </a:lnTo>
                <a:lnTo>
                  <a:pt x="1016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66700"/>
                </a:lnTo>
                <a:lnTo>
                  <a:pt x="254000" y="241300"/>
                </a:lnTo>
                <a:lnTo>
                  <a:pt x="279400" y="203200"/>
                </a:lnTo>
                <a:lnTo>
                  <a:pt x="292100" y="177800"/>
                </a:lnTo>
                <a:lnTo>
                  <a:pt x="292100" y="114300"/>
                </a:lnTo>
                <a:lnTo>
                  <a:pt x="279400" y="88900"/>
                </a:lnTo>
                <a:lnTo>
                  <a:pt x="254000" y="50800"/>
                </a:lnTo>
                <a:lnTo>
                  <a:pt x="2540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533900" y="259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65100" y="2794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66700" y="88900"/>
                </a:lnTo>
                <a:lnTo>
                  <a:pt x="266700" y="76200"/>
                </a:lnTo>
                <a:lnTo>
                  <a:pt x="241300" y="38100"/>
                </a:lnTo>
                <a:lnTo>
                  <a:pt x="165100" y="0"/>
                </a:lnTo>
                <a:close/>
              </a:path>
              <a:path w="279400" h="279400">
                <a:moveTo>
                  <a:pt x="12700" y="190500"/>
                </a:moveTo>
                <a:lnTo>
                  <a:pt x="38100" y="241300"/>
                </a:lnTo>
                <a:lnTo>
                  <a:pt x="76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12700" y="190500"/>
                </a:lnTo>
                <a:close/>
              </a:path>
              <a:path w="279400" h="279400">
                <a:moveTo>
                  <a:pt x="12700" y="88900"/>
                </a:moveTo>
                <a:lnTo>
                  <a:pt x="0" y="88900"/>
                </a:lnTo>
                <a:lnTo>
                  <a:pt x="0" y="190500"/>
                </a:lnTo>
                <a:lnTo>
                  <a:pt x="12700" y="190500"/>
                </a:lnTo>
                <a:lnTo>
                  <a:pt x="12700" y="88900"/>
                </a:lnTo>
                <a:close/>
              </a:path>
              <a:path w="279400" h="2794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40400" y="259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0" y="76200"/>
                </a:lnTo>
                <a:lnTo>
                  <a:pt x="0" y="190500"/>
                </a:lnTo>
                <a:lnTo>
                  <a:pt x="38100" y="241300"/>
                </a:lnTo>
                <a:lnTo>
                  <a:pt x="76200" y="266700"/>
                </a:lnTo>
                <a:lnTo>
                  <a:pt x="101600" y="279400"/>
                </a:lnTo>
                <a:lnTo>
                  <a:pt x="165100" y="279400"/>
                </a:lnTo>
                <a:lnTo>
                  <a:pt x="190500" y="266700"/>
                </a:lnTo>
                <a:lnTo>
                  <a:pt x="114300" y="2667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12700" y="190500"/>
                </a:lnTo>
                <a:lnTo>
                  <a:pt x="12700" y="88900"/>
                </a:lnTo>
                <a:lnTo>
                  <a:pt x="50800" y="50800"/>
                </a:lnTo>
                <a:lnTo>
                  <a:pt x="38100" y="50800"/>
                </a:lnTo>
                <a:lnTo>
                  <a:pt x="114300" y="12700"/>
                </a:lnTo>
                <a:lnTo>
                  <a:pt x="190500" y="12700"/>
                </a:lnTo>
                <a:lnTo>
                  <a:pt x="165100" y="0"/>
                </a:lnTo>
                <a:close/>
              </a:path>
              <a:path w="279400" h="279400">
                <a:moveTo>
                  <a:pt x="1905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190500" y="2667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66700" y="88900"/>
                </a:lnTo>
                <a:lnTo>
                  <a:pt x="266700" y="76200"/>
                </a:lnTo>
                <a:lnTo>
                  <a:pt x="241300" y="381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308600" y="259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65100" y="2794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66700" y="88900"/>
                </a:lnTo>
                <a:lnTo>
                  <a:pt x="266700" y="76200"/>
                </a:lnTo>
                <a:lnTo>
                  <a:pt x="241300" y="38100"/>
                </a:lnTo>
                <a:lnTo>
                  <a:pt x="165100" y="0"/>
                </a:lnTo>
                <a:close/>
              </a:path>
              <a:path w="279400" h="279400">
                <a:moveTo>
                  <a:pt x="12700" y="190500"/>
                </a:moveTo>
                <a:lnTo>
                  <a:pt x="38100" y="241300"/>
                </a:lnTo>
                <a:lnTo>
                  <a:pt x="76200" y="266700"/>
                </a:lnTo>
                <a:lnTo>
                  <a:pt x="114300" y="2667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12700" y="190500"/>
                </a:lnTo>
                <a:close/>
              </a:path>
              <a:path w="279400" h="279400">
                <a:moveTo>
                  <a:pt x="12700" y="88900"/>
                </a:moveTo>
                <a:lnTo>
                  <a:pt x="0" y="88900"/>
                </a:lnTo>
                <a:lnTo>
                  <a:pt x="0" y="190500"/>
                </a:lnTo>
                <a:lnTo>
                  <a:pt x="12700" y="190500"/>
                </a:lnTo>
                <a:lnTo>
                  <a:pt x="12700" y="88900"/>
                </a:lnTo>
                <a:close/>
              </a:path>
              <a:path w="279400" h="2794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88900"/>
                </a:lnTo>
                <a:lnTo>
                  <a:pt x="50800" y="50800"/>
                </a:lnTo>
                <a:lnTo>
                  <a:pt x="38100" y="508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505200" y="2769112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4" h="266064">
                <a:moveTo>
                  <a:pt x="126521" y="0"/>
                </a:moveTo>
                <a:lnTo>
                  <a:pt x="83720" y="9348"/>
                </a:lnTo>
                <a:lnTo>
                  <a:pt x="47250" y="29494"/>
                </a:lnTo>
                <a:lnTo>
                  <a:pt x="19616" y="59187"/>
                </a:lnTo>
                <a:lnTo>
                  <a:pt x="3324" y="97174"/>
                </a:lnTo>
                <a:lnTo>
                  <a:pt x="0" y="126487"/>
                </a:lnTo>
                <a:lnTo>
                  <a:pt x="121" y="129515"/>
                </a:lnTo>
                <a:lnTo>
                  <a:pt x="6670" y="168447"/>
                </a:lnTo>
                <a:lnTo>
                  <a:pt x="24930" y="204663"/>
                </a:lnTo>
                <a:lnTo>
                  <a:pt x="53232" y="234244"/>
                </a:lnTo>
                <a:lnTo>
                  <a:pt x="89667" y="255003"/>
                </a:lnTo>
                <a:lnTo>
                  <a:pt x="132865" y="265132"/>
                </a:lnTo>
                <a:lnTo>
                  <a:pt x="148464" y="265787"/>
                </a:lnTo>
                <a:lnTo>
                  <a:pt x="160501" y="263946"/>
                </a:lnTo>
                <a:lnTo>
                  <a:pt x="205949" y="242727"/>
                </a:lnTo>
                <a:lnTo>
                  <a:pt x="234426" y="213863"/>
                </a:lnTo>
                <a:lnTo>
                  <a:pt x="255121" y="175612"/>
                </a:lnTo>
                <a:lnTo>
                  <a:pt x="265359" y="129515"/>
                </a:lnTo>
                <a:lnTo>
                  <a:pt x="265985" y="112672"/>
                </a:lnTo>
                <a:lnTo>
                  <a:pt x="263649" y="98374"/>
                </a:lnTo>
                <a:lnTo>
                  <a:pt x="247784" y="60311"/>
                </a:lnTo>
                <a:lnTo>
                  <a:pt x="220542" y="30483"/>
                </a:lnTo>
                <a:lnTo>
                  <a:pt x="184378" y="10151"/>
                </a:lnTo>
                <a:lnTo>
                  <a:pt x="141745" y="580"/>
                </a:lnTo>
                <a:lnTo>
                  <a:pt x="126521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492500" y="2755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50800" y="50800"/>
                </a:move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2032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88900" y="279400"/>
                </a:lnTo>
                <a:lnTo>
                  <a:pt x="203200" y="279400"/>
                </a:lnTo>
                <a:lnTo>
                  <a:pt x="203200" y="266700"/>
                </a:lnTo>
                <a:lnTo>
                  <a:pt x="1016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79400" y="203200"/>
                </a:lnTo>
                <a:lnTo>
                  <a:pt x="292100" y="177800"/>
                </a:lnTo>
                <a:lnTo>
                  <a:pt x="292100" y="114300"/>
                </a:lnTo>
                <a:lnTo>
                  <a:pt x="279400" y="88900"/>
                </a:lnTo>
                <a:lnTo>
                  <a:pt x="254000" y="508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533900" y="2082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65100" y="2794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41300" y="38100"/>
                </a:lnTo>
                <a:lnTo>
                  <a:pt x="165100" y="0"/>
                </a:lnTo>
                <a:close/>
              </a:path>
              <a:path w="279400" h="279400">
                <a:moveTo>
                  <a:pt x="12700" y="190500"/>
                </a:moveTo>
                <a:lnTo>
                  <a:pt x="38100" y="241300"/>
                </a:lnTo>
                <a:lnTo>
                  <a:pt x="76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12700" y="190500"/>
                </a:lnTo>
                <a:close/>
              </a:path>
              <a:path w="279400" h="279400">
                <a:moveTo>
                  <a:pt x="12700" y="88900"/>
                </a:moveTo>
                <a:lnTo>
                  <a:pt x="0" y="88900"/>
                </a:lnTo>
                <a:lnTo>
                  <a:pt x="0" y="190500"/>
                </a:lnTo>
                <a:lnTo>
                  <a:pt x="12700" y="190500"/>
                </a:lnTo>
                <a:lnTo>
                  <a:pt x="12700" y="88900"/>
                </a:lnTo>
                <a:close/>
              </a:path>
              <a:path w="279400" h="2794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219700" y="4445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12700"/>
                </a:moveTo>
                <a:lnTo>
                  <a:pt x="88900" y="12700"/>
                </a:lnTo>
                <a:lnTo>
                  <a:pt x="38100" y="50800"/>
                </a:lnTo>
                <a:lnTo>
                  <a:pt x="12700" y="88900"/>
                </a:lnTo>
                <a:lnTo>
                  <a:pt x="0" y="114300"/>
                </a:lnTo>
                <a:lnTo>
                  <a:pt x="0" y="177800"/>
                </a:lnTo>
                <a:lnTo>
                  <a:pt x="12700" y="203200"/>
                </a:lnTo>
                <a:lnTo>
                  <a:pt x="38100" y="241300"/>
                </a:lnTo>
                <a:lnTo>
                  <a:pt x="88900" y="279400"/>
                </a:lnTo>
                <a:lnTo>
                  <a:pt x="203200" y="279400"/>
                </a:lnTo>
                <a:lnTo>
                  <a:pt x="215900" y="266700"/>
                </a:lnTo>
                <a:lnTo>
                  <a:pt x="88900" y="266700"/>
                </a:lnTo>
                <a:lnTo>
                  <a:pt x="63500" y="241300"/>
                </a:lnTo>
                <a:lnTo>
                  <a:pt x="50800" y="2413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3175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25400"/>
                </a:lnTo>
                <a:lnTo>
                  <a:pt x="139700" y="12700"/>
                </a:lnTo>
                <a:close/>
              </a:path>
              <a:path w="279400" h="279400">
                <a:moveTo>
                  <a:pt x="234042" y="234042"/>
                </a:moveTo>
                <a:lnTo>
                  <a:pt x="190500" y="266700"/>
                </a:lnTo>
                <a:lnTo>
                  <a:pt x="215900" y="266700"/>
                </a:lnTo>
                <a:lnTo>
                  <a:pt x="241300" y="241300"/>
                </a:lnTo>
                <a:lnTo>
                  <a:pt x="228600" y="241300"/>
                </a:lnTo>
                <a:lnTo>
                  <a:pt x="234042" y="234042"/>
                </a:lnTo>
                <a:close/>
              </a:path>
              <a:path w="279400" h="279400">
                <a:moveTo>
                  <a:pt x="50800" y="228600"/>
                </a:moveTo>
                <a:lnTo>
                  <a:pt x="50800" y="241300"/>
                </a:lnTo>
                <a:lnTo>
                  <a:pt x="63500" y="241300"/>
                </a:lnTo>
                <a:lnTo>
                  <a:pt x="50800" y="228600"/>
                </a:lnTo>
                <a:close/>
              </a:path>
              <a:path w="279400" h="279400">
                <a:moveTo>
                  <a:pt x="241300" y="228600"/>
                </a:moveTo>
                <a:lnTo>
                  <a:pt x="234042" y="234042"/>
                </a:lnTo>
                <a:lnTo>
                  <a:pt x="228600" y="241300"/>
                </a:lnTo>
                <a:lnTo>
                  <a:pt x="241300" y="228600"/>
                </a:lnTo>
                <a:close/>
              </a:path>
              <a:path w="279400" h="279400">
                <a:moveTo>
                  <a:pt x="249766" y="228600"/>
                </a:moveTo>
                <a:lnTo>
                  <a:pt x="241300" y="228600"/>
                </a:lnTo>
                <a:lnTo>
                  <a:pt x="228600" y="241300"/>
                </a:lnTo>
                <a:lnTo>
                  <a:pt x="241300" y="241300"/>
                </a:lnTo>
                <a:lnTo>
                  <a:pt x="249766" y="228600"/>
                </a:lnTo>
                <a:close/>
              </a:path>
              <a:path w="279400" h="279400">
                <a:moveTo>
                  <a:pt x="279400" y="88900"/>
                </a:moveTo>
                <a:lnTo>
                  <a:pt x="266700" y="88900"/>
                </a:lnTo>
                <a:lnTo>
                  <a:pt x="266700" y="190500"/>
                </a:lnTo>
                <a:lnTo>
                  <a:pt x="234042" y="234042"/>
                </a:lnTo>
                <a:lnTo>
                  <a:pt x="241300" y="228600"/>
                </a:lnTo>
                <a:lnTo>
                  <a:pt x="249766" y="228600"/>
                </a:lnTo>
                <a:lnTo>
                  <a:pt x="266700" y="203200"/>
                </a:lnTo>
                <a:lnTo>
                  <a:pt x="279400" y="203200"/>
                </a:lnTo>
                <a:lnTo>
                  <a:pt x="279400" y="88900"/>
                </a:lnTo>
                <a:close/>
              </a:path>
              <a:path w="279400" h="279400">
                <a:moveTo>
                  <a:pt x="31750" y="88900"/>
                </a:moveTo>
                <a:lnTo>
                  <a:pt x="25400" y="88900"/>
                </a:lnTo>
                <a:lnTo>
                  <a:pt x="25400" y="101600"/>
                </a:lnTo>
                <a:lnTo>
                  <a:pt x="31750" y="88900"/>
                </a:lnTo>
                <a:close/>
              </a:path>
              <a:path w="279400" h="279400">
                <a:moveTo>
                  <a:pt x="241300" y="50800"/>
                </a:moveTo>
                <a:lnTo>
                  <a:pt x="228600" y="50800"/>
                </a:lnTo>
                <a:lnTo>
                  <a:pt x="266700" y="101600"/>
                </a:lnTo>
                <a:lnTo>
                  <a:pt x="266700" y="88900"/>
                </a:lnTo>
                <a:lnTo>
                  <a:pt x="241300" y="50800"/>
                </a:lnTo>
                <a:close/>
              </a:path>
              <a:path w="279400" h="279400">
                <a:moveTo>
                  <a:pt x="2032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0500" y="25400"/>
                </a:lnTo>
                <a:lnTo>
                  <a:pt x="241300" y="50800"/>
                </a:lnTo>
                <a:lnTo>
                  <a:pt x="203200" y="12700"/>
                </a:lnTo>
                <a:close/>
              </a:path>
              <a:path w="279400" h="279400">
                <a:moveTo>
                  <a:pt x="139700" y="0"/>
                </a:moveTo>
                <a:lnTo>
                  <a:pt x="1143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492500" y="2755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50800" y="50800"/>
                </a:move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2032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88900" y="279400"/>
                </a:lnTo>
                <a:lnTo>
                  <a:pt x="203200" y="279400"/>
                </a:lnTo>
                <a:lnTo>
                  <a:pt x="203200" y="266700"/>
                </a:lnTo>
                <a:lnTo>
                  <a:pt x="1016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79400" y="203200"/>
                </a:lnTo>
                <a:lnTo>
                  <a:pt x="292100" y="177800"/>
                </a:lnTo>
                <a:lnTo>
                  <a:pt x="292100" y="114300"/>
                </a:lnTo>
                <a:lnTo>
                  <a:pt x="279400" y="88900"/>
                </a:lnTo>
                <a:lnTo>
                  <a:pt x="254000" y="508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835400" y="3009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2032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016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101600" y="254000"/>
                </a:moveTo>
                <a:lnTo>
                  <a:pt x="101600" y="266700"/>
                </a:lnTo>
                <a:lnTo>
                  <a:pt x="127000" y="266700"/>
                </a:lnTo>
                <a:lnTo>
                  <a:pt x="101600" y="254000"/>
                </a:lnTo>
                <a:close/>
              </a:path>
              <a:path w="292100" h="279400">
                <a:moveTo>
                  <a:pt x="203200" y="254000"/>
                </a:moveTo>
                <a:lnTo>
                  <a:pt x="177800" y="266700"/>
                </a:lnTo>
                <a:lnTo>
                  <a:pt x="203200" y="266700"/>
                </a:lnTo>
                <a:lnTo>
                  <a:pt x="203200" y="2540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66700"/>
                </a:lnTo>
                <a:lnTo>
                  <a:pt x="254000" y="241300"/>
                </a:lnTo>
                <a:lnTo>
                  <a:pt x="279400" y="203200"/>
                </a:lnTo>
                <a:lnTo>
                  <a:pt x="292100" y="177800"/>
                </a:lnTo>
                <a:lnTo>
                  <a:pt x="292100" y="114300"/>
                </a:lnTo>
                <a:lnTo>
                  <a:pt x="2540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835400" y="4025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2032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270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54000" y="241300"/>
                </a:lnTo>
                <a:lnTo>
                  <a:pt x="292100" y="165100"/>
                </a:lnTo>
                <a:lnTo>
                  <a:pt x="292100" y="114300"/>
                </a:lnTo>
                <a:lnTo>
                  <a:pt x="2540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130800" y="2082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38100" y="38100"/>
                </a:lnTo>
                <a:lnTo>
                  <a:pt x="0" y="114300"/>
                </a:lnTo>
                <a:lnTo>
                  <a:pt x="0" y="165100"/>
                </a:lnTo>
                <a:lnTo>
                  <a:pt x="38100" y="2413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65100" y="12700"/>
                </a:lnTo>
                <a:lnTo>
                  <a:pt x="241300" y="50800"/>
                </a:lnTo>
                <a:lnTo>
                  <a:pt x="228600" y="50800"/>
                </a:lnTo>
                <a:lnTo>
                  <a:pt x="266700" y="88900"/>
                </a:lnTo>
                <a:lnTo>
                  <a:pt x="266700" y="114300"/>
                </a:lnTo>
                <a:lnTo>
                  <a:pt x="279400" y="139700"/>
                </a:lnTo>
                <a:lnTo>
                  <a:pt x="266700" y="165100"/>
                </a:lnTo>
                <a:lnTo>
                  <a:pt x="266700" y="190500"/>
                </a:lnTo>
                <a:lnTo>
                  <a:pt x="228600" y="228600"/>
                </a:lnTo>
                <a:lnTo>
                  <a:pt x="241300" y="228600"/>
                </a:lnTo>
                <a:lnTo>
                  <a:pt x="1651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79400" y="190500"/>
                </a:lnTo>
                <a:lnTo>
                  <a:pt x="279400" y="165100"/>
                </a:lnTo>
                <a:lnTo>
                  <a:pt x="292100" y="139700"/>
                </a:lnTo>
                <a:lnTo>
                  <a:pt x="279400" y="114300"/>
                </a:lnTo>
                <a:lnTo>
                  <a:pt x="279400" y="889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699000" y="4279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38100" y="38100"/>
                </a:lnTo>
                <a:lnTo>
                  <a:pt x="0" y="114300"/>
                </a:lnTo>
                <a:lnTo>
                  <a:pt x="0" y="165100"/>
                </a:lnTo>
                <a:lnTo>
                  <a:pt x="38100" y="2413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1016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01600" y="254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1905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190500" y="2540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92100" y="165100"/>
                </a:lnTo>
                <a:lnTo>
                  <a:pt x="292100" y="1143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848100" y="3023112"/>
            <a:ext cx="266700" cy="266065"/>
          </a:xfrm>
          <a:custGeom>
            <a:avLst/>
            <a:gdLst/>
            <a:ahLst/>
            <a:cxnLst/>
            <a:rect l="l" t="t" r="r" b="b"/>
            <a:pathLst>
              <a:path w="266700" h="266064">
                <a:moveTo>
                  <a:pt x="126521" y="0"/>
                </a:moveTo>
                <a:lnTo>
                  <a:pt x="83720" y="9348"/>
                </a:lnTo>
                <a:lnTo>
                  <a:pt x="47250" y="29494"/>
                </a:lnTo>
                <a:lnTo>
                  <a:pt x="19616" y="59187"/>
                </a:lnTo>
                <a:lnTo>
                  <a:pt x="3324" y="97174"/>
                </a:lnTo>
                <a:lnTo>
                  <a:pt x="0" y="126487"/>
                </a:lnTo>
                <a:lnTo>
                  <a:pt x="71" y="129522"/>
                </a:lnTo>
                <a:lnTo>
                  <a:pt x="6978" y="169342"/>
                </a:lnTo>
                <a:lnTo>
                  <a:pt x="25432" y="205251"/>
                </a:lnTo>
                <a:lnTo>
                  <a:pt x="53822" y="234498"/>
                </a:lnTo>
                <a:lnTo>
                  <a:pt x="90593" y="255118"/>
                </a:lnTo>
                <a:lnTo>
                  <a:pt x="134189" y="265145"/>
                </a:lnTo>
                <a:lnTo>
                  <a:pt x="149968" y="265794"/>
                </a:lnTo>
                <a:lnTo>
                  <a:pt x="163731" y="263962"/>
                </a:lnTo>
                <a:lnTo>
                  <a:pt x="200742" y="250028"/>
                </a:lnTo>
                <a:lnTo>
                  <a:pt x="230497" y="224639"/>
                </a:lnTo>
                <a:lnTo>
                  <a:pt x="251911" y="189339"/>
                </a:lnTo>
                <a:lnTo>
                  <a:pt x="263900" y="145671"/>
                </a:lnTo>
                <a:lnTo>
                  <a:pt x="266122" y="112672"/>
                </a:lnTo>
                <a:lnTo>
                  <a:pt x="264199" y="98374"/>
                </a:lnTo>
                <a:lnTo>
                  <a:pt x="250561" y="60311"/>
                </a:lnTo>
                <a:lnTo>
                  <a:pt x="225579" y="30483"/>
                </a:lnTo>
                <a:lnTo>
                  <a:pt x="189849" y="10151"/>
                </a:lnTo>
                <a:lnTo>
                  <a:pt x="143968" y="580"/>
                </a:lnTo>
                <a:lnTo>
                  <a:pt x="126521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835400" y="3009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2032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016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101600" y="254000"/>
                </a:moveTo>
                <a:lnTo>
                  <a:pt x="101600" y="266700"/>
                </a:lnTo>
                <a:lnTo>
                  <a:pt x="127000" y="266700"/>
                </a:lnTo>
                <a:lnTo>
                  <a:pt x="101600" y="254000"/>
                </a:lnTo>
                <a:close/>
              </a:path>
              <a:path w="292100" h="279400">
                <a:moveTo>
                  <a:pt x="203200" y="254000"/>
                </a:moveTo>
                <a:lnTo>
                  <a:pt x="177800" y="266700"/>
                </a:lnTo>
                <a:lnTo>
                  <a:pt x="203200" y="266700"/>
                </a:lnTo>
                <a:lnTo>
                  <a:pt x="203200" y="25400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66700"/>
                </a:lnTo>
                <a:lnTo>
                  <a:pt x="254000" y="241300"/>
                </a:lnTo>
                <a:lnTo>
                  <a:pt x="279400" y="203200"/>
                </a:lnTo>
                <a:lnTo>
                  <a:pt x="292100" y="177800"/>
                </a:lnTo>
                <a:lnTo>
                  <a:pt x="292100" y="114300"/>
                </a:lnTo>
                <a:lnTo>
                  <a:pt x="2540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848100" y="4026141"/>
            <a:ext cx="266700" cy="279400"/>
          </a:xfrm>
          <a:custGeom>
            <a:avLst/>
            <a:gdLst/>
            <a:ahLst/>
            <a:cxnLst/>
            <a:rect l="l" t="t" r="r" b="b"/>
            <a:pathLst>
              <a:path w="266700" h="279400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54" y="149304"/>
                </a:lnTo>
                <a:lnTo>
                  <a:pt x="9866" y="190359"/>
                </a:lnTo>
                <a:lnTo>
                  <a:pt x="30819" y="226006"/>
                </a:lnTo>
                <a:lnTo>
                  <a:pt x="61171" y="254108"/>
                </a:lnTo>
                <a:lnTo>
                  <a:pt x="98880" y="272532"/>
                </a:lnTo>
                <a:lnTo>
                  <a:pt x="141904" y="279140"/>
                </a:lnTo>
                <a:lnTo>
                  <a:pt x="156556" y="278087"/>
                </a:lnTo>
                <a:lnTo>
                  <a:pt x="196048" y="265827"/>
                </a:lnTo>
                <a:lnTo>
                  <a:pt x="227920" y="241589"/>
                </a:lnTo>
                <a:lnTo>
                  <a:pt x="250986" y="207523"/>
                </a:lnTo>
                <a:lnTo>
                  <a:pt x="264058" y="165776"/>
                </a:lnTo>
                <a:lnTo>
                  <a:pt x="266634" y="134738"/>
                </a:lnTo>
                <a:lnTo>
                  <a:pt x="265583" y="120112"/>
                </a:lnTo>
                <a:lnTo>
                  <a:pt x="254979" y="79194"/>
                </a:lnTo>
                <a:lnTo>
                  <a:pt x="233803" y="44512"/>
                </a:lnTo>
                <a:lnTo>
                  <a:pt x="202835" y="18364"/>
                </a:lnTo>
                <a:lnTo>
                  <a:pt x="162853" y="3051"/>
                </a:lnTo>
                <a:lnTo>
                  <a:pt x="131575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835400" y="4025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12700" y="165100"/>
                </a:lnTo>
                <a:lnTo>
                  <a:pt x="12700" y="2032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27000" y="2667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254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270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54000" y="241300"/>
                </a:lnTo>
                <a:lnTo>
                  <a:pt x="292100" y="165100"/>
                </a:lnTo>
                <a:lnTo>
                  <a:pt x="292100" y="114300"/>
                </a:lnTo>
                <a:lnTo>
                  <a:pt x="2540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711700" y="4280536"/>
            <a:ext cx="266700" cy="278765"/>
          </a:xfrm>
          <a:custGeom>
            <a:avLst/>
            <a:gdLst/>
            <a:ahLst/>
            <a:cxnLst/>
            <a:rect l="l" t="t" r="r" b="b"/>
            <a:pathLst>
              <a:path w="266700" h="278764">
                <a:moveTo>
                  <a:pt x="115914" y="0"/>
                </a:moveTo>
                <a:lnTo>
                  <a:pt x="78575" y="11353"/>
                </a:lnTo>
                <a:lnTo>
                  <a:pt x="45271" y="34995"/>
                </a:lnTo>
                <a:lnTo>
                  <a:pt x="19133" y="68419"/>
                </a:lnTo>
                <a:lnTo>
                  <a:pt x="3293" y="109122"/>
                </a:lnTo>
                <a:lnTo>
                  <a:pt x="0" y="139063"/>
                </a:lnTo>
                <a:lnTo>
                  <a:pt x="166" y="145818"/>
                </a:lnTo>
                <a:lnTo>
                  <a:pt x="8944" y="187733"/>
                </a:lnTo>
                <a:lnTo>
                  <a:pt x="29393" y="224190"/>
                </a:lnTo>
                <a:lnTo>
                  <a:pt x="59189" y="252944"/>
                </a:lnTo>
                <a:lnTo>
                  <a:pt x="96010" y="271747"/>
                </a:lnTo>
                <a:lnTo>
                  <a:pt x="137535" y="278356"/>
                </a:lnTo>
                <a:lnTo>
                  <a:pt x="151625" y="276520"/>
                </a:lnTo>
                <a:lnTo>
                  <a:pt x="190921" y="262831"/>
                </a:lnTo>
                <a:lnTo>
                  <a:pt x="224109" y="238416"/>
                </a:lnTo>
                <a:lnTo>
                  <a:pt x="249074" y="205262"/>
                </a:lnTo>
                <a:lnTo>
                  <a:pt x="263702" y="165354"/>
                </a:lnTo>
                <a:lnTo>
                  <a:pt x="266665" y="135977"/>
                </a:lnTo>
                <a:lnTo>
                  <a:pt x="265640" y="122113"/>
                </a:lnTo>
                <a:lnTo>
                  <a:pt x="254506" y="83077"/>
                </a:lnTo>
                <a:lnTo>
                  <a:pt x="232459" y="49395"/>
                </a:lnTo>
                <a:lnTo>
                  <a:pt x="201006" y="23020"/>
                </a:lnTo>
                <a:lnTo>
                  <a:pt x="161655" y="5903"/>
                </a:lnTo>
                <a:lnTo>
                  <a:pt x="11591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699000" y="42799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50800" y="38100"/>
                </a:lnTo>
                <a:lnTo>
                  <a:pt x="38100" y="38100"/>
                </a:lnTo>
                <a:lnTo>
                  <a:pt x="0" y="114300"/>
                </a:lnTo>
                <a:lnTo>
                  <a:pt x="0" y="165100"/>
                </a:lnTo>
                <a:lnTo>
                  <a:pt x="38100" y="241300"/>
                </a:lnTo>
                <a:lnTo>
                  <a:pt x="50800" y="2413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1016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101600" y="254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77800" y="12700"/>
                </a:lnTo>
                <a:lnTo>
                  <a:pt x="203200" y="25400"/>
                </a:lnTo>
                <a:lnTo>
                  <a:pt x="190500" y="25400"/>
                </a:lnTo>
                <a:lnTo>
                  <a:pt x="241300" y="50800"/>
                </a:lnTo>
                <a:lnTo>
                  <a:pt x="266700" y="88900"/>
                </a:lnTo>
                <a:lnTo>
                  <a:pt x="279400" y="114300"/>
                </a:lnTo>
                <a:lnTo>
                  <a:pt x="279400" y="165100"/>
                </a:lnTo>
                <a:lnTo>
                  <a:pt x="266700" y="190500"/>
                </a:lnTo>
                <a:lnTo>
                  <a:pt x="241300" y="228600"/>
                </a:lnTo>
                <a:lnTo>
                  <a:pt x="190500" y="254000"/>
                </a:lnTo>
                <a:lnTo>
                  <a:pt x="203200" y="254000"/>
                </a:lnTo>
                <a:lnTo>
                  <a:pt x="1778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54000" y="241300"/>
                </a:lnTo>
                <a:lnTo>
                  <a:pt x="292100" y="165100"/>
                </a:lnTo>
                <a:lnTo>
                  <a:pt x="292100" y="114300"/>
                </a:lnTo>
                <a:lnTo>
                  <a:pt x="254000" y="381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533901" y="208304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1573" y="0"/>
                </a:moveTo>
                <a:lnTo>
                  <a:pt x="90036" y="9107"/>
                </a:lnTo>
                <a:lnTo>
                  <a:pt x="53923" y="29793"/>
                </a:lnTo>
                <a:lnTo>
                  <a:pt x="25422" y="59871"/>
                </a:lnTo>
                <a:lnTo>
                  <a:pt x="6718" y="97155"/>
                </a:lnTo>
                <a:lnTo>
                  <a:pt x="19" y="139057"/>
                </a:lnTo>
                <a:lnTo>
                  <a:pt x="0" y="140128"/>
                </a:lnTo>
                <a:lnTo>
                  <a:pt x="797" y="154198"/>
                </a:lnTo>
                <a:lnTo>
                  <a:pt x="11435" y="193869"/>
                </a:lnTo>
                <a:lnTo>
                  <a:pt x="33149" y="228176"/>
                </a:lnTo>
                <a:lnTo>
                  <a:pt x="64277" y="255118"/>
                </a:lnTo>
                <a:lnTo>
                  <a:pt x="103159" y="272692"/>
                </a:lnTo>
                <a:lnTo>
                  <a:pt x="148135" y="278898"/>
                </a:lnTo>
                <a:lnTo>
                  <a:pt x="162420" y="277254"/>
                </a:lnTo>
                <a:lnTo>
                  <a:pt x="202305" y="263982"/>
                </a:lnTo>
                <a:lnTo>
                  <a:pt x="236042" y="239876"/>
                </a:lnTo>
                <a:lnTo>
                  <a:pt x="261454" y="207098"/>
                </a:lnTo>
                <a:lnTo>
                  <a:pt x="276365" y="167805"/>
                </a:lnTo>
                <a:lnTo>
                  <a:pt x="279397" y="139057"/>
                </a:lnTo>
                <a:lnTo>
                  <a:pt x="278620" y="124934"/>
                </a:lnTo>
                <a:lnTo>
                  <a:pt x="268043" y="85224"/>
                </a:lnTo>
                <a:lnTo>
                  <a:pt x="246368" y="50849"/>
                </a:lnTo>
                <a:lnTo>
                  <a:pt x="215279" y="23848"/>
                </a:lnTo>
                <a:lnTo>
                  <a:pt x="176454" y="6228"/>
                </a:lnTo>
                <a:lnTo>
                  <a:pt x="131573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533900" y="2082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65100" y="2794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41300" y="38100"/>
                </a:lnTo>
                <a:lnTo>
                  <a:pt x="165100" y="0"/>
                </a:lnTo>
                <a:close/>
              </a:path>
              <a:path w="279400" h="279400">
                <a:moveTo>
                  <a:pt x="12700" y="190500"/>
                </a:moveTo>
                <a:lnTo>
                  <a:pt x="38100" y="241300"/>
                </a:lnTo>
                <a:lnTo>
                  <a:pt x="76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12700" y="190500"/>
                </a:lnTo>
                <a:close/>
              </a:path>
              <a:path w="279400" h="279400">
                <a:moveTo>
                  <a:pt x="12700" y="88900"/>
                </a:moveTo>
                <a:lnTo>
                  <a:pt x="0" y="88900"/>
                </a:lnTo>
                <a:lnTo>
                  <a:pt x="0" y="190500"/>
                </a:lnTo>
                <a:lnTo>
                  <a:pt x="12700" y="190500"/>
                </a:lnTo>
                <a:lnTo>
                  <a:pt x="12700" y="88900"/>
                </a:lnTo>
                <a:close/>
              </a:path>
              <a:path w="279400" h="2794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219700" y="4458334"/>
            <a:ext cx="279400" cy="266065"/>
          </a:xfrm>
          <a:custGeom>
            <a:avLst/>
            <a:gdLst/>
            <a:ahLst/>
            <a:cxnLst/>
            <a:rect l="l" t="t" r="r" b="b"/>
            <a:pathLst>
              <a:path w="279400" h="266064">
                <a:moveTo>
                  <a:pt x="126521" y="0"/>
                </a:moveTo>
                <a:lnTo>
                  <a:pt x="83720" y="11132"/>
                </a:lnTo>
                <a:lnTo>
                  <a:pt x="47250" y="33746"/>
                </a:lnTo>
                <a:lnTo>
                  <a:pt x="19616" y="64709"/>
                </a:lnTo>
                <a:lnTo>
                  <a:pt x="3324" y="100891"/>
                </a:lnTo>
                <a:lnTo>
                  <a:pt x="0" y="126365"/>
                </a:lnTo>
                <a:lnTo>
                  <a:pt x="270" y="134966"/>
                </a:lnTo>
                <a:lnTo>
                  <a:pt x="9490" y="176370"/>
                </a:lnTo>
                <a:lnTo>
                  <a:pt x="30250" y="212354"/>
                </a:lnTo>
                <a:lnTo>
                  <a:pt x="60403" y="240746"/>
                </a:lnTo>
                <a:lnTo>
                  <a:pt x="97805" y="259373"/>
                </a:lnTo>
                <a:lnTo>
                  <a:pt x="140310" y="266064"/>
                </a:lnTo>
                <a:lnTo>
                  <a:pt x="154384" y="265272"/>
                </a:lnTo>
                <a:lnTo>
                  <a:pt x="194069" y="254648"/>
                </a:lnTo>
                <a:lnTo>
                  <a:pt x="228385" y="232950"/>
                </a:lnTo>
                <a:lnTo>
                  <a:pt x="255323" y="201845"/>
                </a:lnTo>
                <a:lnTo>
                  <a:pt x="272879" y="163004"/>
                </a:lnTo>
                <a:lnTo>
                  <a:pt x="279043" y="118093"/>
                </a:lnTo>
                <a:lnTo>
                  <a:pt x="277256" y="106019"/>
                </a:lnTo>
                <a:lnTo>
                  <a:pt x="256183" y="60397"/>
                </a:lnTo>
                <a:lnTo>
                  <a:pt x="227397" y="31784"/>
                </a:lnTo>
                <a:lnTo>
                  <a:pt x="189241" y="10969"/>
                </a:lnTo>
                <a:lnTo>
                  <a:pt x="143295" y="644"/>
                </a:lnTo>
                <a:lnTo>
                  <a:pt x="126521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219700" y="4445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12700"/>
                </a:moveTo>
                <a:lnTo>
                  <a:pt x="88900" y="12700"/>
                </a:lnTo>
                <a:lnTo>
                  <a:pt x="38100" y="50800"/>
                </a:lnTo>
                <a:lnTo>
                  <a:pt x="12700" y="88900"/>
                </a:lnTo>
                <a:lnTo>
                  <a:pt x="0" y="114300"/>
                </a:lnTo>
                <a:lnTo>
                  <a:pt x="0" y="177800"/>
                </a:lnTo>
                <a:lnTo>
                  <a:pt x="12700" y="203200"/>
                </a:lnTo>
                <a:lnTo>
                  <a:pt x="38100" y="241300"/>
                </a:lnTo>
                <a:lnTo>
                  <a:pt x="88900" y="279400"/>
                </a:lnTo>
                <a:lnTo>
                  <a:pt x="203200" y="279400"/>
                </a:lnTo>
                <a:lnTo>
                  <a:pt x="215900" y="266700"/>
                </a:lnTo>
                <a:lnTo>
                  <a:pt x="88900" y="266700"/>
                </a:lnTo>
                <a:lnTo>
                  <a:pt x="63500" y="241300"/>
                </a:lnTo>
                <a:lnTo>
                  <a:pt x="50800" y="2413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3175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25400"/>
                </a:lnTo>
                <a:lnTo>
                  <a:pt x="139700" y="12700"/>
                </a:lnTo>
                <a:close/>
              </a:path>
              <a:path w="279400" h="279400">
                <a:moveTo>
                  <a:pt x="234042" y="234042"/>
                </a:moveTo>
                <a:lnTo>
                  <a:pt x="190500" y="266700"/>
                </a:lnTo>
                <a:lnTo>
                  <a:pt x="215900" y="266700"/>
                </a:lnTo>
                <a:lnTo>
                  <a:pt x="241300" y="241300"/>
                </a:lnTo>
                <a:lnTo>
                  <a:pt x="228600" y="241300"/>
                </a:lnTo>
                <a:lnTo>
                  <a:pt x="234042" y="234042"/>
                </a:lnTo>
                <a:close/>
              </a:path>
              <a:path w="279400" h="279400">
                <a:moveTo>
                  <a:pt x="50800" y="228600"/>
                </a:moveTo>
                <a:lnTo>
                  <a:pt x="50800" y="241300"/>
                </a:lnTo>
                <a:lnTo>
                  <a:pt x="63500" y="241300"/>
                </a:lnTo>
                <a:lnTo>
                  <a:pt x="50800" y="228600"/>
                </a:lnTo>
                <a:close/>
              </a:path>
              <a:path w="279400" h="279400">
                <a:moveTo>
                  <a:pt x="241300" y="228600"/>
                </a:moveTo>
                <a:lnTo>
                  <a:pt x="234042" y="234042"/>
                </a:lnTo>
                <a:lnTo>
                  <a:pt x="228600" y="241300"/>
                </a:lnTo>
                <a:lnTo>
                  <a:pt x="241300" y="228600"/>
                </a:lnTo>
                <a:close/>
              </a:path>
              <a:path w="279400" h="279400">
                <a:moveTo>
                  <a:pt x="249766" y="228600"/>
                </a:moveTo>
                <a:lnTo>
                  <a:pt x="241300" y="228600"/>
                </a:lnTo>
                <a:lnTo>
                  <a:pt x="228600" y="241300"/>
                </a:lnTo>
                <a:lnTo>
                  <a:pt x="241300" y="241300"/>
                </a:lnTo>
                <a:lnTo>
                  <a:pt x="249766" y="228600"/>
                </a:lnTo>
                <a:close/>
              </a:path>
              <a:path w="279400" h="279400">
                <a:moveTo>
                  <a:pt x="279400" y="88900"/>
                </a:moveTo>
                <a:lnTo>
                  <a:pt x="266700" y="88900"/>
                </a:lnTo>
                <a:lnTo>
                  <a:pt x="266700" y="190500"/>
                </a:lnTo>
                <a:lnTo>
                  <a:pt x="234042" y="234042"/>
                </a:lnTo>
                <a:lnTo>
                  <a:pt x="241300" y="228600"/>
                </a:lnTo>
                <a:lnTo>
                  <a:pt x="249766" y="228600"/>
                </a:lnTo>
                <a:lnTo>
                  <a:pt x="266700" y="203200"/>
                </a:lnTo>
                <a:lnTo>
                  <a:pt x="279400" y="203200"/>
                </a:lnTo>
                <a:lnTo>
                  <a:pt x="279400" y="88900"/>
                </a:lnTo>
                <a:close/>
              </a:path>
              <a:path w="279400" h="279400">
                <a:moveTo>
                  <a:pt x="31750" y="88900"/>
                </a:moveTo>
                <a:lnTo>
                  <a:pt x="25400" y="88900"/>
                </a:lnTo>
                <a:lnTo>
                  <a:pt x="25400" y="101600"/>
                </a:lnTo>
                <a:lnTo>
                  <a:pt x="31750" y="88900"/>
                </a:lnTo>
                <a:close/>
              </a:path>
              <a:path w="279400" h="279400">
                <a:moveTo>
                  <a:pt x="241300" y="50800"/>
                </a:moveTo>
                <a:lnTo>
                  <a:pt x="228600" y="50800"/>
                </a:lnTo>
                <a:lnTo>
                  <a:pt x="266700" y="101600"/>
                </a:lnTo>
                <a:lnTo>
                  <a:pt x="266700" y="88900"/>
                </a:lnTo>
                <a:lnTo>
                  <a:pt x="241300" y="50800"/>
                </a:lnTo>
                <a:close/>
              </a:path>
              <a:path w="279400" h="279400">
                <a:moveTo>
                  <a:pt x="2032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0500" y="25400"/>
                </a:lnTo>
                <a:lnTo>
                  <a:pt x="241300" y="50800"/>
                </a:lnTo>
                <a:lnTo>
                  <a:pt x="203200" y="12700"/>
                </a:lnTo>
                <a:close/>
              </a:path>
              <a:path w="279400" h="279400">
                <a:moveTo>
                  <a:pt x="139700" y="0"/>
                </a:moveTo>
                <a:lnTo>
                  <a:pt x="1143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130801" y="208304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1573" y="0"/>
                </a:moveTo>
                <a:lnTo>
                  <a:pt x="90036" y="9107"/>
                </a:lnTo>
                <a:lnTo>
                  <a:pt x="53923" y="29793"/>
                </a:lnTo>
                <a:lnTo>
                  <a:pt x="25422" y="59871"/>
                </a:lnTo>
                <a:lnTo>
                  <a:pt x="6718" y="97155"/>
                </a:lnTo>
                <a:lnTo>
                  <a:pt x="19" y="139057"/>
                </a:lnTo>
                <a:lnTo>
                  <a:pt x="0" y="140128"/>
                </a:lnTo>
                <a:lnTo>
                  <a:pt x="797" y="154198"/>
                </a:lnTo>
                <a:lnTo>
                  <a:pt x="11435" y="193869"/>
                </a:lnTo>
                <a:lnTo>
                  <a:pt x="33149" y="228176"/>
                </a:lnTo>
                <a:lnTo>
                  <a:pt x="64277" y="255118"/>
                </a:lnTo>
                <a:lnTo>
                  <a:pt x="103159" y="272692"/>
                </a:lnTo>
                <a:lnTo>
                  <a:pt x="148135" y="278898"/>
                </a:lnTo>
                <a:lnTo>
                  <a:pt x="162420" y="277254"/>
                </a:lnTo>
                <a:lnTo>
                  <a:pt x="202305" y="263982"/>
                </a:lnTo>
                <a:lnTo>
                  <a:pt x="236042" y="239876"/>
                </a:lnTo>
                <a:lnTo>
                  <a:pt x="261454" y="207098"/>
                </a:lnTo>
                <a:lnTo>
                  <a:pt x="276365" y="167805"/>
                </a:lnTo>
                <a:lnTo>
                  <a:pt x="279397" y="139057"/>
                </a:lnTo>
                <a:lnTo>
                  <a:pt x="278620" y="124934"/>
                </a:lnTo>
                <a:lnTo>
                  <a:pt x="268043" y="85224"/>
                </a:lnTo>
                <a:lnTo>
                  <a:pt x="246368" y="50849"/>
                </a:lnTo>
                <a:lnTo>
                  <a:pt x="215279" y="23848"/>
                </a:lnTo>
                <a:lnTo>
                  <a:pt x="176454" y="6228"/>
                </a:lnTo>
                <a:lnTo>
                  <a:pt x="131573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130800" y="2082800"/>
            <a:ext cx="292100" cy="279400"/>
          </a:xfrm>
          <a:custGeom>
            <a:avLst/>
            <a:gdLst/>
            <a:ahLst/>
            <a:cxnLst/>
            <a:rect l="l" t="t" r="r" b="b"/>
            <a:pathLst>
              <a:path w="292100" h="279400">
                <a:moveTo>
                  <a:pt x="177800" y="0"/>
                </a:moveTo>
                <a:lnTo>
                  <a:pt x="114300" y="0"/>
                </a:lnTo>
                <a:lnTo>
                  <a:pt x="38100" y="38100"/>
                </a:lnTo>
                <a:lnTo>
                  <a:pt x="0" y="114300"/>
                </a:lnTo>
                <a:lnTo>
                  <a:pt x="0" y="165100"/>
                </a:lnTo>
                <a:lnTo>
                  <a:pt x="38100" y="241300"/>
                </a:lnTo>
                <a:lnTo>
                  <a:pt x="114300" y="279400"/>
                </a:lnTo>
                <a:lnTo>
                  <a:pt x="177800" y="279400"/>
                </a:lnTo>
                <a:lnTo>
                  <a:pt x="203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25400" y="190500"/>
                </a:lnTo>
                <a:lnTo>
                  <a:pt x="12700" y="165100"/>
                </a:lnTo>
                <a:lnTo>
                  <a:pt x="12700" y="114300"/>
                </a:lnTo>
                <a:lnTo>
                  <a:pt x="254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lnTo>
                  <a:pt x="203200" y="12700"/>
                </a:lnTo>
                <a:lnTo>
                  <a:pt x="177800" y="0"/>
                </a:lnTo>
                <a:close/>
              </a:path>
              <a:path w="292100" h="279400">
                <a:moveTo>
                  <a:pt x="203200" y="12700"/>
                </a:moveTo>
                <a:lnTo>
                  <a:pt x="165100" y="12700"/>
                </a:lnTo>
                <a:lnTo>
                  <a:pt x="241300" y="50800"/>
                </a:lnTo>
                <a:lnTo>
                  <a:pt x="228600" y="50800"/>
                </a:lnTo>
                <a:lnTo>
                  <a:pt x="266700" y="88900"/>
                </a:lnTo>
                <a:lnTo>
                  <a:pt x="266700" y="114300"/>
                </a:lnTo>
                <a:lnTo>
                  <a:pt x="279400" y="139700"/>
                </a:lnTo>
                <a:lnTo>
                  <a:pt x="266700" y="165100"/>
                </a:lnTo>
                <a:lnTo>
                  <a:pt x="266700" y="190500"/>
                </a:lnTo>
                <a:lnTo>
                  <a:pt x="228600" y="228600"/>
                </a:lnTo>
                <a:lnTo>
                  <a:pt x="241300" y="228600"/>
                </a:lnTo>
                <a:lnTo>
                  <a:pt x="165100" y="266700"/>
                </a:lnTo>
                <a:lnTo>
                  <a:pt x="203200" y="266700"/>
                </a:lnTo>
                <a:lnTo>
                  <a:pt x="241300" y="241300"/>
                </a:lnTo>
                <a:lnTo>
                  <a:pt x="279400" y="190500"/>
                </a:lnTo>
                <a:lnTo>
                  <a:pt x="279400" y="165100"/>
                </a:lnTo>
                <a:lnTo>
                  <a:pt x="292100" y="139700"/>
                </a:lnTo>
                <a:lnTo>
                  <a:pt x="279400" y="114300"/>
                </a:lnTo>
                <a:lnTo>
                  <a:pt x="279400" y="88900"/>
                </a:lnTo>
                <a:lnTo>
                  <a:pt x="241300" y="38100"/>
                </a:lnTo>
                <a:lnTo>
                  <a:pt x="2032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33900" y="2591041"/>
            <a:ext cx="279400" cy="266065"/>
          </a:xfrm>
          <a:custGeom>
            <a:avLst/>
            <a:gdLst/>
            <a:ahLst/>
            <a:cxnLst/>
            <a:rect l="l" t="t" r="r" b="b"/>
            <a:pathLst>
              <a:path w="279400" h="266064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70" y="149425"/>
                </a:lnTo>
                <a:lnTo>
                  <a:pt x="10070" y="188712"/>
                </a:lnTo>
                <a:lnTo>
                  <a:pt x="31765" y="221092"/>
                </a:lnTo>
                <a:lnTo>
                  <a:pt x="63891" y="245478"/>
                </a:lnTo>
                <a:lnTo>
                  <a:pt x="104883" y="260784"/>
                </a:lnTo>
                <a:lnTo>
                  <a:pt x="153179" y="265922"/>
                </a:lnTo>
                <a:lnTo>
                  <a:pt x="167965" y="264060"/>
                </a:lnTo>
                <a:lnTo>
                  <a:pt x="208843" y="250918"/>
                </a:lnTo>
                <a:lnTo>
                  <a:pt x="242564" y="227398"/>
                </a:lnTo>
                <a:lnTo>
                  <a:pt x="266632" y="194729"/>
                </a:lnTo>
                <a:lnTo>
                  <a:pt x="278555" y="154136"/>
                </a:lnTo>
                <a:lnTo>
                  <a:pt x="279399" y="139057"/>
                </a:lnTo>
                <a:lnTo>
                  <a:pt x="278622" y="124934"/>
                </a:lnTo>
                <a:lnTo>
                  <a:pt x="268045" y="85224"/>
                </a:lnTo>
                <a:lnTo>
                  <a:pt x="246370" y="50849"/>
                </a:lnTo>
                <a:lnTo>
                  <a:pt x="215280" y="23848"/>
                </a:lnTo>
                <a:lnTo>
                  <a:pt x="176456" y="6228"/>
                </a:lnTo>
                <a:lnTo>
                  <a:pt x="1315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533900" y="259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65100" y="2794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66700" y="88900"/>
                </a:lnTo>
                <a:lnTo>
                  <a:pt x="266700" y="76200"/>
                </a:lnTo>
                <a:lnTo>
                  <a:pt x="241300" y="38100"/>
                </a:lnTo>
                <a:lnTo>
                  <a:pt x="165100" y="0"/>
                </a:lnTo>
                <a:close/>
              </a:path>
              <a:path w="279400" h="279400">
                <a:moveTo>
                  <a:pt x="12700" y="190500"/>
                </a:moveTo>
                <a:lnTo>
                  <a:pt x="38100" y="241300"/>
                </a:lnTo>
                <a:lnTo>
                  <a:pt x="76200" y="266700"/>
                </a:lnTo>
                <a:lnTo>
                  <a:pt x="114300" y="266700"/>
                </a:lnTo>
                <a:lnTo>
                  <a:pt x="88900" y="254000"/>
                </a:lnTo>
                <a:lnTo>
                  <a:pt x="50800" y="228600"/>
                </a:lnTo>
                <a:lnTo>
                  <a:pt x="12700" y="190500"/>
                </a:lnTo>
                <a:close/>
              </a:path>
              <a:path w="279400" h="279400">
                <a:moveTo>
                  <a:pt x="12700" y="88900"/>
                </a:moveTo>
                <a:lnTo>
                  <a:pt x="0" y="88900"/>
                </a:lnTo>
                <a:lnTo>
                  <a:pt x="0" y="190500"/>
                </a:lnTo>
                <a:lnTo>
                  <a:pt x="12700" y="190500"/>
                </a:lnTo>
                <a:lnTo>
                  <a:pt x="12700" y="88900"/>
                </a:lnTo>
                <a:close/>
              </a:path>
              <a:path w="279400" h="2794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88900"/>
                </a:lnTo>
                <a:lnTo>
                  <a:pt x="50800" y="50800"/>
                </a:lnTo>
                <a:lnTo>
                  <a:pt x="88900" y="254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740400" y="2591041"/>
            <a:ext cx="279400" cy="266065"/>
          </a:xfrm>
          <a:custGeom>
            <a:avLst/>
            <a:gdLst/>
            <a:ahLst/>
            <a:cxnLst/>
            <a:rect l="l" t="t" r="r" b="b"/>
            <a:pathLst>
              <a:path w="279400" h="266064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70" y="149425"/>
                </a:lnTo>
                <a:lnTo>
                  <a:pt x="10070" y="188712"/>
                </a:lnTo>
                <a:lnTo>
                  <a:pt x="31765" y="221092"/>
                </a:lnTo>
                <a:lnTo>
                  <a:pt x="63891" y="245478"/>
                </a:lnTo>
                <a:lnTo>
                  <a:pt x="104883" y="260784"/>
                </a:lnTo>
                <a:lnTo>
                  <a:pt x="153179" y="265922"/>
                </a:lnTo>
                <a:lnTo>
                  <a:pt x="167965" y="264060"/>
                </a:lnTo>
                <a:lnTo>
                  <a:pt x="208843" y="250918"/>
                </a:lnTo>
                <a:lnTo>
                  <a:pt x="242564" y="227398"/>
                </a:lnTo>
                <a:lnTo>
                  <a:pt x="266632" y="194729"/>
                </a:lnTo>
                <a:lnTo>
                  <a:pt x="278555" y="154136"/>
                </a:lnTo>
                <a:lnTo>
                  <a:pt x="279399" y="139057"/>
                </a:lnTo>
                <a:lnTo>
                  <a:pt x="278622" y="124934"/>
                </a:lnTo>
                <a:lnTo>
                  <a:pt x="268045" y="85224"/>
                </a:lnTo>
                <a:lnTo>
                  <a:pt x="246370" y="50849"/>
                </a:lnTo>
                <a:lnTo>
                  <a:pt x="215280" y="23848"/>
                </a:lnTo>
                <a:lnTo>
                  <a:pt x="176456" y="6228"/>
                </a:lnTo>
                <a:lnTo>
                  <a:pt x="1315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740400" y="259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0" y="76200"/>
                </a:lnTo>
                <a:lnTo>
                  <a:pt x="0" y="190500"/>
                </a:lnTo>
                <a:lnTo>
                  <a:pt x="38100" y="241300"/>
                </a:lnTo>
                <a:lnTo>
                  <a:pt x="76200" y="266700"/>
                </a:lnTo>
                <a:lnTo>
                  <a:pt x="101600" y="279400"/>
                </a:lnTo>
                <a:lnTo>
                  <a:pt x="165100" y="279400"/>
                </a:lnTo>
                <a:lnTo>
                  <a:pt x="190500" y="266700"/>
                </a:lnTo>
                <a:lnTo>
                  <a:pt x="114300" y="2667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12700" y="190500"/>
                </a:lnTo>
                <a:lnTo>
                  <a:pt x="12700" y="88900"/>
                </a:lnTo>
                <a:lnTo>
                  <a:pt x="50800" y="50800"/>
                </a:lnTo>
                <a:lnTo>
                  <a:pt x="38100" y="50800"/>
                </a:lnTo>
                <a:lnTo>
                  <a:pt x="114300" y="12700"/>
                </a:lnTo>
                <a:lnTo>
                  <a:pt x="190500" y="12700"/>
                </a:lnTo>
                <a:lnTo>
                  <a:pt x="165100" y="0"/>
                </a:lnTo>
                <a:close/>
              </a:path>
              <a:path w="279400" h="279400">
                <a:moveTo>
                  <a:pt x="190500" y="12700"/>
                </a:move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190500" y="2667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66700" y="88900"/>
                </a:lnTo>
                <a:lnTo>
                  <a:pt x="266700" y="76200"/>
                </a:lnTo>
                <a:lnTo>
                  <a:pt x="241300" y="381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308600" y="2591041"/>
            <a:ext cx="279400" cy="266065"/>
          </a:xfrm>
          <a:custGeom>
            <a:avLst/>
            <a:gdLst/>
            <a:ahLst/>
            <a:cxnLst/>
            <a:rect l="l" t="t" r="r" b="b"/>
            <a:pathLst>
              <a:path w="279400" h="266064">
                <a:moveTo>
                  <a:pt x="131575" y="0"/>
                </a:moveTo>
                <a:lnTo>
                  <a:pt x="90037" y="9107"/>
                </a:lnTo>
                <a:lnTo>
                  <a:pt x="53925" y="29793"/>
                </a:lnTo>
                <a:lnTo>
                  <a:pt x="25424" y="59871"/>
                </a:lnTo>
                <a:lnTo>
                  <a:pt x="6720" y="97155"/>
                </a:lnTo>
                <a:lnTo>
                  <a:pt x="0" y="139458"/>
                </a:lnTo>
                <a:lnTo>
                  <a:pt x="370" y="149425"/>
                </a:lnTo>
                <a:lnTo>
                  <a:pt x="10070" y="188712"/>
                </a:lnTo>
                <a:lnTo>
                  <a:pt x="31765" y="221092"/>
                </a:lnTo>
                <a:lnTo>
                  <a:pt x="63891" y="245478"/>
                </a:lnTo>
                <a:lnTo>
                  <a:pt x="104883" y="260784"/>
                </a:lnTo>
                <a:lnTo>
                  <a:pt x="153179" y="265922"/>
                </a:lnTo>
                <a:lnTo>
                  <a:pt x="167965" y="264060"/>
                </a:lnTo>
                <a:lnTo>
                  <a:pt x="208843" y="250918"/>
                </a:lnTo>
                <a:lnTo>
                  <a:pt x="242564" y="227398"/>
                </a:lnTo>
                <a:lnTo>
                  <a:pt x="266632" y="194729"/>
                </a:lnTo>
                <a:lnTo>
                  <a:pt x="278555" y="154136"/>
                </a:lnTo>
                <a:lnTo>
                  <a:pt x="279399" y="139057"/>
                </a:lnTo>
                <a:lnTo>
                  <a:pt x="278622" y="124934"/>
                </a:lnTo>
                <a:lnTo>
                  <a:pt x="268045" y="85224"/>
                </a:lnTo>
                <a:lnTo>
                  <a:pt x="246370" y="50849"/>
                </a:lnTo>
                <a:lnTo>
                  <a:pt x="215280" y="23848"/>
                </a:lnTo>
                <a:lnTo>
                  <a:pt x="176456" y="6228"/>
                </a:lnTo>
                <a:lnTo>
                  <a:pt x="1315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308600" y="2590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5100" y="0"/>
                </a:moveTo>
                <a:lnTo>
                  <a:pt x="114300" y="0"/>
                </a:lnTo>
                <a:lnTo>
                  <a:pt x="88900" y="12700"/>
                </a:lnTo>
                <a:lnTo>
                  <a:pt x="165100" y="12700"/>
                </a:lnTo>
                <a:lnTo>
                  <a:pt x="190500" y="25400"/>
                </a:lnTo>
                <a:lnTo>
                  <a:pt x="228600" y="50800"/>
                </a:lnTo>
                <a:lnTo>
                  <a:pt x="254000" y="88900"/>
                </a:lnTo>
                <a:lnTo>
                  <a:pt x="266700" y="114300"/>
                </a:lnTo>
                <a:lnTo>
                  <a:pt x="266700" y="165100"/>
                </a:lnTo>
                <a:lnTo>
                  <a:pt x="254000" y="190500"/>
                </a:lnTo>
                <a:lnTo>
                  <a:pt x="228600" y="228600"/>
                </a:lnTo>
                <a:lnTo>
                  <a:pt x="190500" y="254000"/>
                </a:lnTo>
                <a:lnTo>
                  <a:pt x="165100" y="266700"/>
                </a:lnTo>
                <a:lnTo>
                  <a:pt x="88900" y="266700"/>
                </a:lnTo>
                <a:lnTo>
                  <a:pt x="114300" y="279400"/>
                </a:lnTo>
                <a:lnTo>
                  <a:pt x="165100" y="279400"/>
                </a:lnTo>
                <a:lnTo>
                  <a:pt x="241300" y="241300"/>
                </a:lnTo>
                <a:lnTo>
                  <a:pt x="279400" y="165100"/>
                </a:lnTo>
                <a:lnTo>
                  <a:pt x="279400" y="114300"/>
                </a:lnTo>
                <a:lnTo>
                  <a:pt x="266700" y="88900"/>
                </a:lnTo>
                <a:lnTo>
                  <a:pt x="266700" y="76200"/>
                </a:lnTo>
                <a:lnTo>
                  <a:pt x="241300" y="38100"/>
                </a:lnTo>
                <a:lnTo>
                  <a:pt x="165100" y="0"/>
                </a:lnTo>
                <a:close/>
              </a:path>
              <a:path w="279400" h="279400">
                <a:moveTo>
                  <a:pt x="12700" y="190500"/>
                </a:moveTo>
                <a:lnTo>
                  <a:pt x="38100" y="241300"/>
                </a:lnTo>
                <a:lnTo>
                  <a:pt x="76200" y="266700"/>
                </a:lnTo>
                <a:lnTo>
                  <a:pt x="114300" y="2667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12700" y="190500"/>
                </a:lnTo>
                <a:close/>
              </a:path>
              <a:path w="279400" h="279400">
                <a:moveTo>
                  <a:pt x="12700" y="88900"/>
                </a:moveTo>
                <a:lnTo>
                  <a:pt x="0" y="88900"/>
                </a:lnTo>
                <a:lnTo>
                  <a:pt x="0" y="190500"/>
                </a:lnTo>
                <a:lnTo>
                  <a:pt x="12700" y="190500"/>
                </a:lnTo>
                <a:lnTo>
                  <a:pt x="12700" y="88900"/>
                </a:lnTo>
                <a:close/>
              </a:path>
              <a:path w="279400" h="2794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88900"/>
                </a:lnTo>
                <a:lnTo>
                  <a:pt x="50800" y="50800"/>
                </a:lnTo>
                <a:lnTo>
                  <a:pt x="38100" y="50800"/>
                </a:lnTo>
                <a:lnTo>
                  <a:pt x="1143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0" name="object 2"/>
          <p:cNvSpPr txBox="1">
            <a:spLocks/>
          </p:cNvSpPr>
          <p:nvPr/>
        </p:nvSpPr>
        <p:spPr>
          <a:xfrm>
            <a:off x="-12321" y="120650"/>
            <a:ext cx="10528300" cy="496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46100" algn="ctr">
              <a:lnSpc>
                <a:spcPts val="3804"/>
              </a:lnSpc>
            </a:pPr>
            <a:r>
              <a:rPr lang="uk-UA" b="1" spc="-55" smtClean="0">
                <a:solidFill>
                  <a:schemeClr val="bg1"/>
                </a:solidFill>
                <a:latin typeface="+mn-lt"/>
              </a:rPr>
              <a:t>Т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чн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с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т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ь</a:t>
            </a:r>
            <a:r>
              <a:rPr lang="uk-UA" b="1" spc="4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15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pc="-35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лн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т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а</a:t>
            </a:r>
            <a:endParaRPr lang="uk-UA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42340" y="337343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dirty="0">
                <a:solidFill>
                  <a:schemeClr val="bg1"/>
                </a:solidFill>
                <a:latin typeface="+mn-lt"/>
              </a:rPr>
              <a:t>ка</a:t>
            </a:r>
            <a:r>
              <a:rPr b="1" spc="3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200" y="1424995"/>
            <a:ext cx="546735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  <a:tabLst>
                <a:tab pos="3174365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ус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ют 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	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 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40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ар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а</a:t>
            </a:r>
          </a:p>
        </p:txBody>
      </p:sp>
      <p:sp>
        <p:nvSpPr>
          <p:cNvPr id="4" name="object 4"/>
          <p:cNvSpPr/>
          <p:nvPr/>
        </p:nvSpPr>
        <p:spPr>
          <a:xfrm>
            <a:off x="6781800" y="2578100"/>
            <a:ext cx="1663700" cy="1485900"/>
          </a:xfrm>
          <a:custGeom>
            <a:avLst/>
            <a:gdLst/>
            <a:ahLst/>
            <a:cxnLst/>
            <a:rect l="l" t="t" r="r" b="b"/>
            <a:pathLst>
              <a:path w="1663700" h="1485900">
                <a:moveTo>
                  <a:pt x="0" y="1485900"/>
                </a:moveTo>
                <a:lnTo>
                  <a:pt x="1663700" y="1485900"/>
                </a:lnTo>
                <a:lnTo>
                  <a:pt x="1663700" y="0"/>
                </a:lnTo>
                <a:lnTo>
                  <a:pt x="0" y="0"/>
                </a:lnTo>
                <a:lnTo>
                  <a:pt x="0" y="1485900"/>
                </a:lnTo>
                <a:close/>
              </a:path>
            </a:pathLst>
          </a:custGeom>
          <a:solidFill>
            <a:srgbClr val="FF336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81800" y="2578100"/>
            <a:ext cx="1663700" cy="148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37250" y="1987550"/>
            <a:ext cx="3492500" cy="270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9800" y="2438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07100" y="24257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65100" y="228600"/>
                </a:moveTo>
                <a:lnTo>
                  <a:pt x="76200" y="2286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65100" y="228600"/>
                </a:lnTo>
                <a:close/>
              </a:path>
              <a:path w="241300" h="241300">
                <a:moveTo>
                  <a:pt x="1524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38100" y="215900"/>
                </a:lnTo>
                <a:lnTo>
                  <a:pt x="76200" y="2286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52400" y="0"/>
                </a:lnTo>
                <a:close/>
              </a:path>
              <a:path w="241300" h="241300">
                <a:moveTo>
                  <a:pt x="203200" y="203200"/>
                </a:moveTo>
                <a:lnTo>
                  <a:pt x="165100" y="228600"/>
                </a:lnTo>
                <a:lnTo>
                  <a:pt x="203200" y="215900"/>
                </a:lnTo>
                <a:lnTo>
                  <a:pt x="203200" y="203200"/>
                </a:lnTo>
                <a:close/>
              </a:path>
              <a:path w="241300" h="241300">
                <a:moveTo>
                  <a:pt x="228600" y="165100"/>
                </a:moveTo>
                <a:lnTo>
                  <a:pt x="203200" y="203200"/>
                </a:lnTo>
                <a:lnTo>
                  <a:pt x="215900" y="203200"/>
                </a:lnTo>
                <a:lnTo>
                  <a:pt x="228600" y="165100"/>
                </a:lnTo>
                <a:close/>
              </a:path>
              <a:path w="241300" h="241300">
                <a:moveTo>
                  <a:pt x="241300" y="76200"/>
                </a:moveTo>
                <a:lnTo>
                  <a:pt x="228600" y="76200"/>
                </a:lnTo>
                <a:lnTo>
                  <a:pt x="228600" y="165100"/>
                </a:lnTo>
                <a:lnTo>
                  <a:pt x="241300" y="165100"/>
                </a:lnTo>
                <a:lnTo>
                  <a:pt x="241300" y="762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203200" y="50800"/>
                </a:lnTo>
                <a:lnTo>
                  <a:pt x="228600" y="76200"/>
                </a:lnTo>
                <a:lnTo>
                  <a:pt x="2159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5100" y="44454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15100" y="44450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120650" y="227012"/>
                </a:lnTo>
                <a:lnTo>
                  <a:pt x="76200" y="215900"/>
                </a:lnTo>
                <a:lnTo>
                  <a:pt x="57150" y="203200"/>
                </a:lnTo>
                <a:lnTo>
                  <a:pt x="50800" y="203200"/>
                </a:lnTo>
                <a:lnTo>
                  <a:pt x="38100" y="190500"/>
                </a:lnTo>
                <a:lnTo>
                  <a:pt x="42333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20650" y="227012"/>
                </a:moveTo>
                <a:lnTo>
                  <a:pt x="114300" y="228600"/>
                </a:lnTo>
                <a:lnTo>
                  <a:pt x="127000" y="228600"/>
                </a:lnTo>
                <a:lnTo>
                  <a:pt x="120650" y="227012"/>
                </a:lnTo>
                <a:close/>
              </a:path>
              <a:path w="241300" h="241300">
                <a:moveTo>
                  <a:pt x="195579" y="195580"/>
                </a:moveTo>
                <a:lnTo>
                  <a:pt x="165100" y="215900"/>
                </a:lnTo>
                <a:lnTo>
                  <a:pt x="120650" y="227012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5579" y="19558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50800" y="203200"/>
                </a:lnTo>
                <a:lnTo>
                  <a:pt x="45720" y="195580"/>
                </a:lnTo>
                <a:lnTo>
                  <a:pt x="38100" y="190500"/>
                </a:lnTo>
                <a:close/>
              </a:path>
              <a:path w="241300" h="241300">
                <a:moveTo>
                  <a:pt x="45720" y="195580"/>
                </a:moveTo>
                <a:lnTo>
                  <a:pt x="50800" y="203200"/>
                </a:lnTo>
                <a:lnTo>
                  <a:pt x="57150" y="203200"/>
                </a:lnTo>
                <a:lnTo>
                  <a:pt x="45720" y="195580"/>
                </a:lnTo>
                <a:close/>
              </a:path>
              <a:path w="241300" h="241300">
                <a:moveTo>
                  <a:pt x="203200" y="190500"/>
                </a:moveTo>
                <a:lnTo>
                  <a:pt x="195579" y="195580"/>
                </a:lnTo>
                <a:lnTo>
                  <a:pt x="190500" y="203200"/>
                </a:lnTo>
                <a:lnTo>
                  <a:pt x="203200" y="190500"/>
                </a:lnTo>
                <a:close/>
              </a:path>
              <a:path w="241300" h="241300">
                <a:moveTo>
                  <a:pt x="211666" y="190500"/>
                </a:moveTo>
                <a:lnTo>
                  <a:pt x="203200" y="1905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11666" y="190500"/>
                </a:lnTo>
                <a:close/>
              </a:path>
              <a:path w="241300" h="241300">
                <a:moveTo>
                  <a:pt x="42333" y="190500"/>
                </a:moveTo>
                <a:lnTo>
                  <a:pt x="38100" y="190500"/>
                </a:lnTo>
                <a:lnTo>
                  <a:pt x="45720" y="195580"/>
                </a:lnTo>
                <a:lnTo>
                  <a:pt x="42333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5579" y="195580"/>
                </a:lnTo>
                <a:lnTo>
                  <a:pt x="203200" y="190500"/>
                </a:lnTo>
                <a:lnTo>
                  <a:pt x="211666" y="1905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195579" y="45719"/>
                </a:move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11666" y="50800"/>
                </a:lnTo>
                <a:lnTo>
                  <a:pt x="203200" y="50800"/>
                </a:lnTo>
                <a:lnTo>
                  <a:pt x="195579" y="45719"/>
                </a:lnTo>
                <a:close/>
              </a:path>
              <a:path w="241300" h="241300">
                <a:moveTo>
                  <a:pt x="50800" y="38100"/>
                </a:moveTo>
                <a:lnTo>
                  <a:pt x="38100" y="50800"/>
                </a:lnTo>
                <a:lnTo>
                  <a:pt x="45720" y="45719"/>
                </a:lnTo>
                <a:lnTo>
                  <a:pt x="50800" y="38100"/>
                </a:lnTo>
                <a:close/>
              </a:path>
              <a:path w="241300" h="241300">
                <a:moveTo>
                  <a:pt x="45720" y="45719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20" y="45719"/>
                </a:lnTo>
                <a:close/>
              </a:path>
              <a:path w="241300" h="241300">
                <a:moveTo>
                  <a:pt x="190500" y="38100"/>
                </a:moveTo>
                <a:lnTo>
                  <a:pt x="195579" y="45719"/>
                </a:lnTo>
                <a:lnTo>
                  <a:pt x="203200" y="50800"/>
                </a:lnTo>
                <a:lnTo>
                  <a:pt x="190500" y="381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03200" y="50800"/>
                </a:lnTo>
                <a:lnTo>
                  <a:pt x="211666" y="508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50800" y="38100"/>
                </a:lnTo>
                <a:lnTo>
                  <a:pt x="45720" y="45719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5579" y="45719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61400" y="2692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61400" y="2692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190500" y="190500"/>
                </a:moveTo>
                <a:lnTo>
                  <a:pt x="1651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5400" y="76200"/>
                </a:moveTo>
                <a:lnTo>
                  <a:pt x="12700" y="76200"/>
                </a:lnTo>
                <a:lnTo>
                  <a:pt x="0" y="101600"/>
                </a:lnTo>
                <a:lnTo>
                  <a:pt x="0" y="139700"/>
                </a:lnTo>
                <a:lnTo>
                  <a:pt x="12700" y="1651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89700" y="20705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89700" y="20701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63500" y="12700"/>
                </a:ln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635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38100" y="1905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lnTo>
                  <a:pt x="762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52400" y="12700"/>
                </a:lnTo>
                <a:lnTo>
                  <a:pt x="190500" y="38100"/>
                </a:lnTo>
                <a:lnTo>
                  <a:pt x="215900" y="76200"/>
                </a:lnTo>
                <a:lnTo>
                  <a:pt x="228600" y="114300"/>
                </a:lnTo>
                <a:lnTo>
                  <a:pt x="215900" y="165100"/>
                </a:lnTo>
                <a:lnTo>
                  <a:pt x="190500" y="190500"/>
                </a:lnTo>
                <a:lnTo>
                  <a:pt x="1524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88900" y="12700"/>
                </a:moveTo>
                <a:lnTo>
                  <a:pt x="76200" y="12700"/>
                </a:lnTo>
                <a:lnTo>
                  <a:pt x="76200" y="25400"/>
                </a:lnTo>
                <a:lnTo>
                  <a:pt x="88900" y="12700"/>
                </a:lnTo>
                <a:close/>
              </a:path>
              <a:path w="241300" h="241300">
                <a:moveTo>
                  <a:pt x="152400" y="12700"/>
                </a:moveTo>
                <a:lnTo>
                  <a:pt x="139700" y="12700"/>
                </a:lnTo>
                <a:lnTo>
                  <a:pt x="152400" y="25400"/>
                </a:lnTo>
                <a:lnTo>
                  <a:pt x="1524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34400" y="21467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34400" y="21336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14300" y="12700"/>
                </a:moveTo>
                <a:lnTo>
                  <a:pt x="63500" y="12700"/>
                </a:lnTo>
                <a:lnTo>
                  <a:pt x="38100" y="38100"/>
                </a:lnTo>
                <a:lnTo>
                  <a:pt x="25400" y="38100"/>
                </a:lnTo>
                <a:lnTo>
                  <a:pt x="0" y="76200"/>
                </a:lnTo>
                <a:lnTo>
                  <a:pt x="0" y="177800"/>
                </a:lnTo>
                <a:lnTo>
                  <a:pt x="25400" y="215900"/>
                </a:lnTo>
                <a:lnTo>
                  <a:pt x="38100" y="215900"/>
                </a:lnTo>
                <a:lnTo>
                  <a:pt x="63500" y="241300"/>
                </a:lnTo>
                <a:lnTo>
                  <a:pt x="165100" y="241300"/>
                </a:lnTo>
                <a:lnTo>
                  <a:pt x="184150" y="228600"/>
                </a:lnTo>
                <a:lnTo>
                  <a:pt x="76200" y="2286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88900"/>
                </a:lnTo>
                <a:lnTo>
                  <a:pt x="38100" y="50800"/>
                </a:lnTo>
                <a:lnTo>
                  <a:pt x="76200" y="25400"/>
                </a:lnTo>
                <a:lnTo>
                  <a:pt x="88900" y="25400"/>
                </a:lnTo>
                <a:lnTo>
                  <a:pt x="114300" y="127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14300" y="12700"/>
                </a:lnTo>
                <a:lnTo>
                  <a:pt x="139700" y="254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215900" y="889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203200"/>
                </a:lnTo>
                <a:lnTo>
                  <a:pt x="152400" y="228600"/>
                </a:lnTo>
                <a:lnTo>
                  <a:pt x="184150" y="228600"/>
                </a:lnTo>
                <a:lnTo>
                  <a:pt x="203200" y="215900"/>
                </a:lnTo>
                <a:lnTo>
                  <a:pt x="228600" y="177800"/>
                </a:lnTo>
                <a:lnTo>
                  <a:pt x="241300" y="1270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114300" y="0"/>
                </a:moveTo>
                <a:lnTo>
                  <a:pt x="88900" y="12700"/>
                </a:lnTo>
                <a:lnTo>
                  <a:pt x="1397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10300" y="4089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97600" y="4089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77800" y="0"/>
                </a:moveTo>
                <a:lnTo>
                  <a:pt x="76200" y="0"/>
                </a:lnTo>
                <a:lnTo>
                  <a:pt x="38100" y="25400"/>
                </a:lnTo>
                <a:lnTo>
                  <a:pt x="38100" y="38100"/>
                </a:lnTo>
                <a:lnTo>
                  <a:pt x="12700" y="63500"/>
                </a:lnTo>
                <a:lnTo>
                  <a:pt x="12700" y="88900"/>
                </a:lnTo>
                <a:lnTo>
                  <a:pt x="0" y="114300"/>
                </a:lnTo>
                <a:lnTo>
                  <a:pt x="1270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27000" y="228600"/>
                </a:lnTo>
                <a:lnTo>
                  <a:pt x="76200" y="215900"/>
                </a:lnTo>
                <a:lnTo>
                  <a:pt x="88900" y="215900"/>
                </a:lnTo>
                <a:lnTo>
                  <a:pt x="50800" y="190500"/>
                </a:lnTo>
                <a:lnTo>
                  <a:pt x="33866" y="165100"/>
                </a:lnTo>
                <a:lnTo>
                  <a:pt x="25400" y="165100"/>
                </a:lnTo>
                <a:lnTo>
                  <a:pt x="25400" y="139700"/>
                </a:lnTo>
                <a:lnTo>
                  <a:pt x="12700" y="114300"/>
                </a:lnTo>
                <a:lnTo>
                  <a:pt x="25400" y="88900"/>
                </a:lnTo>
                <a:lnTo>
                  <a:pt x="25400" y="76200"/>
                </a:lnTo>
                <a:lnTo>
                  <a:pt x="50800" y="38100"/>
                </a:lnTo>
                <a:lnTo>
                  <a:pt x="88900" y="12700"/>
                </a:lnTo>
                <a:lnTo>
                  <a:pt x="190500" y="12700"/>
                </a:lnTo>
                <a:lnTo>
                  <a:pt x="177800" y="0"/>
                </a:lnTo>
                <a:close/>
              </a:path>
              <a:path w="241300" h="241300">
                <a:moveTo>
                  <a:pt x="228600" y="152400"/>
                </a:moveTo>
                <a:lnTo>
                  <a:pt x="203200" y="190500"/>
                </a:lnTo>
                <a:lnTo>
                  <a:pt x="165100" y="215900"/>
                </a:lnTo>
                <a:lnTo>
                  <a:pt x="127000" y="228600"/>
                </a:lnTo>
                <a:lnTo>
                  <a:pt x="177800" y="228600"/>
                </a:lnTo>
                <a:lnTo>
                  <a:pt x="203200" y="203200"/>
                </a:lnTo>
                <a:lnTo>
                  <a:pt x="215900" y="203200"/>
                </a:lnTo>
                <a:lnTo>
                  <a:pt x="241300" y="165100"/>
                </a:lnTo>
                <a:lnTo>
                  <a:pt x="228600" y="165100"/>
                </a:lnTo>
                <a:lnTo>
                  <a:pt x="228600" y="152400"/>
                </a:lnTo>
                <a:close/>
              </a:path>
              <a:path w="241300" h="241300">
                <a:moveTo>
                  <a:pt x="25400" y="152400"/>
                </a:moveTo>
                <a:lnTo>
                  <a:pt x="25400" y="165100"/>
                </a:lnTo>
                <a:lnTo>
                  <a:pt x="33866" y="165100"/>
                </a:lnTo>
                <a:lnTo>
                  <a:pt x="25400" y="152400"/>
                </a:lnTo>
                <a:close/>
              </a:path>
              <a:path w="241300" h="241300">
                <a:moveTo>
                  <a:pt x="190500" y="12700"/>
                </a:moveTo>
                <a:lnTo>
                  <a:pt x="165100" y="12700"/>
                </a:lnTo>
                <a:lnTo>
                  <a:pt x="203200" y="38100"/>
                </a:lnTo>
                <a:lnTo>
                  <a:pt x="228600" y="76200"/>
                </a:lnTo>
                <a:lnTo>
                  <a:pt x="228600" y="165100"/>
                </a:lnTo>
                <a:lnTo>
                  <a:pt x="241300" y="165100"/>
                </a:lnTo>
                <a:lnTo>
                  <a:pt x="241300" y="63500"/>
                </a:lnTo>
                <a:lnTo>
                  <a:pt x="215900" y="38100"/>
                </a:lnTo>
                <a:lnTo>
                  <a:pt x="215900" y="25400"/>
                </a:lnTo>
                <a:lnTo>
                  <a:pt x="203200" y="254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042400" y="30865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029700" y="3073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524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12700" y="101600"/>
                </a:lnTo>
                <a:lnTo>
                  <a:pt x="0" y="127000"/>
                </a:lnTo>
                <a:lnTo>
                  <a:pt x="12700" y="1524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38100" y="215900"/>
                </a:lnTo>
                <a:lnTo>
                  <a:pt x="76200" y="228600"/>
                </a:lnTo>
                <a:lnTo>
                  <a:pt x="76200" y="241300"/>
                </a:lnTo>
                <a:lnTo>
                  <a:pt x="177800" y="241300"/>
                </a:lnTo>
                <a:lnTo>
                  <a:pt x="177800" y="228600"/>
                </a:lnTo>
                <a:lnTo>
                  <a:pt x="88900" y="2286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25400" y="139700"/>
                </a:lnTo>
                <a:lnTo>
                  <a:pt x="12700" y="127000"/>
                </a:lnTo>
                <a:lnTo>
                  <a:pt x="25400" y="101600"/>
                </a:lnTo>
                <a:lnTo>
                  <a:pt x="25400" y="76200"/>
                </a:lnTo>
                <a:lnTo>
                  <a:pt x="50800" y="50800"/>
                </a:lnTo>
                <a:lnTo>
                  <a:pt x="88900" y="25400"/>
                </a:lnTo>
                <a:lnTo>
                  <a:pt x="101600" y="12700"/>
                </a:lnTo>
                <a:lnTo>
                  <a:pt x="177800" y="12700"/>
                </a:lnTo>
                <a:lnTo>
                  <a:pt x="152400" y="0"/>
                </a:lnTo>
                <a:close/>
              </a:path>
              <a:path w="241300" h="241300">
                <a:moveTo>
                  <a:pt x="177800" y="12700"/>
                </a:moveTo>
                <a:lnTo>
                  <a:pt x="152400" y="12700"/>
                </a:lnTo>
                <a:lnTo>
                  <a:pt x="165100" y="25400"/>
                </a:lnTo>
                <a:lnTo>
                  <a:pt x="203200" y="50800"/>
                </a:lnTo>
                <a:lnTo>
                  <a:pt x="228600" y="76200"/>
                </a:lnTo>
                <a:lnTo>
                  <a:pt x="228600" y="165100"/>
                </a:lnTo>
                <a:lnTo>
                  <a:pt x="203200" y="203200"/>
                </a:lnTo>
                <a:lnTo>
                  <a:pt x="165100" y="228600"/>
                </a:lnTo>
                <a:lnTo>
                  <a:pt x="177800" y="228600"/>
                </a:lnTo>
                <a:lnTo>
                  <a:pt x="215900" y="215900"/>
                </a:lnTo>
                <a:lnTo>
                  <a:pt x="215900" y="203200"/>
                </a:lnTo>
                <a:lnTo>
                  <a:pt x="241300" y="165100"/>
                </a:lnTo>
                <a:lnTo>
                  <a:pt x="241300" y="76200"/>
                </a:lnTo>
                <a:lnTo>
                  <a:pt x="215900" y="38100"/>
                </a:lnTo>
                <a:lnTo>
                  <a:pt x="1778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86700" y="48137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86700" y="48006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38100" y="215900"/>
                </a:lnTo>
                <a:lnTo>
                  <a:pt x="63500" y="2286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65100" y="228600"/>
                </a:lnTo>
                <a:lnTo>
                  <a:pt x="76200" y="2286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76200" y="12700"/>
                </a:lnTo>
                <a:lnTo>
                  <a:pt x="139700" y="127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215900" y="762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203200"/>
                </a:lnTo>
                <a:lnTo>
                  <a:pt x="152400" y="228600"/>
                </a:lnTo>
                <a:lnTo>
                  <a:pt x="165100" y="228600"/>
                </a:lnTo>
                <a:lnTo>
                  <a:pt x="203200" y="2159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01600" y="12700"/>
                </a:moveTo>
                <a:lnTo>
                  <a:pt x="63500" y="12700"/>
                </a:lnTo>
                <a:lnTo>
                  <a:pt x="38100" y="38100"/>
                </a:ln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34400" y="46613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34400" y="46609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90500" y="190500"/>
                </a:moveTo>
                <a:lnTo>
                  <a:pt x="152400" y="215900"/>
                </a:lnTo>
                <a:lnTo>
                  <a:pt x="165100" y="215900"/>
                </a:lnTo>
                <a:lnTo>
                  <a:pt x="114300" y="2286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635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38100" y="38100"/>
                </a:move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101600" y="12700"/>
                </a:moveTo>
                <a:lnTo>
                  <a:pt x="63500" y="12700"/>
                </a:lnTo>
                <a:lnTo>
                  <a:pt x="38100" y="381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12700"/>
                </a:lnTo>
                <a:close/>
              </a:path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76200" y="12700"/>
                </a:lnTo>
                <a:lnTo>
                  <a:pt x="139700" y="127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08700" y="3708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08700" y="3708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120650" y="227012"/>
                </a:lnTo>
                <a:lnTo>
                  <a:pt x="76200" y="215900"/>
                </a:lnTo>
                <a:lnTo>
                  <a:pt x="57150" y="203200"/>
                </a:lnTo>
                <a:lnTo>
                  <a:pt x="50800" y="203200"/>
                </a:lnTo>
                <a:lnTo>
                  <a:pt x="38100" y="190500"/>
                </a:lnTo>
                <a:lnTo>
                  <a:pt x="42333" y="1905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20650" y="227012"/>
                </a:moveTo>
                <a:lnTo>
                  <a:pt x="114300" y="228600"/>
                </a:lnTo>
                <a:lnTo>
                  <a:pt x="127000" y="228600"/>
                </a:lnTo>
                <a:lnTo>
                  <a:pt x="120650" y="227012"/>
                </a:lnTo>
                <a:close/>
              </a:path>
              <a:path w="241300" h="241300">
                <a:moveTo>
                  <a:pt x="195579" y="195579"/>
                </a:moveTo>
                <a:lnTo>
                  <a:pt x="165100" y="215900"/>
                </a:lnTo>
                <a:lnTo>
                  <a:pt x="120650" y="227012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5579" y="195579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50800" y="203200"/>
                </a:lnTo>
                <a:lnTo>
                  <a:pt x="45720" y="195579"/>
                </a:lnTo>
                <a:lnTo>
                  <a:pt x="38100" y="190500"/>
                </a:lnTo>
                <a:close/>
              </a:path>
              <a:path w="241300" h="241300">
                <a:moveTo>
                  <a:pt x="45720" y="195579"/>
                </a:moveTo>
                <a:lnTo>
                  <a:pt x="50800" y="203200"/>
                </a:lnTo>
                <a:lnTo>
                  <a:pt x="57150" y="203200"/>
                </a:lnTo>
                <a:lnTo>
                  <a:pt x="45720" y="195579"/>
                </a:lnTo>
                <a:close/>
              </a:path>
              <a:path w="241300" h="241300">
                <a:moveTo>
                  <a:pt x="203200" y="190500"/>
                </a:moveTo>
                <a:lnTo>
                  <a:pt x="195579" y="195579"/>
                </a:lnTo>
                <a:lnTo>
                  <a:pt x="190500" y="203200"/>
                </a:lnTo>
                <a:lnTo>
                  <a:pt x="203200" y="190500"/>
                </a:lnTo>
                <a:close/>
              </a:path>
              <a:path w="241300" h="241300">
                <a:moveTo>
                  <a:pt x="211666" y="190500"/>
                </a:moveTo>
                <a:lnTo>
                  <a:pt x="203200" y="1905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11666" y="190500"/>
                </a:lnTo>
                <a:close/>
              </a:path>
              <a:path w="241300" h="241300">
                <a:moveTo>
                  <a:pt x="42333" y="190500"/>
                </a:moveTo>
                <a:lnTo>
                  <a:pt x="38100" y="190500"/>
                </a:lnTo>
                <a:lnTo>
                  <a:pt x="45720" y="195579"/>
                </a:lnTo>
                <a:lnTo>
                  <a:pt x="42333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5579" y="195579"/>
                </a:lnTo>
                <a:lnTo>
                  <a:pt x="203200" y="190500"/>
                </a:lnTo>
                <a:lnTo>
                  <a:pt x="211666" y="1905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195579" y="45720"/>
                </a:move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11666" y="50800"/>
                </a:lnTo>
                <a:lnTo>
                  <a:pt x="203200" y="50800"/>
                </a:lnTo>
                <a:lnTo>
                  <a:pt x="195579" y="45720"/>
                </a:lnTo>
                <a:close/>
              </a:path>
              <a:path w="241300" h="241300">
                <a:moveTo>
                  <a:pt x="50800" y="38100"/>
                </a:moveTo>
                <a:lnTo>
                  <a:pt x="38100" y="50800"/>
                </a:lnTo>
                <a:lnTo>
                  <a:pt x="45720" y="45720"/>
                </a:lnTo>
                <a:lnTo>
                  <a:pt x="50800" y="38100"/>
                </a:lnTo>
                <a:close/>
              </a:path>
              <a:path w="241300" h="241300">
                <a:moveTo>
                  <a:pt x="45720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20" y="45720"/>
                </a:lnTo>
                <a:close/>
              </a:path>
              <a:path w="241300" h="241300">
                <a:moveTo>
                  <a:pt x="190500" y="38100"/>
                </a:moveTo>
                <a:lnTo>
                  <a:pt x="195579" y="45720"/>
                </a:lnTo>
                <a:lnTo>
                  <a:pt x="203200" y="50800"/>
                </a:lnTo>
                <a:lnTo>
                  <a:pt x="190500" y="381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03200" y="50800"/>
                </a:lnTo>
                <a:lnTo>
                  <a:pt x="211666" y="508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50800" y="38100"/>
                </a:lnTo>
                <a:lnTo>
                  <a:pt x="45720" y="45720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5579" y="4572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30450" y="4705350"/>
            <a:ext cx="2273300" cy="1511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76700" y="46359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76700" y="46355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63500" y="12700"/>
                </a:ln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635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5715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889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90500" y="190500"/>
                </a:moveTo>
                <a:lnTo>
                  <a:pt x="1524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57150" y="2032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6600" y="44581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6600" y="44577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762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190500" y="190500"/>
                </a:moveTo>
                <a:lnTo>
                  <a:pt x="1651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5400" y="76200"/>
                </a:moveTo>
                <a:lnTo>
                  <a:pt x="12700" y="76200"/>
                </a:lnTo>
                <a:lnTo>
                  <a:pt x="0" y="101600"/>
                </a:lnTo>
                <a:lnTo>
                  <a:pt x="0" y="139700"/>
                </a:lnTo>
                <a:lnTo>
                  <a:pt x="12700" y="1651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79700" y="3784600"/>
            <a:ext cx="1422400" cy="2794000"/>
          </a:xfrm>
          <a:custGeom>
            <a:avLst/>
            <a:gdLst/>
            <a:ahLst/>
            <a:cxnLst/>
            <a:rect l="l" t="t" r="r" b="b"/>
            <a:pathLst>
              <a:path w="1422400" h="2794000">
                <a:moveTo>
                  <a:pt x="12700" y="0"/>
                </a:moveTo>
                <a:lnTo>
                  <a:pt x="0" y="12700"/>
                </a:lnTo>
                <a:lnTo>
                  <a:pt x="1409700" y="2794000"/>
                </a:lnTo>
                <a:lnTo>
                  <a:pt x="1422400" y="279400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48000" y="54360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35300" y="54229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38100" y="2159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84150" y="228600"/>
                </a:lnTo>
                <a:lnTo>
                  <a:pt x="76200" y="2286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203200" y="203200"/>
                </a:moveTo>
                <a:lnTo>
                  <a:pt x="165100" y="228600"/>
                </a:lnTo>
                <a:lnTo>
                  <a:pt x="184150" y="228600"/>
                </a:lnTo>
                <a:lnTo>
                  <a:pt x="203200" y="215900"/>
                </a:lnTo>
                <a:lnTo>
                  <a:pt x="203200" y="203200"/>
                </a:lnTo>
                <a:close/>
              </a:path>
              <a:path w="241300" h="241300">
                <a:moveTo>
                  <a:pt x="1270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12700" y="177800"/>
                </a:lnTo>
                <a:lnTo>
                  <a:pt x="38100" y="2032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12700" y="152400"/>
                </a:lnTo>
                <a:lnTo>
                  <a:pt x="12700" y="101600"/>
                </a:lnTo>
                <a:lnTo>
                  <a:pt x="25400" y="76200"/>
                </a:lnTo>
                <a:lnTo>
                  <a:pt x="33866" y="76200"/>
                </a:lnTo>
                <a:lnTo>
                  <a:pt x="50800" y="508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25400"/>
                </a:lnTo>
                <a:lnTo>
                  <a:pt x="127000" y="12700"/>
                </a:lnTo>
                <a:close/>
              </a:path>
              <a:path w="241300" h="241300">
                <a:moveTo>
                  <a:pt x="228600" y="76200"/>
                </a:moveTo>
                <a:lnTo>
                  <a:pt x="215900" y="76200"/>
                </a:lnTo>
                <a:lnTo>
                  <a:pt x="228600" y="127000"/>
                </a:lnTo>
                <a:lnTo>
                  <a:pt x="203200" y="203200"/>
                </a:lnTo>
                <a:lnTo>
                  <a:pt x="228600" y="1778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76200"/>
                </a:lnTo>
                <a:close/>
              </a:path>
              <a:path w="241300" h="241300">
                <a:moveTo>
                  <a:pt x="33866" y="76200"/>
                </a:moveTo>
                <a:lnTo>
                  <a:pt x="25400" y="76200"/>
                </a:lnTo>
                <a:lnTo>
                  <a:pt x="25400" y="88900"/>
                </a:lnTo>
                <a:lnTo>
                  <a:pt x="33866" y="762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27000" y="12700"/>
                </a:lnTo>
                <a:lnTo>
                  <a:pt x="139700" y="25400"/>
                </a:lnTo>
                <a:lnTo>
                  <a:pt x="165100" y="25400"/>
                </a:lnTo>
                <a:lnTo>
                  <a:pt x="203200" y="50800"/>
                </a:lnTo>
                <a:lnTo>
                  <a:pt x="215900" y="88900"/>
                </a:lnTo>
                <a:lnTo>
                  <a:pt x="215900" y="762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127000" y="0"/>
                </a:moveTo>
                <a:lnTo>
                  <a:pt x="1016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565400" y="5766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552700" y="57531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524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27000" y="228600"/>
                </a:lnTo>
                <a:lnTo>
                  <a:pt x="76200" y="2159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50800" y="38100"/>
                </a:lnTo>
                <a:lnTo>
                  <a:pt x="63500" y="381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52400" y="0"/>
                </a:lnTo>
                <a:close/>
              </a:path>
              <a:path w="241300" h="241300">
                <a:moveTo>
                  <a:pt x="203200" y="203200"/>
                </a:move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close/>
              </a:path>
              <a:path w="241300" h="241300">
                <a:moveTo>
                  <a:pt x="228600" y="165100"/>
                </a:moveTo>
                <a:lnTo>
                  <a:pt x="203200" y="203200"/>
                </a:lnTo>
                <a:lnTo>
                  <a:pt x="215900" y="203200"/>
                </a:lnTo>
                <a:lnTo>
                  <a:pt x="228600" y="165100"/>
                </a:lnTo>
                <a:close/>
              </a:path>
              <a:path w="241300" h="241300">
                <a:moveTo>
                  <a:pt x="241300" y="76200"/>
                </a:moveTo>
                <a:lnTo>
                  <a:pt x="228600" y="76200"/>
                </a:lnTo>
                <a:lnTo>
                  <a:pt x="228600" y="165100"/>
                </a:lnTo>
                <a:lnTo>
                  <a:pt x="241300" y="165100"/>
                </a:lnTo>
                <a:lnTo>
                  <a:pt x="241300" y="76200"/>
                </a:lnTo>
                <a:close/>
              </a:path>
              <a:path w="241300" h="241300">
                <a:moveTo>
                  <a:pt x="215900" y="38100"/>
                </a:moveTo>
                <a:lnTo>
                  <a:pt x="203200" y="38100"/>
                </a:lnTo>
                <a:lnTo>
                  <a:pt x="228600" y="76200"/>
                </a:lnTo>
                <a:lnTo>
                  <a:pt x="215900" y="38100"/>
                </a:lnTo>
                <a:close/>
              </a:path>
              <a:path w="241300" h="241300">
                <a:moveTo>
                  <a:pt x="63500" y="38100"/>
                </a:moveTo>
                <a:lnTo>
                  <a:pt x="50800" y="38100"/>
                </a:lnTo>
                <a:lnTo>
                  <a:pt x="50800" y="50800"/>
                </a:lnTo>
                <a:lnTo>
                  <a:pt x="6350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203200" y="508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44800" y="5258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44800" y="52451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38100" y="2159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84150" y="228600"/>
                </a:lnTo>
                <a:lnTo>
                  <a:pt x="76200" y="2286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228600" y="76200"/>
                </a:moveTo>
                <a:lnTo>
                  <a:pt x="215900" y="762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203200"/>
                </a:lnTo>
                <a:lnTo>
                  <a:pt x="165100" y="228600"/>
                </a:lnTo>
                <a:lnTo>
                  <a:pt x="184150" y="228600"/>
                </a:lnTo>
                <a:lnTo>
                  <a:pt x="203200" y="215900"/>
                </a:lnTo>
                <a:lnTo>
                  <a:pt x="203200" y="203200"/>
                </a:lnTo>
                <a:lnTo>
                  <a:pt x="228600" y="1778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76200"/>
                </a:lnTo>
                <a:close/>
              </a:path>
              <a:path w="241300" h="241300">
                <a:moveTo>
                  <a:pt x="12700" y="165100"/>
                </a:moveTo>
                <a:lnTo>
                  <a:pt x="12700" y="177800"/>
                </a:lnTo>
                <a:lnTo>
                  <a:pt x="38100" y="203200"/>
                </a:lnTo>
                <a:lnTo>
                  <a:pt x="12700" y="165100"/>
                </a:lnTo>
                <a:close/>
              </a:path>
              <a:path w="241300" h="2413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25400" y="165100"/>
                </a:lnTo>
                <a:lnTo>
                  <a:pt x="12700" y="152400"/>
                </a:lnTo>
                <a:lnTo>
                  <a:pt x="12700" y="101600"/>
                </a:lnTo>
                <a:lnTo>
                  <a:pt x="19050" y="88900"/>
                </a:lnTo>
                <a:lnTo>
                  <a:pt x="12700" y="889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25400"/>
                </a:lnTo>
                <a:lnTo>
                  <a:pt x="114300" y="12700"/>
                </a:lnTo>
                <a:close/>
              </a:path>
              <a:path w="241300" h="241300">
                <a:moveTo>
                  <a:pt x="25400" y="76200"/>
                </a:moveTo>
                <a:lnTo>
                  <a:pt x="12700" y="88900"/>
                </a:lnTo>
                <a:lnTo>
                  <a:pt x="19050" y="88900"/>
                </a:lnTo>
                <a:lnTo>
                  <a:pt x="25400" y="762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14300" y="12700"/>
                </a:lnTo>
                <a:lnTo>
                  <a:pt x="139700" y="25400"/>
                </a:lnTo>
                <a:lnTo>
                  <a:pt x="165100" y="25400"/>
                </a:lnTo>
                <a:lnTo>
                  <a:pt x="190500" y="50800"/>
                </a:lnTo>
                <a:lnTo>
                  <a:pt x="215900" y="88900"/>
                </a:lnTo>
                <a:lnTo>
                  <a:pt x="215900" y="762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114300" y="0"/>
                </a:moveTo>
                <a:lnTo>
                  <a:pt x="88900" y="12700"/>
                </a:lnTo>
                <a:lnTo>
                  <a:pt x="1397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679700" y="55376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667000" y="55372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77800" y="0"/>
                </a:moveTo>
                <a:lnTo>
                  <a:pt x="76200" y="0"/>
                </a:lnTo>
                <a:lnTo>
                  <a:pt x="38100" y="25400"/>
                </a:lnTo>
                <a:lnTo>
                  <a:pt x="12700" y="63500"/>
                </a:lnTo>
                <a:lnTo>
                  <a:pt x="12700" y="88900"/>
                </a:lnTo>
                <a:lnTo>
                  <a:pt x="0" y="114300"/>
                </a:lnTo>
                <a:lnTo>
                  <a:pt x="1270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27000" y="228600"/>
                </a:lnTo>
                <a:lnTo>
                  <a:pt x="76200" y="215900"/>
                </a:lnTo>
                <a:lnTo>
                  <a:pt x="88900" y="215900"/>
                </a:lnTo>
                <a:lnTo>
                  <a:pt x="50800" y="190500"/>
                </a:lnTo>
                <a:lnTo>
                  <a:pt x="25400" y="152400"/>
                </a:lnTo>
                <a:lnTo>
                  <a:pt x="25400" y="139700"/>
                </a:lnTo>
                <a:lnTo>
                  <a:pt x="12700" y="114300"/>
                </a:lnTo>
                <a:lnTo>
                  <a:pt x="25400" y="88900"/>
                </a:lnTo>
                <a:lnTo>
                  <a:pt x="25400" y="76200"/>
                </a:lnTo>
                <a:lnTo>
                  <a:pt x="50800" y="38100"/>
                </a:lnTo>
                <a:lnTo>
                  <a:pt x="88900" y="12700"/>
                </a:lnTo>
                <a:lnTo>
                  <a:pt x="190500" y="12700"/>
                </a:lnTo>
                <a:lnTo>
                  <a:pt x="177800" y="0"/>
                </a:lnTo>
                <a:close/>
              </a:path>
              <a:path w="241300" h="241300">
                <a:moveTo>
                  <a:pt x="190500" y="12700"/>
                </a:moveTo>
                <a:lnTo>
                  <a:pt x="165100" y="12700"/>
                </a:lnTo>
                <a:lnTo>
                  <a:pt x="203200" y="38100"/>
                </a:lnTo>
                <a:lnTo>
                  <a:pt x="228600" y="76200"/>
                </a:lnTo>
                <a:lnTo>
                  <a:pt x="228600" y="152400"/>
                </a:lnTo>
                <a:lnTo>
                  <a:pt x="203200" y="190500"/>
                </a:lnTo>
                <a:lnTo>
                  <a:pt x="165100" y="215900"/>
                </a:lnTo>
                <a:lnTo>
                  <a:pt x="127000" y="228600"/>
                </a:lnTo>
                <a:lnTo>
                  <a:pt x="177800" y="228600"/>
                </a:lnTo>
                <a:lnTo>
                  <a:pt x="203200" y="203200"/>
                </a:lnTo>
                <a:lnTo>
                  <a:pt x="215900" y="203200"/>
                </a:lnTo>
                <a:lnTo>
                  <a:pt x="241300" y="165100"/>
                </a:lnTo>
                <a:lnTo>
                  <a:pt x="241300" y="63500"/>
                </a:lnTo>
                <a:lnTo>
                  <a:pt x="215900" y="25400"/>
                </a:lnTo>
                <a:lnTo>
                  <a:pt x="203200" y="25400"/>
                </a:lnTo>
                <a:lnTo>
                  <a:pt x="1905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36900" y="4750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36900" y="47498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651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63500"/>
                </a:lnTo>
                <a:lnTo>
                  <a:pt x="0" y="165100"/>
                </a:lnTo>
                <a:lnTo>
                  <a:pt x="25400" y="203200"/>
                </a:lnTo>
                <a:lnTo>
                  <a:pt x="635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38100" y="190500"/>
                </a:lnTo>
                <a:lnTo>
                  <a:pt x="12700" y="152400"/>
                </a:lnTo>
                <a:lnTo>
                  <a:pt x="12700" y="76200"/>
                </a:lnTo>
                <a:lnTo>
                  <a:pt x="38100" y="38100"/>
                </a:lnTo>
                <a:lnTo>
                  <a:pt x="76200" y="12700"/>
                </a:lnTo>
                <a:lnTo>
                  <a:pt x="184150" y="12700"/>
                </a:lnTo>
                <a:lnTo>
                  <a:pt x="165100" y="0"/>
                </a:lnTo>
                <a:close/>
              </a:path>
              <a:path w="241300" h="241300">
                <a:moveTo>
                  <a:pt x="184150" y="12700"/>
                </a:moveTo>
                <a:lnTo>
                  <a:pt x="152400" y="12700"/>
                </a:lnTo>
                <a:lnTo>
                  <a:pt x="190500" y="38100"/>
                </a:lnTo>
                <a:lnTo>
                  <a:pt x="215900" y="76200"/>
                </a:lnTo>
                <a:lnTo>
                  <a:pt x="228600" y="114300"/>
                </a:lnTo>
                <a:lnTo>
                  <a:pt x="215900" y="152400"/>
                </a:lnTo>
                <a:lnTo>
                  <a:pt x="190500" y="190500"/>
                </a:lnTo>
                <a:lnTo>
                  <a:pt x="1524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14300"/>
                </a:lnTo>
                <a:lnTo>
                  <a:pt x="228600" y="63500"/>
                </a:lnTo>
                <a:lnTo>
                  <a:pt x="203200" y="25400"/>
                </a:lnTo>
                <a:lnTo>
                  <a:pt x="18415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708400" y="56900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08400" y="56769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38100" y="2159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84150" y="228600"/>
                </a:lnTo>
                <a:lnTo>
                  <a:pt x="76200" y="2286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228600" y="76200"/>
                </a:moveTo>
                <a:lnTo>
                  <a:pt x="215900" y="762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203200"/>
                </a:lnTo>
                <a:lnTo>
                  <a:pt x="165100" y="228600"/>
                </a:lnTo>
                <a:lnTo>
                  <a:pt x="184150" y="228600"/>
                </a:lnTo>
                <a:lnTo>
                  <a:pt x="203200" y="215900"/>
                </a:lnTo>
                <a:lnTo>
                  <a:pt x="203200" y="203200"/>
                </a:lnTo>
                <a:lnTo>
                  <a:pt x="228600" y="1778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76200"/>
                </a:lnTo>
                <a:close/>
              </a:path>
              <a:path w="241300" h="241300">
                <a:moveTo>
                  <a:pt x="12700" y="165100"/>
                </a:moveTo>
                <a:lnTo>
                  <a:pt x="12700" y="177800"/>
                </a:lnTo>
                <a:lnTo>
                  <a:pt x="38100" y="203200"/>
                </a:lnTo>
                <a:lnTo>
                  <a:pt x="12700" y="165100"/>
                </a:lnTo>
                <a:close/>
              </a:path>
              <a:path w="241300" h="2413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25400" y="165100"/>
                </a:lnTo>
                <a:lnTo>
                  <a:pt x="12700" y="152400"/>
                </a:lnTo>
                <a:lnTo>
                  <a:pt x="12700" y="101600"/>
                </a:lnTo>
                <a:lnTo>
                  <a:pt x="19050" y="88900"/>
                </a:lnTo>
                <a:lnTo>
                  <a:pt x="12700" y="889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25400"/>
                </a:lnTo>
                <a:lnTo>
                  <a:pt x="114300" y="12700"/>
                </a:lnTo>
                <a:close/>
              </a:path>
              <a:path w="241300" h="241300">
                <a:moveTo>
                  <a:pt x="25400" y="76200"/>
                </a:moveTo>
                <a:lnTo>
                  <a:pt x="12700" y="88900"/>
                </a:lnTo>
                <a:lnTo>
                  <a:pt x="19050" y="88900"/>
                </a:lnTo>
                <a:lnTo>
                  <a:pt x="25400" y="762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14300" y="12700"/>
                </a:lnTo>
                <a:lnTo>
                  <a:pt x="139700" y="25400"/>
                </a:lnTo>
                <a:lnTo>
                  <a:pt x="165100" y="25400"/>
                </a:lnTo>
                <a:lnTo>
                  <a:pt x="190500" y="50800"/>
                </a:lnTo>
                <a:lnTo>
                  <a:pt x="215900" y="88900"/>
                </a:lnTo>
                <a:lnTo>
                  <a:pt x="215900" y="762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114300" y="0"/>
                </a:moveTo>
                <a:lnTo>
                  <a:pt x="88900" y="12700"/>
                </a:lnTo>
                <a:lnTo>
                  <a:pt x="1397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29000" y="5613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16300" y="5613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65100" y="0"/>
                </a:moveTo>
                <a:lnTo>
                  <a:pt x="76200" y="0"/>
                </a:lnTo>
                <a:lnTo>
                  <a:pt x="38100" y="25400"/>
                </a:lnTo>
                <a:lnTo>
                  <a:pt x="38100" y="38100"/>
                </a:lnTo>
                <a:lnTo>
                  <a:pt x="12700" y="63500"/>
                </a:lnTo>
                <a:lnTo>
                  <a:pt x="12700" y="76200"/>
                </a:lnTo>
                <a:lnTo>
                  <a:pt x="0" y="88900"/>
                </a:lnTo>
                <a:lnTo>
                  <a:pt x="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27000" y="228600"/>
                </a:lnTo>
                <a:lnTo>
                  <a:pt x="76200" y="215900"/>
                </a:lnTo>
                <a:lnTo>
                  <a:pt x="50800" y="190500"/>
                </a:lnTo>
                <a:lnTo>
                  <a:pt x="33866" y="1651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88900"/>
                </a:lnTo>
                <a:lnTo>
                  <a:pt x="19050" y="88900"/>
                </a:lnTo>
                <a:lnTo>
                  <a:pt x="25400" y="76200"/>
                </a:lnTo>
                <a:lnTo>
                  <a:pt x="50800" y="38100"/>
                </a:lnTo>
                <a:lnTo>
                  <a:pt x="76200" y="12700"/>
                </a:lnTo>
                <a:lnTo>
                  <a:pt x="184150" y="12700"/>
                </a:lnTo>
                <a:lnTo>
                  <a:pt x="165100" y="0"/>
                </a:lnTo>
                <a:close/>
              </a:path>
              <a:path w="241300" h="241300">
                <a:moveTo>
                  <a:pt x="228600" y="152400"/>
                </a:moveTo>
                <a:lnTo>
                  <a:pt x="203200" y="190500"/>
                </a:lnTo>
                <a:lnTo>
                  <a:pt x="165100" y="215900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215900" y="203200"/>
                </a:lnTo>
                <a:lnTo>
                  <a:pt x="228600" y="165100"/>
                </a:lnTo>
                <a:lnTo>
                  <a:pt x="228600" y="152400"/>
                </a:lnTo>
                <a:close/>
              </a:path>
              <a:path w="241300" h="241300">
                <a:moveTo>
                  <a:pt x="25400" y="152400"/>
                </a:moveTo>
                <a:lnTo>
                  <a:pt x="25400" y="165100"/>
                </a:lnTo>
                <a:lnTo>
                  <a:pt x="33866" y="165100"/>
                </a:lnTo>
                <a:lnTo>
                  <a:pt x="25400" y="152400"/>
                </a:lnTo>
                <a:close/>
              </a:path>
              <a:path w="241300" h="241300">
                <a:moveTo>
                  <a:pt x="215900" y="38100"/>
                </a:moveTo>
                <a:lnTo>
                  <a:pt x="203200" y="38100"/>
                </a:lnTo>
                <a:lnTo>
                  <a:pt x="228600" y="76200"/>
                </a:lnTo>
                <a:lnTo>
                  <a:pt x="228600" y="165100"/>
                </a:lnTo>
                <a:lnTo>
                  <a:pt x="241300" y="165100"/>
                </a:lnTo>
                <a:lnTo>
                  <a:pt x="241300" y="76200"/>
                </a:lnTo>
                <a:lnTo>
                  <a:pt x="228600" y="63500"/>
                </a:lnTo>
                <a:lnTo>
                  <a:pt x="215900" y="38100"/>
                </a:lnTo>
                <a:close/>
              </a:path>
              <a:path w="241300" h="241300">
                <a:moveTo>
                  <a:pt x="19050" y="88900"/>
                </a:moveTo>
                <a:lnTo>
                  <a:pt x="12700" y="88900"/>
                </a:lnTo>
                <a:lnTo>
                  <a:pt x="12700" y="101600"/>
                </a:lnTo>
                <a:lnTo>
                  <a:pt x="19050" y="88900"/>
                </a:lnTo>
                <a:close/>
              </a:path>
              <a:path w="241300" h="241300">
                <a:moveTo>
                  <a:pt x="184150" y="12700"/>
                </a:moveTo>
                <a:lnTo>
                  <a:pt x="165100" y="12700"/>
                </a:lnTo>
                <a:lnTo>
                  <a:pt x="203200" y="38100"/>
                </a:lnTo>
                <a:lnTo>
                  <a:pt x="203200" y="25400"/>
                </a:lnTo>
                <a:lnTo>
                  <a:pt x="18415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844800" y="46105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844800" y="45974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38100" y="2159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84150" y="228600"/>
                </a:lnTo>
                <a:lnTo>
                  <a:pt x="76200" y="2286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228600" y="76200"/>
                </a:moveTo>
                <a:lnTo>
                  <a:pt x="215900" y="762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203200"/>
                </a:lnTo>
                <a:lnTo>
                  <a:pt x="165100" y="228600"/>
                </a:lnTo>
                <a:lnTo>
                  <a:pt x="184150" y="228600"/>
                </a:lnTo>
                <a:lnTo>
                  <a:pt x="203200" y="215900"/>
                </a:lnTo>
                <a:lnTo>
                  <a:pt x="203200" y="203200"/>
                </a:lnTo>
                <a:lnTo>
                  <a:pt x="228600" y="1778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76200"/>
                </a:lnTo>
                <a:close/>
              </a:path>
              <a:path w="241300" h="241300">
                <a:moveTo>
                  <a:pt x="12700" y="165100"/>
                </a:moveTo>
                <a:lnTo>
                  <a:pt x="12700" y="177800"/>
                </a:lnTo>
                <a:lnTo>
                  <a:pt x="38100" y="203200"/>
                </a:lnTo>
                <a:lnTo>
                  <a:pt x="12700" y="165100"/>
                </a:lnTo>
                <a:close/>
              </a:path>
              <a:path w="241300" h="2413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25400" y="165100"/>
                </a:lnTo>
                <a:lnTo>
                  <a:pt x="12700" y="152400"/>
                </a:lnTo>
                <a:lnTo>
                  <a:pt x="12700" y="101600"/>
                </a:lnTo>
                <a:lnTo>
                  <a:pt x="19050" y="88900"/>
                </a:lnTo>
                <a:lnTo>
                  <a:pt x="12700" y="889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25400"/>
                </a:lnTo>
                <a:lnTo>
                  <a:pt x="114300" y="12700"/>
                </a:lnTo>
                <a:close/>
              </a:path>
              <a:path w="241300" h="241300">
                <a:moveTo>
                  <a:pt x="25400" y="76200"/>
                </a:moveTo>
                <a:lnTo>
                  <a:pt x="12700" y="88900"/>
                </a:lnTo>
                <a:lnTo>
                  <a:pt x="19050" y="88900"/>
                </a:lnTo>
                <a:lnTo>
                  <a:pt x="25400" y="762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14300" y="12700"/>
                </a:lnTo>
                <a:lnTo>
                  <a:pt x="139700" y="25400"/>
                </a:lnTo>
                <a:lnTo>
                  <a:pt x="165100" y="25400"/>
                </a:lnTo>
                <a:lnTo>
                  <a:pt x="190500" y="50800"/>
                </a:lnTo>
                <a:lnTo>
                  <a:pt x="215900" y="88900"/>
                </a:lnTo>
                <a:lnTo>
                  <a:pt x="215900" y="762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114300" y="0"/>
                </a:moveTo>
                <a:lnTo>
                  <a:pt x="88900" y="12700"/>
                </a:lnTo>
                <a:lnTo>
                  <a:pt x="1397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000500" y="56265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00500" y="56261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63500" y="12700"/>
                </a:ln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635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5715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889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90500" y="190500"/>
                </a:moveTo>
                <a:lnTo>
                  <a:pt x="1524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57150" y="2032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683000" y="60329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670300" y="60198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270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12700" y="177800"/>
                </a:lnTo>
                <a:lnTo>
                  <a:pt x="38100" y="203200"/>
                </a:lnTo>
                <a:lnTo>
                  <a:pt x="38100" y="2159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84150" y="228600"/>
                </a:lnTo>
                <a:lnTo>
                  <a:pt x="76200" y="2286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12700" y="152400"/>
                </a:lnTo>
                <a:lnTo>
                  <a:pt x="12700" y="101600"/>
                </a:lnTo>
                <a:lnTo>
                  <a:pt x="25400" y="76200"/>
                </a:lnTo>
                <a:lnTo>
                  <a:pt x="33866" y="76200"/>
                </a:lnTo>
                <a:lnTo>
                  <a:pt x="50800" y="50800"/>
                </a:lnTo>
                <a:lnTo>
                  <a:pt x="76200" y="25400"/>
                </a:lnTo>
                <a:lnTo>
                  <a:pt x="101600" y="25400"/>
                </a:lnTo>
                <a:lnTo>
                  <a:pt x="127000" y="12700"/>
                </a:lnTo>
                <a:close/>
              </a:path>
              <a:path w="241300" h="241300">
                <a:moveTo>
                  <a:pt x="241300" y="76200"/>
                </a:moveTo>
                <a:lnTo>
                  <a:pt x="228600" y="76200"/>
                </a:lnTo>
                <a:lnTo>
                  <a:pt x="228600" y="165100"/>
                </a:lnTo>
                <a:lnTo>
                  <a:pt x="203200" y="203200"/>
                </a:lnTo>
                <a:lnTo>
                  <a:pt x="165100" y="228600"/>
                </a:lnTo>
                <a:lnTo>
                  <a:pt x="184150" y="228600"/>
                </a:lnTo>
                <a:lnTo>
                  <a:pt x="203200" y="215900"/>
                </a:lnTo>
                <a:lnTo>
                  <a:pt x="215900" y="203200"/>
                </a:lnTo>
                <a:lnTo>
                  <a:pt x="228600" y="177800"/>
                </a:lnTo>
                <a:lnTo>
                  <a:pt x="241300" y="177800"/>
                </a:lnTo>
                <a:lnTo>
                  <a:pt x="241300" y="76200"/>
                </a:lnTo>
                <a:close/>
              </a:path>
              <a:path w="241300" h="241300">
                <a:moveTo>
                  <a:pt x="33866" y="76200"/>
                </a:moveTo>
                <a:lnTo>
                  <a:pt x="25400" y="76200"/>
                </a:lnTo>
                <a:lnTo>
                  <a:pt x="25400" y="88900"/>
                </a:lnTo>
                <a:lnTo>
                  <a:pt x="33866" y="762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27000" y="12700"/>
                </a:lnTo>
                <a:lnTo>
                  <a:pt x="139700" y="25400"/>
                </a:lnTo>
                <a:lnTo>
                  <a:pt x="165100" y="25400"/>
                </a:lnTo>
                <a:lnTo>
                  <a:pt x="203200" y="50800"/>
                </a:lnTo>
                <a:lnTo>
                  <a:pt x="228600" y="88900"/>
                </a:lnTo>
                <a:lnTo>
                  <a:pt x="228600" y="76200"/>
                </a:lnTo>
                <a:lnTo>
                  <a:pt x="2159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127000" y="0"/>
                </a:moveTo>
                <a:lnTo>
                  <a:pt x="101600" y="12700"/>
                </a:lnTo>
                <a:lnTo>
                  <a:pt x="1524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708400" y="43946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708400" y="43815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38100" y="203200"/>
                </a:moveTo>
                <a:lnTo>
                  <a:pt x="38100" y="215900"/>
                </a:lnTo>
                <a:lnTo>
                  <a:pt x="76200" y="241300"/>
                </a:lnTo>
                <a:lnTo>
                  <a:pt x="165100" y="241300"/>
                </a:lnTo>
                <a:lnTo>
                  <a:pt x="184150" y="228600"/>
                </a:lnTo>
                <a:lnTo>
                  <a:pt x="76200" y="228600"/>
                </a:lnTo>
                <a:lnTo>
                  <a:pt x="38100" y="203200"/>
                </a:lnTo>
                <a:close/>
              </a:path>
              <a:path w="241300" h="241300">
                <a:moveTo>
                  <a:pt x="228600" y="76200"/>
                </a:moveTo>
                <a:lnTo>
                  <a:pt x="215900" y="76200"/>
                </a:lnTo>
                <a:lnTo>
                  <a:pt x="228600" y="127000"/>
                </a:lnTo>
                <a:lnTo>
                  <a:pt x="215900" y="165100"/>
                </a:lnTo>
                <a:lnTo>
                  <a:pt x="190500" y="203200"/>
                </a:lnTo>
                <a:lnTo>
                  <a:pt x="165100" y="228600"/>
                </a:lnTo>
                <a:lnTo>
                  <a:pt x="184150" y="228600"/>
                </a:lnTo>
                <a:lnTo>
                  <a:pt x="203200" y="215900"/>
                </a:lnTo>
                <a:lnTo>
                  <a:pt x="203200" y="203200"/>
                </a:lnTo>
                <a:lnTo>
                  <a:pt x="228600" y="1778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76200"/>
                </a:lnTo>
                <a:close/>
              </a:path>
              <a:path w="241300" h="241300">
                <a:moveTo>
                  <a:pt x="12700" y="165100"/>
                </a:moveTo>
                <a:lnTo>
                  <a:pt x="12700" y="177800"/>
                </a:lnTo>
                <a:lnTo>
                  <a:pt x="38100" y="203200"/>
                </a:lnTo>
                <a:lnTo>
                  <a:pt x="12700" y="165100"/>
                </a:lnTo>
                <a:close/>
              </a:path>
              <a:path w="241300" h="241300">
                <a:moveTo>
                  <a:pt x="114300" y="12700"/>
                </a:move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52400"/>
                </a:lnTo>
                <a:lnTo>
                  <a:pt x="12700" y="165100"/>
                </a:lnTo>
                <a:lnTo>
                  <a:pt x="25400" y="165100"/>
                </a:lnTo>
                <a:lnTo>
                  <a:pt x="12700" y="152400"/>
                </a:lnTo>
                <a:lnTo>
                  <a:pt x="12700" y="101600"/>
                </a:lnTo>
                <a:lnTo>
                  <a:pt x="19050" y="88900"/>
                </a:lnTo>
                <a:lnTo>
                  <a:pt x="12700" y="889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25400"/>
                </a:lnTo>
                <a:lnTo>
                  <a:pt x="114300" y="12700"/>
                </a:lnTo>
                <a:close/>
              </a:path>
              <a:path w="241300" h="241300">
                <a:moveTo>
                  <a:pt x="25400" y="76200"/>
                </a:moveTo>
                <a:lnTo>
                  <a:pt x="12700" y="88900"/>
                </a:lnTo>
                <a:lnTo>
                  <a:pt x="19050" y="88900"/>
                </a:lnTo>
                <a:lnTo>
                  <a:pt x="25400" y="762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14300" y="12700"/>
                </a:lnTo>
                <a:lnTo>
                  <a:pt x="139700" y="25400"/>
                </a:lnTo>
                <a:lnTo>
                  <a:pt x="165100" y="25400"/>
                </a:lnTo>
                <a:lnTo>
                  <a:pt x="190500" y="50800"/>
                </a:lnTo>
                <a:lnTo>
                  <a:pt x="215900" y="88900"/>
                </a:lnTo>
                <a:lnTo>
                  <a:pt x="215900" y="76200"/>
                </a:lnTo>
                <a:lnTo>
                  <a:pt x="228600" y="762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  <a:path w="241300" h="241300">
                <a:moveTo>
                  <a:pt x="114300" y="0"/>
                </a:moveTo>
                <a:lnTo>
                  <a:pt x="88900" y="12700"/>
                </a:lnTo>
                <a:lnTo>
                  <a:pt x="1397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292600" y="55376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79900" y="55372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52400" y="0"/>
                </a:moveTo>
                <a:lnTo>
                  <a:pt x="101600" y="0"/>
                </a:lnTo>
                <a:lnTo>
                  <a:pt x="76200" y="12700"/>
                </a:lnTo>
                <a:lnTo>
                  <a:pt x="38100" y="38100"/>
                </a:lnTo>
                <a:lnTo>
                  <a:pt x="12700" y="76200"/>
                </a:lnTo>
                <a:lnTo>
                  <a:pt x="0" y="101600"/>
                </a:lnTo>
                <a:lnTo>
                  <a:pt x="0" y="139700"/>
                </a:lnTo>
                <a:lnTo>
                  <a:pt x="12700" y="165100"/>
                </a:lnTo>
                <a:lnTo>
                  <a:pt x="38100" y="203200"/>
                </a:lnTo>
                <a:lnTo>
                  <a:pt x="76200" y="228600"/>
                </a:lnTo>
                <a:lnTo>
                  <a:pt x="127000" y="241300"/>
                </a:lnTo>
                <a:lnTo>
                  <a:pt x="165100" y="228600"/>
                </a:lnTo>
                <a:lnTo>
                  <a:pt x="127000" y="228600"/>
                </a:lnTo>
                <a:lnTo>
                  <a:pt x="76200" y="215900"/>
                </a:lnTo>
                <a:lnTo>
                  <a:pt x="63500" y="203200"/>
                </a:lnTo>
                <a:lnTo>
                  <a:pt x="50800" y="203200"/>
                </a:lnTo>
                <a:lnTo>
                  <a:pt x="25400" y="165100"/>
                </a:lnTo>
                <a:lnTo>
                  <a:pt x="12700" y="139700"/>
                </a:lnTo>
                <a:lnTo>
                  <a:pt x="12700" y="101600"/>
                </a:lnTo>
                <a:lnTo>
                  <a:pt x="25400" y="76200"/>
                </a:lnTo>
                <a:lnTo>
                  <a:pt x="50800" y="38100"/>
                </a:lnTo>
                <a:lnTo>
                  <a:pt x="63500" y="38100"/>
                </a:lnTo>
                <a:lnTo>
                  <a:pt x="76200" y="25400"/>
                </a:lnTo>
                <a:lnTo>
                  <a:pt x="101600" y="12700"/>
                </a:lnTo>
                <a:lnTo>
                  <a:pt x="165100" y="12700"/>
                </a:lnTo>
                <a:lnTo>
                  <a:pt x="152400" y="0"/>
                </a:lnTo>
                <a:close/>
              </a:path>
              <a:path w="241300" h="241300">
                <a:moveTo>
                  <a:pt x="203200" y="190500"/>
                </a:moveTo>
                <a:lnTo>
                  <a:pt x="165100" y="215900"/>
                </a:lnTo>
                <a:lnTo>
                  <a:pt x="1270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203200" y="190500"/>
                </a:lnTo>
                <a:close/>
              </a:path>
              <a:path w="241300" h="241300">
                <a:moveTo>
                  <a:pt x="50800" y="190500"/>
                </a:moveTo>
                <a:lnTo>
                  <a:pt x="50800" y="203200"/>
                </a:lnTo>
                <a:lnTo>
                  <a:pt x="63500" y="203200"/>
                </a:lnTo>
                <a:lnTo>
                  <a:pt x="50800" y="190500"/>
                </a:lnTo>
                <a:close/>
              </a:path>
              <a:path w="241300" h="241300">
                <a:moveTo>
                  <a:pt x="228600" y="165100"/>
                </a:moveTo>
                <a:lnTo>
                  <a:pt x="203200" y="203200"/>
                </a:lnTo>
                <a:lnTo>
                  <a:pt x="215900" y="203200"/>
                </a:lnTo>
                <a:lnTo>
                  <a:pt x="228600" y="165100"/>
                </a:lnTo>
                <a:close/>
              </a:path>
              <a:path w="241300" h="241300">
                <a:moveTo>
                  <a:pt x="241300" y="76200"/>
                </a:moveTo>
                <a:lnTo>
                  <a:pt x="228600" y="76200"/>
                </a:lnTo>
                <a:lnTo>
                  <a:pt x="228600" y="165100"/>
                </a:lnTo>
                <a:lnTo>
                  <a:pt x="241300" y="165100"/>
                </a:lnTo>
                <a:lnTo>
                  <a:pt x="241300" y="76200"/>
                </a:lnTo>
                <a:close/>
              </a:path>
              <a:path w="241300" h="241300">
                <a:moveTo>
                  <a:pt x="215900" y="38100"/>
                </a:moveTo>
                <a:lnTo>
                  <a:pt x="203200" y="38100"/>
                </a:lnTo>
                <a:lnTo>
                  <a:pt x="228600" y="76200"/>
                </a:lnTo>
                <a:lnTo>
                  <a:pt x="215900" y="38100"/>
                </a:lnTo>
                <a:close/>
              </a:path>
              <a:path w="241300" h="241300">
                <a:moveTo>
                  <a:pt x="63500" y="38100"/>
                </a:moveTo>
                <a:lnTo>
                  <a:pt x="50800" y="38100"/>
                </a:lnTo>
                <a:lnTo>
                  <a:pt x="50800" y="50800"/>
                </a:lnTo>
                <a:lnTo>
                  <a:pt x="6350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65100" y="25400"/>
                </a:lnTo>
                <a:lnTo>
                  <a:pt x="203200" y="508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771900" y="50169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771900" y="50165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63500" y="12700"/>
                </a:ln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635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5715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889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90500" y="190500"/>
                </a:moveTo>
                <a:lnTo>
                  <a:pt x="1524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57150" y="2032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95700" y="47121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36" y="0"/>
                </a:moveTo>
                <a:lnTo>
                  <a:pt x="62729" y="11625"/>
                </a:lnTo>
                <a:lnTo>
                  <a:pt x="29875" y="36463"/>
                </a:lnTo>
                <a:lnTo>
                  <a:pt x="7967" y="71522"/>
                </a:lnTo>
                <a:lnTo>
                  <a:pt x="0" y="113808"/>
                </a:lnTo>
                <a:lnTo>
                  <a:pt x="519" y="124871"/>
                </a:lnTo>
                <a:lnTo>
                  <a:pt x="12222" y="165570"/>
                </a:lnTo>
                <a:lnTo>
                  <a:pt x="37117" y="198328"/>
                </a:lnTo>
                <a:lnTo>
                  <a:pt x="72256" y="220167"/>
                </a:lnTo>
                <a:lnTo>
                  <a:pt x="114691" y="228108"/>
                </a:lnTo>
                <a:lnTo>
                  <a:pt x="129059" y="227177"/>
                </a:lnTo>
                <a:lnTo>
                  <a:pt x="168417" y="214518"/>
                </a:lnTo>
                <a:lnTo>
                  <a:pt x="199974" y="188929"/>
                </a:lnTo>
                <a:lnTo>
                  <a:pt x="220955" y="152739"/>
                </a:lnTo>
                <a:lnTo>
                  <a:pt x="228485" y="108610"/>
                </a:lnTo>
                <a:lnTo>
                  <a:pt x="227035" y="94769"/>
                </a:lnTo>
                <a:lnTo>
                  <a:pt x="213288" y="56986"/>
                </a:lnTo>
                <a:lnTo>
                  <a:pt x="186886" y="26851"/>
                </a:lnTo>
                <a:lnTo>
                  <a:pt x="149684" y="6983"/>
                </a:lnTo>
                <a:lnTo>
                  <a:pt x="103536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695700" y="47117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241300" h="241300">
                <a:moveTo>
                  <a:pt x="139700" y="0"/>
                </a:moveTo>
                <a:lnTo>
                  <a:pt x="88900" y="0"/>
                </a:lnTo>
                <a:lnTo>
                  <a:pt x="63500" y="12700"/>
                </a:lnTo>
                <a:lnTo>
                  <a:pt x="25400" y="38100"/>
                </a:lnTo>
                <a:lnTo>
                  <a:pt x="0" y="76200"/>
                </a:lnTo>
                <a:lnTo>
                  <a:pt x="0" y="165100"/>
                </a:lnTo>
                <a:lnTo>
                  <a:pt x="25400" y="203200"/>
                </a:lnTo>
                <a:lnTo>
                  <a:pt x="63500" y="228600"/>
                </a:lnTo>
                <a:lnTo>
                  <a:pt x="114300" y="241300"/>
                </a:lnTo>
                <a:lnTo>
                  <a:pt x="165100" y="228600"/>
                </a:lnTo>
                <a:lnTo>
                  <a:pt x="114300" y="228600"/>
                </a:lnTo>
                <a:lnTo>
                  <a:pt x="76200" y="215900"/>
                </a:lnTo>
                <a:lnTo>
                  <a:pt x="57150" y="203200"/>
                </a:lnTo>
                <a:lnTo>
                  <a:pt x="38100" y="203200"/>
                </a:lnTo>
                <a:lnTo>
                  <a:pt x="12700" y="165100"/>
                </a:lnTo>
                <a:lnTo>
                  <a:pt x="12700" y="76200"/>
                </a:lnTo>
                <a:lnTo>
                  <a:pt x="381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88900" y="12700"/>
                </a:lnTo>
                <a:lnTo>
                  <a:pt x="165100" y="12700"/>
                </a:lnTo>
                <a:lnTo>
                  <a:pt x="139700" y="0"/>
                </a:lnTo>
                <a:close/>
              </a:path>
              <a:path w="241300" h="241300">
                <a:moveTo>
                  <a:pt x="190500" y="190500"/>
                </a:moveTo>
                <a:lnTo>
                  <a:pt x="152400" y="215900"/>
                </a:lnTo>
                <a:lnTo>
                  <a:pt x="114300" y="228600"/>
                </a:lnTo>
                <a:lnTo>
                  <a:pt x="165100" y="228600"/>
                </a:lnTo>
                <a:lnTo>
                  <a:pt x="203200" y="203200"/>
                </a:lnTo>
                <a:lnTo>
                  <a:pt x="190500" y="203200"/>
                </a:lnTo>
                <a:lnTo>
                  <a:pt x="190500" y="190500"/>
                </a:lnTo>
                <a:close/>
              </a:path>
              <a:path w="241300" h="241300">
                <a:moveTo>
                  <a:pt x="38100" y="190500"/>
                </a:moveTo>
                <a:lnTo>
                  <a:pt x="38100" y="203200"/>
                </a:lnTo>
                <a:lnTo>
                  <a:pt x="57150" y="203200"/>
                </a:lnTo>
                <a:lnTo>
                  <a:pt x="38100" y="190500"/>
                </a:lnTo>
                <a:close/>
              </a:path>
              <a:path w="241300" h="241300">
                <a:moveTo>
                  <a:pt x="227012" y="120650"/>
                </a:moveTo>
                <a:lnTo>
                  <a:pt x="215900" y="165100"/>
                </a:lnTo>
                <a:lnTo>
                  <a:pt x="190500" y="203200"/>
                </a:lnTo>
                <a:lnTo>
                  <a:pt x="203200" y="203200"/>
                </a:lnTo>
                <a:lnTo>
                  <a:pt x="228600" y="165100"/>
                </a:lnTo>
                <a:lnTo>
                  <a:pt x="241300" y="127000"/>
                </a:lnTo>
                <a:lnTo>
                  <a:pt x="228600" y="127000"/>
                </a:lnTo>
                <a:lnTo>
                  <a:pt x="227012" y="120650"/>
                </a:lnTo>
                <a:close/>
              </a:path>
              <a:path w="241300" h="241300">
                <a:moveTo>
                  <a:pt x="228600" y="114300"/>
                </a:moveTo>
                <a:lnTo>
                  <a:pt x="227012" y="120650"/>
                </a:lnTo>
                <a:lnTo>
                  <a:pt x="228600" y="127000"/>
                </a:lnTo>
                <a:lnTo>
                  <a:pt x="228600" y="114300"/>
                </a:lnTo>
                <a:close/>
              </a:path>
              <a:path w="241300" h="241300">
                <a:moveTo>
                  <a:pt x="241300" y="114300"/>
                </a:moveTo>
                <a:lnTo>
                  <a:pt x="228600" y="114300"/>
                </a:lnTo>
                <a:lnTo>
                  <a:pt x="228600" y="127000"/>
                </a:lnTo>
                <a:lnTo>
                  <a:pt x="241300" y="127000"/>
                </a:lnTo>
                <a:lnTo>
                  <a:pt x="241300" y="114300"/>
                </a:lnTo>
                <a:close/>
              </a:path>
              <a:path w="241300" h="241300">
                <a:moveTo>
                  <a:pt x="203200" y="38100"/>
                </a:moveTo>
                <a:lnTo>
                  <a:pt x="190500" y="38100"/>
                </a:lnTo>
                <a:lnTo>
                  <a:pt x="215900" y="76200"/>
                </a:lnTo>
                <a:lnTo>
                  <a:pt x="227012" y="120650"/>
                </a:lnTo>
                <a:lnTo>
                  <a:pt x="228600" y="114300"/>
                </a:lnTo>
                <a:lnTo>
                  <a:pt x="241300" y="114300"/>
                </a:lnTo>
                <a:lnTo>
                  <a:pt x="228600" y="76200"/>
                </a:lnTo>
                <a:lnTo>
                  <a:pt x="203200" y="38100"/>
                </a:lnTo>
                <a:close/>
              </a:path>
              <a:path w="241300" h="241300">
                <a:moveTo>
                  <a:pt x="5715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7150" y="38100"/>
                </a:lnTo>
                <a:close/>
              </a:path>
              <a:path w="241300" h="241300">
                <a:moveTo>
                  <a:pt x="165100" y="12700"/>
                </a:moveTo>
                <a:lnTo>
                  <a:pt x="139700" y="12700"/>
                </a:lnTo>
                <a:lnTo>
                  <a:pt x="152400" y="25400"/>
                </a:lnTo>
                <a:lnTo>
                  <a:pt x="190500" y="50800"/>
                </a:lnTo>
                <a:lnTo>
                  <a:pt x="190500" y="38100"/>
                </a:lnTo>
                <a:lnTo>
                  <a:pt x="203200" y="38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041900" y="5486400"/>
            <a:ext cx="30499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р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-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55" dirty="0">
                <a:latin typeface="Arial"/>
                <a:cs typeface="Arial"/>
              </a:rPr>
              <a:t>w</a:t>
            </a:r>
            <a:r>
              <a:rPr sz="2000" spc="-100" dirty="0">
                <a:latin typeface="Arial"/>
                <a:cs typeface="Arial"/>
              </a:rPr>
              <a:t>x</a:t>
            </a:r>
            <a:r>
              <a:rPr sz="2000" spc="30" dirty="0">
                <a:latin typeface="Arial"/>
                <a:cs typeface="Arial"/>
              </a:rPr>
              <a:t>+</a:t>
            </a:r>
            <a:r>
              <a:rPr sz="200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4975" y="23978"/>
            <a:ext cx="105283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 smtClean="0">
                <a:solidFill>
                  <a:schemeClr val="bg1"/>
                </a:solidFill>
                <a:latin typeface="+mn-lt"/>
              </a:rPr>
              <a:t>R</a:t>
            </a:r>
            <a:r>
              <a:rPr b="1" spc="5" dirty="0" smtClean="0">
                <a:solidFill>
                  <a:schemeClr val="bg1"/>
                </a:solidFill>
                <a:latin typeface="+mn-lt"/>
              </a:rPr>
              <a:t>O</a:t>
            </a:r>
            <a:r>
              <a:rPr b="1" spc="-15" dirty="0" smtClean="0">
                <a:solidFill>
                  <a:schemeClr val="bg1"/>
                </a:solidFill>
                <a:latin typeface="+mn-lt"/>
              </a:rPr>
              <a:t>C</a:t>
            </a:r>
            <a:r>
              <a:rPr b="1" spc="30" dirty="0" smtClean="0">
                <a:solidFill>
                  <a:schemeClr val="bg1"/>
                </a:solidFill>
                <a:latin typeface="+mn-lt"/>
              </a:rPr>
              <a:t>-</a:t>
            </a:r>
            <a:r>
              <a:rPr b="1" dirty="0" err="1" smtClean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 err="1" smtClean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 err="1" smtClean="0">
                <a:solidFill>
                  <a:schemeClr val="bg1"/>
                </a:solidFill>
                <a:latin typeface="+mn-lt"/>
              </a:rPr>
              <a:t>и</a:t>
            </a:r>
            <a:r>
              <a:rPr b="1" spc="-100" dirty="0" err="1" smtClean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 err="1" smtClean="0">
                <a:solidFill>
                  <a:schemeClr val="bg1"/>
                </a:solidFill>
                <a:latin typeface="+mn-lt"/>
              </a:rPr>
              <a:t>а</a:t>
            </a:r>
            <a:r>
              <a:rPr b="1" dirty="0" err="1" smtClean="0">
                <a:solidFill>
                  <a:schemeClr val="bg1"/>
                </a:solidFill>
                <a:latin typeface="+mn-lt"/>
              </a:rPr>
              <a:t>я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(кривая ошибок)</a:t>
            </a:r>
            <a:endParaRPr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6800" y="1358900"/>
            <a:ext cx="5702300" cy="4406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46900" y="3098800"/>
            <a:ext cx="2312670" cy="122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2000" spc="3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M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s.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dirty="0">
                <a:latin typeface="Arial"/>
                <a:cs typeface="Arial"/>
              </a:rPr>
              <a:t>. </a:t>
            </a:r>
            <a:r>
              <a:rPr sz="2000" spc="-25" dirty="0">
                <a:latin typeface="Arial"/>
                <a:cs typeface="Arial"/>
              </a:rPr>
              <a:t>F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ce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de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n </a:t>
            </a:r>
            <a:r>
              <a:rPr sz="2000" spc="55" dirty="0">
                <a:latin typeface="Arial"/>
                <a:cs typeface="Arial"/>
              </a:rPr>
              <a:t>w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spc="-114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be</a:t>
            </a:r>
            <a:r>
              <a:rPr sz="2000" spc="-45" dirty="0">
                <a:latin typeface="Arial"/>
                <a:cs typeface="Arial"/>
              </a:rPr>
              <a:t>ll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d </a:t>
            </a:r>
            <a:r>
              <a:rPr sz="2000" spc="55" dirty="0">
                <a:latin typeface="Arial"/>
                <a:cs typeface="Arial"/>
              </a:rPr>
              <a:t>w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s.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E</a:t>
            </a:r>
            <a:r>
              <a:rPr sz="2000" spc="-45" dirty="0">
                <a:latin typeface="Arial"/>
                <a:cs typeface="Arial"/>
              </a:rPr>
              <a:t>CC</a:t>
            </a:r>
            <a:r>
              <a:rPr sz="2000" spc="-35" dirty="0">
                <a:latin typeface="Arial"/>
                <a:cs typeface="Arial"/>
              </a:rPr>
              <a:t>V</a:t>
            </a:r>
            <a:r>
              <a:rPr sz="2000" spc="-15" dirty="0">
                <a:latin typeface="Arial"/>
                <a:cs typeface="Arial"/>
              </a:rPr>
              <a:t>201</a:t>
            </a: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6700" y="5976579"/>
            <a:ext cx="6955790" cy="873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1200"/>
              </a:lnSpc>
            </a:pPr>
            <a:r>
              <a:rPr sz="2800" spc="-20" dirty="0">
                <a:latin typeface="Arial"/>
                <a:cs typeface="Arial"/>
              </a:rPr>
              <a:t>R</a:t>
            </a:r>
            <a:r>
              <a:rPr sz="2800" spc="15" dirty="0">
                <a:latin typeface="Arial"/>
                <a:cs typeface="Arial"/>
              </a:rPr>
              <a:t>O</a:t>
            </a:r>
            <a:r>
              <a:rPr sz="2800" spc="-25" dirty="0">
                <a:latin typeface="Arial"/>
                <a:cs typeface="Arial"/>
              </a:rPr>
              <a:t>C</a:t>
            </a:r>
            <a:r>
              <a:rPr sz="2800" spc="-35" dirty="0">
                <a:latin typeface="Arial"/>
                <a:cs typeface="Arial"/>
              </a:rPr>
              <a:t>-</a:t>
            </a:r>
            <a:r>
              <a:rPr sz="2800" spc="-30" dirty="0">
                <a:latin typeface="Arial"/>
                <a:cs typeface="Arial"/>
              </a:rPr>
              <a:t>к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90" dirty="0">
                <a:latin typeface="Arial"/>
                <a:cs typeface="Arial"/>
              </a:rPr>
              <a:t>в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dirty="0">
                <a:latin typeface="Arial"/>
                <a:cs typeface="Arial"/>
              </a:rPr>
              <a:t>я</a:t>
            </a:r>
            <a:r>
              <a:rPr sz="2800" spc="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з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90" dirty="0">
                <a:latin typeface="Arial"/>
                <a:cs typeface="Arial"/>
              </a:rPr>
              <a:t>в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dirty="0">
                <a:latin typeface="Arial"/>
                <a:cs typeface="Arial"/>
              </a:rPr>
              <a:t>с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30" dirty="0">
                <a:latin typeface="Arial"/>
                <a:cs typeface="Arial"/>
              </a:rPr>
              <a:t>м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dirty="0">
                <a:latin typeface="Arial"/>
                <a:cs typeface="Arial"/>
              </a:rPr>
              <a:t>с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dirty="0">
                <a:latin typeface="Arial"/>
                <a:cs typeface="Arial"/>
              </a:rPr>
              <a:t>ь</a:t>
            </a:r>
            <a:r>
              <a:rPr sz="2800" spc="15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м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-75" dirty="0">
                <a:latin typeface="Arial"/>
                <a:cs typeface="Arial"/>
              </a:rPr>
              <a:t>ж</a:t>
            </a:r>
            <a:r>
              <a:rPr sz="2800" spc="-35" dirty="0">
                <a:latin typeface="Arial"/>
                <a:cs typeface="Arial"/>
              </a:rPr>
              <a:t>д</a:t>
            </a:r>
            <a:r>
              <a:rPr sz="2800" dirty="0">
                <a:latin typeface="Arial"/>
                <a:cs typeface="Arial"/>
              </a:rPr>
              <a:t>у</a:t>
            </a:r>
            <a:r>
              <a:rPr sz="2800" spc="2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в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35" dirty="0">
                <a:latin typeface="Arial"/>
                <a:cs typeface="Arial"/>
              </a:rPr>
              <a:t>д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30" dirty="0">
                <a:latin typeface="Arial"/>
                <a:cs typeface="Arial"/>
              </a:rPr>
              <a:t>м</a:t>
            </a:r>
            <a:r>
              <a:rPr sz="2800" dirty="0">
                <a:latin typeface="Arial"/>
                <a:cs typeface="Arial"/>
              </a:rPr>
              <a:t>и 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spc="-45" dirty="0">
                <a:latin typeface="Arial"/>
                <a:cs typeface="Arial"/>
              </a:rPr>
              <a:t>ш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105" dirty="0">
                <a:latin typeface="Arial"/>
                <a:cs typeface="Arial"/>
              </a:rPr>
              <a:t>б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dirty="0">
                <a:latin typeface="Arial"/>
                <a:cs typeface="Arial"/>
              </a:rPr>
              <a:t>к</a:t>
            </a:r>
            <a:r>
              <a:rPr sz="2800" spc="1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в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з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90" dirty="0">
                <a:latin typeface="Arial"/>
                <a:cs typeface="Arial"/>
              </a:rPr>
              <a:t>в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dirty="0">
                <a:latin typeface="Arial"/>
                <a:cs typeface="Arial"/>
              </a:rPr>
              <a:t>с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-30" dirty="0">
                <a:latin typeface="Arial"/>
                <a:cs typeface="Arial"/>
              </a:rPr>
              <a:t>м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dirty="0">
                <a:latin typeface="Arial"/>
                <a:cs typeface="Arial"/>
              </a:rPr>
              <a:t>с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dirty="0">
                <a:latin typeface="Arial"/>
                <a:cs typeface="Arial"/>
              </a:rPr>
              <a:t>и</a:t>
            </a:r>
            <a:r>
              <a:rPr sz="2800" spc="15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о</a:t>
            </a:r>
            <a:r>
              <a:rPr sz="2800" dirty="0">
                <a:latin typeface="Arial"/>
                <a:cs typeface="Arial"/>
              </a:rPr>
              <a:t>т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п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30" dirty="0">
                <a:latin typeface="Arial"/>
                <a:cs typeface="Arial"/>
              </a:rPr>
              <a:t>м</a:t>
            </a:r>
            <a:r>
              <a:rPr sz="2800" spc="-160" dirty="0">
                <a:latin typeface="Arial"/>
                <a:cs typeface="Arial"/>
              </a:rPr>
              <a:t>е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dirty="0">
                <a:latin typeface="Arial"/>
                <a:cs typeface="Arial"/>
              </a:rPr>
              <a:t>в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1300" y="282891"/>
            <a:ext cx="104521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R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O</a:t>
            </a:r>
            <a:r>
              <a:rPr b="1" dirty="0">
                <a:solidFill>
                  <a:schemeClr val="bg1"/>
                </a:solidFill>
                <a:latin typeface="+mn-lt"/>
              </a:rPr>
              <a:t>C 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27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-</a:t>
            </a:r>
            <a:r>
              <a:rPr b="1" spc="-6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</a:p>
        </p:txBody>
      </p:sp>
      <p:sp>
        <p:nvSpPr>
          <p:cNvPr id="3" name="object 3"/>
          <p:cNvSpPr/>
          <p:nvPr/>
        </p:nvSpPr>
        <p:spPr>
          <a:xfrm>
            <a:off x="6502400" y="4038600"/>
            <a:ext cx="76200" cy="2438400"/>
          </a:xfrm>
          <a:custGeom>
            <a:avLst/>
            <a:gdLst/>
            <a:ahLst/>
            <a:cxnLst/>
            <a:rect l="l" t="t" r="r" b="b"/>
            <a:pathLst>
              <a:path w="76200" h="2438400">
                <a:moveTo>
                  <a:pt x="50800" y="63500"/>
                </a:moveTo>
                <a:lnTo>
                  <a:pt x="38100" y="63500"/>
                </a:lnTo>
                <a:lnTo>
                  <a:pt x="38100" y="2438400"/>
                </a:lnTo>
                <a:lnTo>
                  <a:pt x="50800" y="2438400"/>
                </a:lnTo>
                <a:lnTo>
                  <a:pt x="50800" y="63500"/>
                </a:lnTo>
                <a:close/>
              </a:path>
              <a:path w="76200" h="2438400">
                <a:moveTo>
                  <a:pt x="38100" y="0"/>
                </a:moveTo>
                <a:lnTo>
                  <a:pt x="0" y="76200"/>
                </a:lnTo>
                <a:lnTo>
                  <a:pt x="38100" y="76200"/>
                </a:lnTo>
                <a:lnTo>
                  <a:pt x="381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4384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27800" y="6438900"/>
            <a:ext cx="3162300" cy="76200"/>
          </a:xfrm>
          <a:custGeom>
            <a:avLst/>
            <a:gdLst/>
            <a:ahLst/>
            <a:cxnLst/>
            <a:rect l="l" t="t" r="r" b="b"/>
            <a:pathLst>
              <a:path w="3162300" h="76200">
                <a:moveTo>
                  <a:pt x="3086100" y="0"/>
                </a:moveTo>
                <a:lnTo>
                  <a:pt x="3086100" y="76200"/>
                </a:lnTo>
                <a:lnTo>
                  <a:pt x="3162300" y="38100"/>
                </a:lnTo>
                <a:lnTo>
                  <a:pt x="3098800" y="38100"/>
                </a:lnTo>
                <a:lnTo>
                  <a:pt x="3098800" y="25400"/>
                </a:lnTo>
                <a:lnTo>
                  <a:pt x="3136900" y="25400"/>
                </a:lnTo>
                <a:lnTo>
                  <a:pt x="3086100" y="0"/>
                </a:lnTo>
                <a:close/>
              </a:path>
              <a:path w="3162300" h="76200">
                <a:moveTo>
                  <a:pt x="3086100" y="25400"/>
                </a:moveTo>
                <a:lnTo>
                  <a:pt x="0" y="25400"/>
                </a:lnTo>
                <a:lnTo>
                  <a:pt x="0" y="38100"/>
                </a:lnTo>
                <a:lnTo>
                  <a:pt x="3086100" y="38100"/>
                </a:lnTo>
                <a:lnTo>
                  <a:pt x="3086100" y="25400"/>
                </a:lnTo>
                <a:close/>
              </a:path>
              <a:path w="3162300" h="76200">
                <a:moveTo>
                  <a:pt x="3136900" y="25400"/>
                </a:moveTo>
                <a:lnTo>
                  <a:pt x="3098800" y="25400"/>
                </a:lnTo>
                <a:lnTo>
                  <a:pt x="3098800" y="38100"/>
                </a:lnTo>
                <a:lnTo>
                  <a:pt x="3162300" y="38100"/>
                </a:lnTo>
                <a:lnTo>
                  <a:pt x="31369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70947" y="5753920"/>
            <a:ext cx="139700" cy="137795"/>
          </a:xfrm>
          <a:custGeom>
            <a:avLst/>
            <a:gdLst/>
            <a:ahLst/>
            <a:cxnLst/>
            <a:rect l="l" t="t" r="r" b="b"/>
            <a:pathLst>
              <a:path w="139700" h="137795">
                <a:moveTo>
                  <a:pt x="87586" y="0"/>
                </a:moveTo>
                <a:lnTo>
                  <a:pt x="43645" y="7556"/>
                </a:lnTo>
                <a:lnTo>
                  <a:pt x="12592" y="31719"/>
                </a:lnTo>
                <a:lnTo>
                  <a:pt x="0" y="72316"/>
                </a:lnTo>
                <a:lnTo>
                  <a:pt x="1708" y="87048"/>
                </a:lnTo>
                <a:lnTo>
                  <a:pt x="23935" y="121165"/>
                </a:lnTo>
                <a:lnTo>
                  <a:pt x="62315" y="137769"/>
                </a:lnTo>
                <a:lnTo>
                  <a:pt x="80689" y="136953"/>
                </a:lnTo>
                <a:lnTo>
                  <a:pt x="120774" y="121008"/>
                </a:lnTo>
                <a:lnTo>
                  <a:pt x="139653" y="75379"/>
                </a:lnTo>
                <a:lnTo>
                  <a:pt x="138430" y="57116"/>
                </a:lnTo>
                <a:lnTo>
                  <a:pt x="121372" y="17315"/>
                </a:lnTo>
                <a:lnTo>
                  <a:pt x="8758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42356" y="5233587"/>
            <a:ext cx="139700" cy="137795"/>
          </a:xfrm>
          <a:custGeom>
            <a:avLst/>
            <a:gdLst/>
            <a:ahLst/>
            <a:cxnLst/>
            <a:rect l="l" t="t" r="r" b="b"/>
            <a:pathLst>
              <a:path w="139700" h="137795">
                <a:moveTo>
                  <a:pt x="87576" y="0"/>
                </a:moveTo>
                <a:lnTo>
                  <a:pt x="43715" y="9996"/>
                </a:lnTo>
                <a:lnTo>
                  <a:pt x="12677" y="36868"/>
                </a:lnTo>
                <a:lnTo>
                  <a:pt x="0" y="72458"/>
                </a:lnTo>
                <a:lnTo>
                  <a:pt x="1716" y="87066"/>
                </a:lnTo>
                <a:lnTo>
                  <a:pt x="24066" y="120972"/>
                </a:lnTo>
                <a:lnTo>
                  <a:pt x="62626" y="137453"/>
                </a:lnTo>
                <a:lnTo>
                  <a:pt x="80941" y="136615"/>
                </a:lnTo>
                <a:lnTo>
                  <a:pt x="120910" y="120553"/>
                </a:lnTo>
                <a:lnTo>
                  <a:pt x="139643" y="75012"/>
                </a:lnTo>
                <a:lnTo>
                  <a:pt x="138420" y="60457"/>
                </a:lnTo>
                <a:lnTo>
                  <a:pt x="121362" y="21592"/>
                </a:lnTo>
                <a:lnTo>
                  <a:pt x="875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75633" y="4737466"/>
            <a:ext cx="139700" cy="150495"/>
          </a:xfrm>
          <a:custGeom>
            <a:avLst/>
            <a:gdLst/>
            <a:ahLst/>
            <a:cxnLst/>
            <a:rect l="l" t="t" r="r" b="b"/>
            <a:pathLst>
              <a:path w="139700" h="150495">
                <a:moveTo>
                  <a:pt x="69996" y="0"/>
                </a:moveTo>
                <a:lnTo>
                  <a:pt x="28918" y="13250"/>
                </a:lnTo>
                <a:lnTo>
                  <a:pt x="5227" y="46192"/>
                </a:lnTo>
                <a:lnTo>
                  <a:pt x="0" y="73451"/>
                </a:lnTo>
                <a:lnTo>
                  <a:pt x="1167" y="88530"/>
                </a:lnTo>
                <a:lnTo>
                  <a:pt x="17614" y="128159"/>
                </a:lnTo>
                <a:lnTo>
                  <a:pt x="50294" y="150442"/>
                </a:lnTo>
                <a:lnTo>
                  <a:pt x="66297" y="149634"/>
                </a:lnTo>
                <a:lnTo>
                  <a:pt x="107014" y="133728"/>
                </a:lnTo>
                <a:lnTo>
                  <a:pt x="132928" y="103755"/>
                </a:lnTo>
                <a:lnTo>
                  <a:pt x="139666" y="75833"/>
                </a:lnTo>
                <a:lnTo>
                  <a:pt x="138141" y="62425"/>
                </a:lnTo>
                <a:lnTo>
                  <a:pt x="118258" y="25942"/>
                </a:lnTo>
                <a:lnTo>
                  <a:pt x="83269" y="2931"/>
                </a:lnTo>
                <a:lnTo>
                  <a:pt x="699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81956" y="4408087"/>
            <a:ext cx="139700" cy="137795"/>
          </a:xfrm>
          <a:custGeom>
            <a:avLst/>
            <a:gdLst/>
            <a:ahLst/>
            <a:cxnLst/>
            <a:rect l="l" t="t" r="r" b="b"/>
            <a:pathLst>
              <a:path w="139700" h="137795">
                <a:moveTo>
                  <a:pt x="87576" y="0"/>
                </a:moveTo>
                <a:lnTo>
                  <a:pt x="43715" y="9996"/>
                </a:lnTo>
                <a:lnTo>
                  <a:pt x="12677" y="36868"/>
                </a:lnTo>
                <a:lnTo>
                  <a:pt x="0" y="72458"/>
                </a:lnTo>
                <a:lnTo>
                  <a:pt x="1716" y="87066"/>
                </a:lnTo>
                <a:lnTo>
                  <a:pt x="24066" y="120972"/>
                </a:lnTo>
                <a:lnTo>
                  <a:pt x="62626" y="137453"/>
                </a:lnTo>
                <a:lnTo>
                  <a:pt x="80941" y="136615"/>
                </a:lnTo>
                <a:lnTo>
                  <a:pt x="120910" y="120553"/>
                </a:lnTo>
                <a:lnTo>
                  <a:pt x="139643" y="75012"/>
                </a:lnTo>
                <a:lnTo>
                  <a:pt x="138420" y="60457"/>
                </a:lnTo>
                <a:lnTo>
                  <a:pt x="121362" y="21592"/>
                </a:lnTo>
                <a:lnTo>
                  <a:pt x="875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76874" y="4241807"/>
            <a:ext cx="138430" cy="139700"/>
          </a:xfrm>
          <a:custGeom>
            <a:avLst/>
            <a:gdLst/>
            <a:ahLst/>
            <a:cxnLst/>
            <a:rect l="l" t="t" r="r" b="b"/>
            <a:pathLst>
              <a:path w="138429" h="139700">
                <a:moveTo>
                  <a:pt x="75970" y="0"/>
                </a:moveTo>
                <a:lnTo>
                  <a:pt x="33685" y="10337"/>
                </a:lnTo>
                <a:lnTo>
                  <a:pt x="4630" y="38563"/>
                </a:lnTo>
                <a:lnTo>
                  <a:pt x="0" y="51219"/>
                </a:lnTo>
                <a:lnTo>
                  <a:pt x="884" y="67068"/>
                </a:lnTo>
                <a:lnTo>
                  <a:pt x="17116" y="107521"/>
                </a:lnTo>
                <a:lnTo>
                  <a:pt x="47459" y="133238"/>
                </a:lnTo>
                <a:lnTo>
                  <a:pt x="71557" y="139599"/>
                </a:lnTo>
                <a:lnTo>
                  <a:pt x="86333" y="137911"/>
                </a:lnTo>
                <a:lnTo>
                  <a:pt x="120528" y="115776"/>
                </a:lnTo>
                <a:lnTo>
                  <a:pt x="137188" y="77495"/>
                </a:lnTo>
                <a:lnTo>
                  <a:pt x="138325" y="63492"/>
                </a:lnTo>
                <a:lnTo>
                  <a:pt x="136837" y="48125"/>
                </a:lnTo>
                <a:lnTo>
                  <a:pt x="116240" y="13325"/>
                </a:lnTo>
                <a:lnTo>
                  <a:pt x="759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94530" y="4127749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69999" y="0"/>
                </a:moveTo>
                <a:lnTo>
                  <a:pt x="28893" y="10104"/>
                </a:lnTo>
                <a:lnTo>
                  <a:pt x="5206" y="40918"/>
                </a:lnTo>
                <a:lnTo>
                  <a:pt x="0" y="72930"/>
                </a:lnTo>
                <a:lnTo>
                  <a:pt x="1408" y="89037"/>
                </a:lnTo>
                <a:lnTo>
                  <a:pt x="21073" y="125044"/>
                </a:lnTo>
                <a:lnTo>
                  <a:pt x="59680" y="139365"/>
                </a:lnTo>
                <a:lnTo>
                  <a:pt x="75057" y="138240"/>
                </a:lnTo>
                <a:lnTo>
                  <a:pt x="115130" y="122167"/>
                </a:lnTo>
                <a:lnTo>
                  <a:pt x="137813" y="90137"/>
                </a:lnTo>
                <a:lnTo>
                  <a:pt x="139669" y="75950"/>
                </a:lnTo>
                <a:lnTo>
                  <a:pt x="138144" y="59048"/>
                </a:lnTo>
                <a:lnTo>
                  <a:pt x="118260" y="21042"/>
                </a:lnTo>
                <a:lnTo>
                  <a:pt x="83272" y="2085"/>
                </a:lnTo>
                <a:lnTo>
                  <a:pt x="699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65900" y="4165600"/>
            <a:ext cx="2171700" cy="2311400"/>
          </a:xfrm>
          <a:custGeom>
            <a:avLst/>
            <a:gdLst/>
            <a:ahLst/>
            <a:cxnLst/>
            <a:rect l="l" t="t" r="r" b="b"/>
            <a:pathLst>
              <a:path w="2171700" h="2311400">
                <a:moveTo>
                  <a:pt x="12700" y="0"/>
                </a:moveTo>
                <a:lnTo>
                  <a:pt x="0" y="0"/>
                </a:lnTo>
                <a:lnTo>
                  <a:pt x="2171700" y="2311400"/>
                </a:lnTo>
                <a:lnTo>
                  <a:pt x="2171700" y="229870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61456" y="6389287"/>
            <a:ext cx="139700" cy="137795"/>
          </a:xfrm>
          <a:custGeom>
            <a:avLst/>
            <a:gdLst/>
            <a:ahLst/>
            <a:cxnLst/>
            <a:rect l="l" t="t" r="r" b="b"/>
            <a:pathLst>
              <a:path w="139700" h="137795">
                <a:moveTo>
                  <a:pt x="87576" y="0"/>
                </a:moveTo>
                <a:lnTo>
                  <a:pt x="43715" y="9996"/>
                </a:lnTo>
                <a:lnTo>
                  <a:pt x="12677" y="36868"/>
                </a:lnTo>
                <a:lnTo>
                  <a:pt x="0" y="72458"/>
                </a:lnTo>
                <a:lnTo>
                  <a:pt x="1716" y="87066"/>
                </a:lnTo>
                <a:lnTo>
                  <a:pt x="24066" y="120972"/>
                </a:lnTo>
                <a:lnTo>
                  <a:pt x="62626" y="137453"/>
                </a:lnTo>
                <a:lnTo>
                  <a:pt x="80941" y="136615"/>
                </a:lnTo>
                <a:lnTo>
                  <a:pt x="120910" y="120553"/>
                </a:lnTo>
                <a:lnTo>
                  <a:pt x="139643" y="75012"/>
                </a:lnTo>
                <a:lnTo>
                  <a:pt x="138420" y="60457"/>
                </a:lnTo>
                <a:lnTo>
                  <a:pt x="121362" y="21592"/>
                </a:lnTo>
                <a:lnTo>
                  <a:pt x="875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5700" y="1473200"/>
            <a:ext cx="4018279" cy="418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49554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4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 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ся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к</a:t>
            </a:r>
            <a:endParaRPr sz="2000">
              <a:latin typeface="Arial"/>
              <a:cs typeface="Arial"/>
            </a:endParaRPr>
          </a:p>
          <a:p>
            <a:pPr marL="762000" marR="608965" lvl="1" indent="-292100">
              <a:lnSpc>
                <a:spcPct val="104200"/>
              </a:lnSpc>
              <a:spcBef>
                <a:spcPts val="3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1600" spc="40" dirty="0">
                <a:latin typeface="Arial"/>
                <a:cs typeface="Arial"/>
              </a:rPr>
              <a:t>С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dirty="0">
                <a:latin typeface="Arial"/>
                <a:cs typeface="Arial"/>
              </a:rPr>
              <a:t>м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п</a:t>
            </a:r>
            <a:r>
              <a:rPr sz="1600" spc="5" dirty="0">
                <a:latin typeface="Arial"/>
                <a:cs typeface="Arial"/>
              </a:rPr>
              <a:t>ара</a:t>
            </a:r>
            <a:r>
              <a:rPr sz="1600" dirty="0">
                <a:latin typeface="Arial"/>
                <a:cs typeface="Arial"/>
              </a:rPr>
              <a:t>м</a:t>
            </a:r>
            <a:r>
              <a:rPr sz="1600" spc="5" dirty="0">
                <a:latin typeface="Arial"/>
                <a:cs typeface="Arial"/>
              </a:rPr>
              <a:t>е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dirty="0">
                <a:latin typeface="Arial"/>
                <a:cs typeface="Arial"/>
              </a:rPr>
              <a:t>р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в 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20" dirty="0">
                <a:latin typeface="Arial"/>
                <a:cs typeface="Arial"/>
              </a:rPr>
              <a:t>б</a:t>
            </a:r>
            <a:r>
              <a:rPr sz="1600" spc="-135" dirty="0">
                <a:latin typeface="Arial"/>
                <a:cs typeface="Arial"/>
              </a:rPr>
              <a:t>л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spc="-20" dirty="0">
                <a:latin typeface="Arial"/>
                <a:cs typeface="Arial"/>
              </a:rPr>
              <a:t>ц</a:t>
            </a:r>
            <a:r>
              <a:rPr sz="1600" dirty="0">
                <a:latin typeface="Arial"/>
                <a:cs typeface="Arial"/>
              </a:rPr>
              <a:t>е 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н</a:t>
            </a:r>
            <a:r>
              <a:rPr sz="1600" dirty="0">
                <a:latin typeface="Arial"/>
                <a:cs typeface="Arial"/>
              </a:rPr>
              <a:t>е </a:t>
            </a:r>
            <a:r>
              <a:rPr sz="1600" spc="-100" dirty="0">
                <a:latin typeface="Arial"/>
                <a:cs typeface="Arial"/>
              </a:rPr>
              <a:t>у</a:t>
            </a:r>
            <a:r>
              <a:rPr sz="1600" spc="-35" dirty="0">
                <a:latin typeface="Arial"/>
                <a:cs typeface="Arial"/>
              </a:rPr>
              <a:t>ч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dirty="0">
                <a:latin typeface="Arial"/>
                <a:cs typeface="Arial"/>
              </a:rPr>
              <a:t>с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45" dirty="0">
                <a:latin typeface="Arial"/>
                <a:cs typeface="Arial"/>
              </a:rPr>
              <a:t>в</a:t>
            </a:r>
            <a:r>
              <a:rPr sz="1600" spc="-100" dirty="0">
                <a:latin typeface="Arial"/>
                <a:cs typeface="Arial"/>
              </a:rPr>
              <a:t>у</a:t>
            </a:r>
            <a:r>
              <a:rPr sz="1600" spc="5" dirty="0">
                <a:latin typeface="Arial"/>
                <a:cs typeface="Arial"/>
              </a:rPr>
              <a:t>е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dirty="0">
                <a:latin typeface="Arial"/>
                <a:cs typeface="Arial"/>
              </a:rPr>
              <a:t>!</a:t>
            </a:r>
            <a:endParaRPr sz="1600">
              <a:latin typeface="Arial"/>
              <a:cs typeface="Arial"/>
            </a:endParaRPr>
          </a:p>
          <a:p>
            <a:pPr marL="762000" marR="6350" lvl="1" indent="-292100">
              <a:lnSpc>
                <a:spcPts val="1900"/>
              </a:lnSpc>
              <a:spcBef>
                <a:spcPts val="459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1600" spc="-35" dirty="0">
                <a:latin typeface="Arial"/>
                <a:cs typeface="Arial"/>
              </a:rPr>
              <a:t>К</a:t>
            </a:r>
            <a:r>
              <a:rPr sz="1600" spc="-135" dirty="0">
                <a:latin typeface="Arial"/>
                <a:cs typeface="Arial"/>
              </a:rPr>
              <a:t>л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dirty="0">
                <a:latin typeface="Arial"/>
                <a:cs typeface="Arial"/>
              </a:rPr>
              <a:t>сс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spc="-20" dirty="0">
                <a:latin typeface="Arial"/>
                <a:cs typeface="Arial"/>
              </a:rPr>
              <a:t>ф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dirty="0">
                <a:latin typeface="Arial"/>
                <a:cs typeface="Arial"/>
              </a:rPr>
              <a:t>к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5" dirty="0">
                <a:latin typeface="Arial"/>
                <a:cs typeface="Arial"/>
              </a:rPr>
              <a:t>о</a:t>
            </a:r>
            <a:r>
              <a:rPr sz="1600" dirty="0">
                <a:latin typeface="Arial"/>
                <a:cs typeface="Arial"/>
              </a:rPr>
              <a:t>р 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5" dirty="0">
                <a:latin typeface="Arial"/>
                <a:cs typeface="Arial"/>
              </a:rPr>
              <a:t>ро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dirty="0">
                <a:latin typeface="Arial"/>
                <a:cs typeface="Arial"/>
              </a:rPr>
              <a:t>ся</a:t>
            </a:r>
            <a:r>
              <a:rPr sz="1600" spc="1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и </a:t>
            </a:r>
            <a:r>
              <a:rPr sz="1600" spc="5" dirty="0">
                <a:latin typeface="Arial"/>
                <a:cs typeface="Arial"/>
              </a:rPr>
              <a:t>о</a:t>
            </a:r>
            <a:r>
              <a:rPr sz="1600" spc="-20" dirty="0">
                <a:latin typeface="Arial"/>
                <a:cs typeface="Arial"/>
              </a:rPr>
              <a:t>ц</a:t>
            </a:r>
            <a:r>
              <a:rPr sz="1600" spc="5" dirty="0">
                <a:latin typeface="Arial"/>
                <a:cs typeface="Arial"/>
              </a:rPr>
              <a:t>е</a:t>
            </a:r>
            <a:r>
              <a:rPr sz="1600" spc="-85" dirty="0">
                <a:latin typeface="Arial"/>
                <a:cs typeface="Arial"/>
              </a:rPr>
              <a:t>н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spc="45" dirty="0">
                <a:latin typeface="Arial"/>
                <a:cs typeface="Arial"/>
              </a:rPr>
              <a:t>в</a:t>
            </a:r>
            <a:r>
              <a:rPr sz="1600" spc="5" dirty="0">
                <a:latin typeface="Arial"/>
                <a:cs typeface="Arial"/>
              </a:rPr>
              <a:t>ае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dirty="0">
                <a:latin typeface="Arial"/>
                <a:cs typeface="Arial"/>
              </a:rPr>
              <a:t>ся</a:t>
            </a:r>
            <a:r>
              <a:rPr sz="1600" spc="185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н</a:t>
            </a:r>
            <a:r>
              <a:rPr sz="1600" dirty="0">
                <a:latin typeface="Arial"/>
                <a:cs typeface="Arial"/>
              </a:rPr>
              <a:t>а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ра</a:t>
            </a:r>
            <a:r>
              <a:rPr sz="1600" spc="-35" dirty="0">
                <a:latin typeface="Arial"/>
                <a:cs typeface="Arial"/>
              </a:rPr>
              <a:t>з</a:t>
            </a:r>
            <a:r>
              <a:rPr sz="1600" spc="-85" dirty="0">
                <a:latin typeface="Arial"/>
                <a:cs typeface="Arial"/>
              </a:rPr>
              <a:t>н</a:t>
            </a:r>
            <a:r>
              <a:rPr sz="1600" spc="45" dirty="0">
                <a:latin typeface="Arial"/>
                <a:cs typeface="Arial"/>
              </a:rPr>
              <a:t>ы</a:t>
            </a:r>
            <a:r>
              <a:rPr sz="1600" dirty="0">
                <a:latin typeface="Arial"/>
                <a:cs typeface="Arial"/>
              </a:rPr>
              <a:t>х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45" dirty="0">
                <a:latin typeface="Arial"/>
                <a:cs typeface="Arial"/>
              </a:rPr>
              <a:t>вы</a:t>
            </a:r>
            <a:r>
              <a:rPr sz="1600" spc="-20" dirty="0">
                <a:latin typeface="Arial"/>
                <a:cs typeface="Arial"/>
              </a:rPr>
              <a:t>б</a:t>
            </a:r>
            <a:r>
              <a:rPr sz="1600" spc="5" dirty="0">
                <a:latin typeface="Arial"/>
                <a:cs typeface="Arial"/>
              </a:rPr>
              <a:t>ор</a:t>
            </a:r>
            <a:r>
              <a:rPr sz="1600" dirty="0">
                <a:latin typeface="Arial"/>
                <a:cs typeface="Arial"/>
              </a:rPr>
              <a:t>к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100" dirty="0">
                <a:latin typeface="Arial"/>
                <a:cs typeface="Arial"/>
              </a:rPr>
              <a:t>х</a:t>
            </a:r>
            <a:r>
              <a:rPr sz="1600" dirty="0">
                <a:latin typeface="Arial"/>
                <a:cs typeface="Arial"/>
              </a:rPr>
              <a:t>!</a:t>
            </a:r>
            <a:endParaRPr sz="1600">
              <a:latin typeface="Arial"/>
              <a:cs typeface="Arial"/>
            </a:endParaRPr>
          </a:p>
          <a:p>
            <a:pPr>
              <a:lnSpc>
                <a:spcPts val="1700"/>
              </a:lnSpc>
              <a:spcBef>
                <a:spcPts val="19"/>
              </a:spcBef>
            </a:pPr>
            <a:endParaRPr sz="1700"/>
          </a:p>
          <a:p>
            <a:pPr marL="431800" marR="173990" indent="-342900" algn="just">
              <a:lnSpc>
                <a:spcPct val="100000"/>
              </a:lnSpc>
              <a:buFont typeface="Arial"/>
              <a:buChar char="•"/>
              <a:tabLst>
                <a:tab pos="4318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ся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р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1 x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р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838200" lvl="1" indent="-292100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838200" algn="l"/>
              </a:tabLst>
            </a:pPr>
            <a:r>
              <a:rPr sz="1600" spc="-55" dirty="0">
                <a:latin typeface="Arial"/>
                <a:cs typeface="Arial"/>
              </a:rPr>
              <a:t>Н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70" dirty="0">
                <a:latin typeface="Arial"/>
                <a:cs typeface="Arial"/>
              </a:rPr>
              <a:t>п</a:t>
            </a:r>
            <a:r>
              <a:rPr sz="1600" spc="5" dirty="0">
                <a:latin typeface="Arial"/>
                <a:cs typeface="Arial"/>
              </a:rPr>
              <a:t>р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dirty="0">
                <a:latin typeface="Arial"/>
                <a:cs typeface="Arial"/>
              </a:rPr>
              <a:t>м</a:t>
            </a:r>
            <a:r>
              <a:rPr sz="1600" spc="5" dirty="0">
                <a:latin typeface="Arial"/>
                <a:cs typeface="Arial"/>
              </a:rPr>
              <a:t>ер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210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p</a:t>
            </a:r>
            <a:r>
              <a:rPr sz="1600" spc="-35" dirty="0">
                <a:latin typeface="Arial"/>
                <a:cs typeface="Arial"/>
              </a:rPr>
              <a:t>r</a:t>
            </a:r>
            <a:r>
              <a:rPr sz="1600" spc="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c</a:t>
            </a:r>
            <a:r>
              <a:rPr sz="1600" spc="40" dirty="0">
                <a:latin typeface="Arial"/>
                <a:cs typeface="Arial"/>
              </a:rPr>
              <a:t>i</a:t>
            </a:r>
            <a:r>
              <a:rPr sz="1600" dirty="0">
                <a:latin typeface="Arial"/>
                <a:cs typeface="Arial"/>
              </a:rPr>
              <a:t>s</a:t>
            </a:r>
            <a:r>
              <a:rPr sz="1600" spc="40" dirty="0">
                <a:latin typeface="Arial"/>
                <a:cs typeface="Arial"/>
              </a:rPr>
              <a:t>i</a:t>
            </a:r>
            <a:r>
              <a:rPr sz="1600" spc="5" dirty="0">
                <a:latin typeface="Arial"/>
                <a:cs typeface="Arial"/>
              </a:rPr>
              <a:t>o</a:t>
            </a:r>
            <a:r>
              <a:rPr sz="1600" spc="-90" dirty="0">
                <a:latin typeface="Arial"/>
                <a:cs typeface="Arial"/>
              </a:rPr>
              <a:t>n</a:t>
            </a:r>
            <a:r>
              <a:rPr sz="1600" spc="-45" dirty="0">
                <a:latin typeface="Arial"/>
                <a:cs typeface="Arial"/>
              </a:rPr>
              <a:t>/</a:t>
            </a:r>
            <a:r>
              <a:rPr sz="1600" spc="-35" dirty="0">
                <a:latin typeface="Arial"/>
                <a:cs typeface="Arial"/>
              </a:rPr>
              <a:t>r</a:t>
            </a:r>
            <a:r>
              <a:rPr sz="1600" spc="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c</a:t>
            </a:r>
            <a:r>
              <a:rPr sz="1600" spc="5" dirty="0">
                <a:latin typeface="Arial"/>
                <a:cs typeface="Arial"/>
              </a:rPr>
              <a:t>a</a:t>
            </a:r>
            <a:r>
              <a:rPr sz="1600" spc="-55" dirty="0">
                <a:latin typeface="Arial"/>
                <a:cs typeface="Arial"/>
              </a:rPr>
              <a:t>l</a:t>
            </a:r>
            <a:r>
              <a:rPr sz="1600" dirty="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  <a:p>
            <a:pPr marL="838200" lvl="1" indent="-292100">
              <a:lnSpc>
                <a:spcPct val="100000"/>
              </a:lnSpc>
              <a:spcBef>
                <a:spcPts val="380"/>
              </a:spcBef>
              <a:buFont typeface="Arial"/>
              <a:buChar char="–"/>
              <a:tabLst>
                <a:tab pos="838200" algn="l"/>
              </a:tabLst>
            </a:pPr>
            <a:r>
              <a:rPr sz="1600" spc="-35" dirty="0">
                <a:latin typeface="Arial"/>
                <a:cs typeface="Arial"/>
              </a:rPr>
              <a:t>К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75" dirty="0">
                <a:latin typeface="Arial"/>
                <a:cs typeface="Arial"/>
              </a:rPr>
              <a:t>ж</a:t>
            </a:r>
            <a:r>
              <a:rPr sz="1600" spc="-35" dirty="0">
                <a:latin typeface="Arial"/>
                <a:cs typeface="Arial"/>
              </a:rPr>
              <a:t>д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dirty="0">
                <a:latin typeface="Arial"/>
                <a:cs typeface="Arial"/>
              </a:rPr>
              <a:t>я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с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5" dirty="0">
                <a:latin typeface="Arial"/>
                <a:cs typeface="Arial"/>
              </a:rPr>
              <a:t>ро</a:t>
            </a:r>
            <a:r>
              <a:rPr sz="1600" dirty="0">
                <a:latin typeface="Arial"/>
                <a:cs typeface="Arial"/>
              </a:rPr>
              <a:t>ка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120" dirty="0">
                <a:latin typeface="Arial"/>
                <a:cs typeface="Arial"/>
              </a:rPr>
              <a:t>б</a:t>
            </a:r>
            <a:r>
              <a:rPr sz="1600" spc="-135" dirty="0">
                <a:latin typeface="Arial"/>
                <a:cs typeface="Arial"/>
              </a:rPr>
              <a:t>л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spc="-20" dirty="0">
                <a:latin typeface="Arial"/>
                <a:cs typeface="Arial"/>
              </a:rPr>
              <a:t>ц</a:t>
            </a:r>
            <a:r>
              <a:rPr sz="1600" dirty="0">
                <a:latin typeface="Arial"/>
                <a:cs typeface="Arial"/>
              </a:rPr>
              <a:t>ы 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–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5" dirty="0">
                <a:latin typeface="Arial"/>
                <a:cs typeface="Arial"/>
              </a:rPr>
              <a:t>о</a:t>
            </a:r>
            <a:r>
              <a:rPr sz="1600" spc="-35" dirty="0">
                <a:latin typeface="Arial"/>
                <a:cs typeface="Arial"/>
              </a:rPr>
              <a:t>ч</a:t>
            </a:r>
            <a:r>
              <a:rPr sz="1600" dirty="0">
                <a:latin typeface="Arial"/>
                <a:cs typeface="Arial"/>
              </a:rPr>
              <a:t>ка</a:t>
            </a:r>
            <a:endParaRPr sz="1600">
              <a:latin typeface="Arial"/>
              <a:cs typeface="Arial"/>
            </a:endParaRPr>
          </a:p>
          <a:p>
            <a:pPr marL="508000" indent="-34290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507365" algn="l"/>
                <a:tab pos="5080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ся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65900" y="4165600"/>
            <a:ext cx="2171700" cy="2311400"/>
          </a:xfrm>
          <a:custGeom>
            <a:avLst/>
            <a:gdLst/>
            <a:ahLst/>
            <a:cxnLst/>
            <a:rect l="l" t="t" r="r" b="b"/>
            <a:pathLst>
              <a:path w="2171700" h="2311400">
                <a:moveTo>
                  <a:pt x="1917700" y="1536700"/>
                </a:moveTo>
                <a:lnTo>
                  <a:pt x="1968500" y="1663700"/>
                </a:lnTo>
                <a:lnTo>
                  <a:pt x="1955800" y="1663700"/>
                </a:lnTo>
                <a:lnTo>
                  <a:pt x="1981200" y="1727200"/>
                </a:lnTo>
                <a:lnTo>
                  <a:pt x="2057400" y="1955800"/>
                </a:lnTo>
                <a:lnTo>
                  <a:pt x="2159000" y="2311400"/>
                </a:lnTo>
                <a:lnTo>
                  <a:pt x="2171700" y="2298700"/>
                </a:lnTo>
                <a:lnTo>
                  <a:pt x="2120900" y="2133600"/>
                </a:lnTo>
                <a:lnTo>
                  <a:pt x="2070100" y="1955800"/>
                </a:lnTo>
                <a:lnTo>
                  <a:pt x="1968500" y="1651000"/>
                </a:lnTo>
                <a:lnTo>
                  <a:pt x="1943100" y="1587500"/>
                </a:lnTo>
                <a:lnTo>
                  <a:pt x="1917700" y="1536700"/>
                </a:lnTo>
                <a:close/>
              </a:path>
              <a:path w="2171700" h="2311400">
                <a:moveTo>
                  <a:pt x="88900" y="0"/>
                </a:moveTo>
                <a:lnTo>
                  <a:pt x="0" y="0"/>
                </a:lnTo>
                <a:lnTo>
                  <a:pt x="0" y="12700"/>
                </a:lnTo>
                <a:lnTo>
                  <a:pt x="88900" y="12700"/>
                </a:lnTo>
                <a:lnTo>
                  <a:pt x="215900" y="38100"/>
                </a:lnTo>
                <a:lnTo>
                  <a:pt x="355600" y="50800"/>
                </a:lnTo>
                <a:lnTo>
                  <a:pt x="419100" y="63500"/>
                </a:lnTo>
                <a:lnTo>
                  <a:pt x="469900" y="76200"/>
                </a:lnTo>
                <a:lnTo>
                  <a:pt x="685800" y="139700"/>
                </a:lnTo>
                <a:lnTo>
                  <a:pt x="787400" y="177800"/>
                </a:lnTo>
                <a:lnTo>
                  <a:pt x="876300" y="228600"/>
                </a:lnTo>
                <a:lnTo>
                  <a:pt x="965200" y="266700"/>
                </a:lnTo>
                <a:lnTo>
                  <a:pt x="1054100" y="317500"/>
                </a:lnTo>
                <a:lnTo>
                  <a:pt x="1130300" y="368300"/>
                </a:lnTo>
                <a:lnTo>
                  <a:pt x="1219200" y="431800"/>
                </a:lnTo>
                <a:lnTo>
                  <a:pt x="1485900" y="698500"/>
                </a:lnTo>
                <a:lnTo>
                  <a:pt x="1562100" y="800100"/>
                </a:lnTo>
                <a:lnTo>
                  <a:pt x="1663700" y="1003300"/>
                </a:lnTo>
                <a:lnTo>
                  <a:pt x="1765300" y="1231900"/>
                </a:lnTo>
                <a:lnTo>
                  <a:pt x="1917700" y="1536700"/>
                </a:lnTo>
                <a:lnTo>
                  <a:pt x="1866900" y="1422400"/>
                </a:lnTo>
                <a:lnTo>
                  <a:pt x="1765300" y="1219200"/>
                </a:lnTo>
                <a:lnTo>
                  <a:pt x="1727200" y="1117600"/>
                </a:lnTo>
                <a:lnTo>
                  <a:pt x="1625600" y="889000"/>
                </a:lnTo>
                <a:lnTo>
                  <a:pt x="1562100" y="787400"/>
                </a:lnTo>
                <a:lnTo>
                  <a:pt x="1485900" y="685800"/>
                </a:lnTo>
                <a:lnTo>
                  <a:pt x="1409700" y="596900"/>
                </a:lnTo>
                <a:lnTo>
                  <a:pt x="1308100" y="508000"/>
                </a:lnTo>
                <a:lnTo>
                  <a:pt x="1231900" y="431800"/>
                </a:lnTo>
                <a:lnTo>
                  <a:pt x="1143000" y="368300"/>
                </a:lnTo>
                <a:lnTo>
                  <a:pt x="1066800" y="304800"/>
                </a:lnTo>
                <a:lnTo>
                  <a:pt x="977900" y="254000"/>
                </a:lnTo>
                <a:lnTo>
                  <a:pt x="889000" y="215900"/>
                </a:lnTo>
                <a:lnTo>
                  <a:pt x="787400" y="165100"/>
                </a:lnTo>
                <a:lnTo>
                  <a:pt x="685800" y="127000"/>
                </a:lnTo>
                <a:lnTo>
                  <a:pt x="482600" y="63500"/>
                </a:lnTo>
                <a:lnTo>
                  <a:pt x="355600" y="38100"/>
                </a:lnTo>
                <a:lnTo>
                  <a:pt x="215900" y="25400"/>
                </a:lnTo>
                <a:lnTo>
                  <a:pt x="88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019165" y="1561464"/>
          <a:ext cx="3022600" cy="201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0"/>
                <a:gridCol w="1511300"/>
              </a:tblGrid>
              <a:tr h="33020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1600" spc="3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600" spc="4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spc="4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9370">
                      <a:solidFill>
                        <a:srgbClr val="000000"/>
                      </a:solidFill>
                      <a:prstDash val="solid"/>
                    </a:lnL>
                    <a:lnR w="13970">
                      <a:solidFill>
                        <a:srgbClr val="000000"/>
                      </a:solidFill>
                      <a:prstDash val="solid"/>
                    </a:lnR>
                    <a:lnT w="393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70">
                      <a:solidFill>
                        <a:srgbClr val="000000"/>
                      </a:solidFill>
                      <a:prstDash val="solid"/>
                    </a:lnL>
                    <a:lnR w="39370">
                      <a:solidFill>
                        <a:srgbClr val="000000"/>
                      </a:solidFill>
                      <a:prstDash val="solid"/>
                    </a:lnR>
                    <a:lnT w="393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9370">
                      <a:solidFill>
                        <a:srgbClr val="000000"/>
                      </a:solidFill>
                      <a:prstDash val="solid"/>
                    </a:lnL>
                    <a:lnR w="139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70">
                      <a:solidFill>
                        <a:srgbClr val="000000"/>
                      </a:solidFill>
                      <a:prstDash val="solid"/>
                    </a:lnL>
                    <a:lnR w="393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90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9370">
                      <a:solidFill>
                        <a:srgbClr val="000000"/>
                      </a:solidFill>
                      <a:prstDash val="solid"/>
                    </a:lnL>
                    <a:lnR w="139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15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70">
                      <a:solidFill>
                        <a:srgbClr val="000000"/>
                      </a:solidFill>
                      <a:prstDash val="solid"/>
                    </a:lnL>
                    <a:lnR w="393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83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9370">
                      <a:solidFill>
                        <a:srgbClr val="000000"/>
                      </a:solidFill>
                      <a:prstDash val="solid"/>
                    </a:lnL>
                    <a:lnR w="139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70">
                      <a:solidFill>
                        <a:srgbClr val="000000"/>
                      </a:solidFill>
                      <a:prstDash val="solid"/>
                    </a:lnL>
                    <a:lnR w="393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…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9370">
                      <a:solidFill>
                        <a:srgbClr val="000000"/>
                      </a:solidFill>
                      <a:prstDash val="solid"/>
                    </a:lnL>
                    <a:lnR w="139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…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70">
                      <a:solidFill>
                        <a:srgbClr val="000000"/>
                      </a:solidFill>
                      <a:prstDash val="solid"/>
                    </a:lnL>
                    <a:lnR w="393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1397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9370">
                      <a:solidFill>
                        <a:srgbClr val="000000"/>
                      </a:solidFill>
                      <a:prstDash val="solid"/>
                    </a:lnL>
                    <a:lnR w="139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2667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965">
                        <a:lnSpc>
                          <a:spcPct val="100000"/>
                        </a:lnSpc>
                      </a:pPr>
                      <a:r>
                        <a:rPr sz="1600" spc="5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3970">
                      <a:solidFill>
                        <a:srgbClr val="000000"/>
                      </a:solidFill>
                      <a:prstDash val="solid"/>
                    </a:lnL>
                    <a:lnR w="39370">
                      <a:solidFill>
                        <a:srgbClr val="000000"/>
                      </a:solidFill>
                      <a:prstDash val="solid"/>
                    </a:lnR>
                    <a:lnT w="13970">
                      <a:solidFill>
                        <a:srgbClr val="000000"/>
                      </a:solidFill>
                      <a:prstDash val="solid"/>
                    </a:lnT>
                    <a:lnB w="2667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179" y="352245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4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0" dirty="0">
                <a:solidFill>
                  <a:schemeClr val="bg1"/>
                </a:solidFill>
                <a:latin typeface="+mn-lt"/>
              </a:rPr>
              <a:t>R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O</a:t>
            </a:r>
            <a:r>
              <a:rPr b="1" dirty="0">
                <a:solidFill>
                  <a:schemeClr val="bg1"/>
                </a:solidFill>
                <a:latin typeface="+mn-lt"/>
              </a:rPr>
              <a:t>C 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381739"/>
            <a:ext cx="6875145" cy="4173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R</a:t>
            </a:r>
            <a:r>
              <a:rPr sz="2400" spc="30" dirty="0">
                <a:latin typeface="Arial"/>
                <a:cs typeface="Arial"/>
              </a:rPr>
              <a:t>O</a:t>
            </a:r>
            <a:r>
              <a:rPr sz="2400" spc="-35" dirty="0">
                <a:latin typeface="Arial"/>
                <a:cs typeface="Arial"/>
              </a:rPr>
              <a:t>C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тр с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й с</a:t>
            </a:r>
            <a:r>
              <a:rPr sz="2400" spc="-35" dirty="0">
                <a:latin typeface="Arial"/>
                <a:cs typeface="Arial"/>
              </a:rPr>
              <a:t>оо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27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1600"/>
              </a:lnSpc>
              <a:spcBef>
                <a:spcPts val="19"/>
              </a:spcBef>
              <a:buFont typeface="Arial"/>
              <a:buChar char="•"/>
            </a:pPr>
            <a:endParaRPr sz="1600"/>
          </a:p>
          <a:p>
            <a:pPr>
              <a:lnSpc>
                <a:spcPts val="2400"/>
              </a:lnSpc>
              <a:buFont typeface="Arial"/>
              <a:buChar char="•"/>
            </a:pPr>
            <a:endParaRPr sz="240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д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</a:t>
            </a:r>
            <a:r>
              <a:rPr sz="2000" spc="-145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  <a:p>
            <a:pPr marL="1155700" marR="274955" lvl="2" indent="-228600">
              <a:lnSpc>
                <a:spcPct val="101899"/>
              </a:lnSpc>
              <a:spcBef>
                <a:spcPts val="355"/>
              </a:spcBef>
              <a:buFont typeface="Arial"/>
              <a:buChar char="–"/>
              <a:tabLst>
                <a:tab pos="1155700" algn="l"/>
              </a:tabLst>
            </a:pPr>
            <a:r>
              <a:rPr sz="1800" spc="-20" dirty="0">
                <a:latin typeface="Arial"/>
                <a:cs typeface="Arial"/>
              </a:rPr>
              <a:t>Д</a:t>
            </a:r>
            <a:r>
              <a:rPr sz="1800" dirty="0">
                <a:latin typeface="Arial"/>
                <a:cs typeface="Arial"/>
              </a:rPr>
              <a:t>ает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ор</a:t>
            </a:r>
            <a:r>
              <a:rPr sz="1800" spc="5" dirty="0">
                <a:latin typeface="Arial"/>
                <a:cs typeface="Arial"/>
              </a:rPr>
              <a:t>ы</a:t>
            </a:r>
            <a:r>
              <a:rPr sz="1800" dirty="0">
                <a:latin typeface="Arial"/>
                <a:cs typeface="Arial"/>
              </a:rPr>
              <a:t>й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spc="-25" dirty="0">
                <a:latin typeface="Arial"/>
                <a:cs typeface="Arial"/>
              </a:rPr>
              <a:t>ъ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spc="5" dirty="0">
                <a:latin typeface="Arial"/>
                <a:cs typeface="Arial"/>
              </a:rPr>
              <a:t>ны</a:t>
            </a:r>
            <a:r>
              <a:rPr sz="1800" dirty="0">
                <a:latin typeface="Arial"/>
                <a:cs typeface="Arial"/>
              </a:rPr>
              <a:t>й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dirty="0">
                <a:latin typeface="Arial"/>
                <a:cs typeface="Arial"/>
              </a:rPr>
              <a:t>ь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dirty="0">
                <a:latin typeface="Arial"/>
                <a:cs typeface="Arial"/>
              </a:rPr>
              <a:t>ес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а 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dirty="0">
                <a:latin typeface="Arial"/>
                <a:cs typeface="Arial"/>
              </a:rPr>
              <a:t>асс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85" dirty="0">
                <a:latin typeface="Arial"/>
                <a:cs typeface="Arial"/>
              </a:rPr>
              <a:t>ф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ора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1155700" algn="l"/>
              </a:tabLst>
            </a:pPr>
            <a:r>
              <a:rPr sz="1800" spc="5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spc="20" dirty="0">
                <a:latin typeface="Arial"/>
                <a:cs typeface="Arial"/>
              </a:rPr>
              <a:t>я</a:t>
            </a:r>
            <a:r>
              <a:rPr sz="1800" dirty="0">
                <a:latin typeface="Arial"/>
                <a:cs typeface="Arial"/>
              </a:rPr>
              <a:t>ет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сра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ь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ны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spc="5" dirty="0">
                <a:latin typeface="Arial"/>
                <a:cs typeface="Arial"/>
              </a:rPr>
              <a:t>ы</a:t>
            </a:r>
            <a:r>
              <a:rPr sz="1800" dirty="0">
                <a:latin typeface="Arial"/>
                <a:cs typeface="Arial"/>
              </a:rPr>
              <a:t>е</a:t>
            </a:r>
            <a:endParaRPr sz="18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114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4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ара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р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P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v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ag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p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/>
              <a:buChar char="–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Сре</a:t>
            </a:r>
            <a:r>
              <a:rPr sz="1800" spc="50" dirty="0">
                <a:latin typeface="Arial"/>
                <a:cs typeface="Arial"/>
              </a:rPr>
              <a:t>д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20" dirty="0">
                <a:latin typeface="Arial"/>
                <a:cs typeface="Arial"/>
              </a:rPr>
              <a:t>я</a:t>
            </a:r>
            <a:r>
              <a:rPr sz="1800" dirty="0">
                <a:latin typeface="Arial"/>
                <a:cs typeface="Arial"/>
              </a:rPr>
              <a:t>я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ос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ь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50" dirty="0">
                <a:latin typeface="Arial"/>
                <a:cs typeface="Arial"/>
              </a:rPr>
              <a:t>дл</a:t>
            </a:r>
            <a:r>
              <a:rPr sz="1800" dirty="0">
                <a:latin typeface="Arial"/>
                <a:cs typeface="Arial"/>
              </a:rPr>
              <a:t>я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сех 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й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ы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77200" y="1460500"/>
            <a:ext cx="76200" cy="1612900"/>
          </a:xfrm>
          <a:custGeom>
            <a:avLst/>
            <a:gdLst/>
            <a:ahLst/>
            <a:cxnLst/>
            <a:rect l="l" t="t" r="r" b="b"/>
            <a:pathLst>
              <a:path w="76200" h="1612900">
                <a:moveTo>
                  <a:pt x="50800" y="63500"/>
                </a:moveTo>
                <a:lnTo>
                  <a:pt x="38100" y="63500"/>
                </a:lnTo>
                <a:lnTo>
                  <a:pt x="38100" y="1612900"/>
                </a:lnTo>
                <a:lnTo>
                  <a:pt x="50800" y="1612900"/>
                </a:lnTo>
                <a:lnTo>
                  <a:pt x="50800" y="63500"/>
                </a:lnTo>
                <a:close/>
              </a:path>
              <a:path w="76200" h="1612900">
                <a:moveTo>
                  <a:pt x="38100" y="0"/>
                </a:moveTo>
                <a:lnTo>
                  <a:pt x="0" y="76200"/>
                </a:lnTo>
                <a:lnTo>
                  <a:pt x="38100" y="76200"/>
                </a:lnTo>
                <a:lnTo>
                  <a:pt x="381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6129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5300" y="3022600"/>
            <a:ext cx="1727200" cy="76200"/>
          </a:xfrm>
          <a:custGeom>
            <a:avLst/>
            <a:gdLst/>
            <a:ahLst/>
            <a:cxnLst/>
            <a:rect l="l" t="t" r="r" b="b"/>
            <a:pathLst>
              <a:path w="1727200" h="76200">
                <a:moveTo>
                  <a:pt x="1651000" y="0"/>
                </a:moveTo>
                <a:lnTo>
                  <a:pt x="1651000" y="76200"/>
                </a:lnTo>
                <a:lnTo>
                  <a:pt x="1701800" y="50800"/>
                </a:lnTo>
                <a:lnTo>
                  <a:pt x="1663700" y="50800"/>
                </a:lnTo>
                <a:lnTo>
                  <a:pt x="1663700" y="38100"/>
                </a:lnTo>
                <a:lnTo>
                  <a:pt x="1727200" y="38100"/>
                </a:lnTo>
                <a:lnTo>
                  <a:pt x="1651000" y="0"/>
                </a:lnTo>
                <a:close/>
              </a:path>
              <a:path w="1727200" h="76200">
                <a:moveTo>
                  <a:pt x="1651000" y="38100"/>
                </a:moveTo>
                <a:lnTo>
                  <a:pt x="0" y="38100"/>
                </a:lnTo>
                <a:lnTo>
                  <a:pt x="0" y="50800"/>
                </a:lnTo>
                <a:lnTo>
                  <a:pt x="1651000" y="50800"/>
                </a:lnTo>
                <a:lnTo>
                  <a:pt x="1651000" y="38100"/>
                </a:lnTo>
                <a:close/>
              </a:path>
              <a:path w="1727200" h="76200">
                <a:moveTo>
                  <a:pt x="1727200" y="38100"/>
                </a:moveTo>
                <a:lnTo>
                  <a:pt x="1663700" y="38100"/>
                </a:lnTo>
                <a:lnTo>
                  <a:pt x="1663700" y="50800"/>
                </a:lnTo>
                <a:lnTo>
                  <a:pt x="1701800" y="50800"/>
                </a:lnTo>
                <a:lnTo>
                  <a:pt x="17272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98324" y="2591787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30">
                <a:moveTo>
                  <a:pt x="46584" y="0"/>
                </a:moveTo>
                <a:lnTo>
                  <a:pt x="8382" y="17643"/>
                </a:lnTo>
                <a:lnTo>
                  <a:pt x="0" y="42881"/>
                </a:lnTo>
                <a:lnTo>
                  <a:pt x="1586" y="61048"/>
                </a:lnTo>
                <a:lnTo>
                  <a:pt x="6751" y="74204"/>
                </a:lnTo>
                <a:lnTo>
                  <a:pt x="15473" y="82759"/>
                </a:lnTo>
                <a:lnTo>
                  <a:pt x="27735" y="87126"/>
                </a:lnTo>
                <a:lnTo>
                  <a:pt x="45420" y="86293"/>
                </a:lnTo>
                <a:lnTo>
                  <a:pt x="82279" y="69033"/>
                </a:lnTo>
                <a:lnTo>
                  <a:pt x="88576" y="49812"/>
                </a:lnTo>
                <a:lnTo>
                  <a:pt x="86335" y="36482"/>
                </a:lnTo>
                <a:lnTo>
                  <a:pt x="80173" y="23994"/>
                </a:lnTo>
                <a:lnTo>
                  <a:pt x="70933" y="13189"/>
                </a:lnTo>
                <a:lnTo>
                  <a:pt x="59456" y="4911"/>
                </a:lnTo>
                <a:lnTo>
                  <a:pt x="465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46211" y="2248887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30">
                <a:moveTo>
                  <a:pt x="46296" y="0"/>
                </a:moveTo>
                <a:lnTo>
                  <a:pt x="12390" y="17643"/>
                </a:lnTo>
                <a:lnTo>
                  <a:pt x="0" y="42881"/>
                </a:lnTo>
                <a:lnTo>
                  <a:pt x="2797" y="60998"/>
                </a:lnTo>
                <a:lnTo>
                  <a:pt x="10462" y="74135"/>
                </a:lnTo>
                <a:lnTo>
                  <a:pt x="20721" y="82699"/>
                </a:lnTo>
                <a:lnTo>
                  <a:pt x="31302" y="87095"/>
                </a:lnTo>
                <a:lnTo>
                  <a:pt x="47993" y="86178"/>
                </a:lnTo>
                <a:lnTo>
                  <a:pt x="83336" y="67249"/>
                </a:lnTo>
                <a:lnTo>
                  <a:pt x="88288" y="49812"/>
                </a:lnTo>
                <a:lnTo>
                  <a:pt x="86047" y="36482"/>
                </a:lnTo>
                <a:lnTo>
                  <a:pt x="79885" y="23994"/>
                </a:lnTo>
                <a:lnTo>
                  <a:pt x="70645" y="13189"/>
                </a:lnTo>
                <a:lnTo>
                  <a:pt x="59168" y="4911"/>
                </a:lnTo>
                <a:lnTo>
                  <a:pt x="462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068124" y="1918687"/>
            <a:ext cx="88900" cy="100330"/>
          </a:xfrm>
          <a:custGeom>
            <a:avLst/>
            <a:gdLst/>
            <a:ahLst/>
            <a:cxnLst/>
            <a:rect l="l" t="t" r="r" b="b"/>
            <a:pathLst>
              <a:path w="88900" h="100330">
                <a:moveTo>
                  <a:pt x="46584" y="0"/>
                </a:moveTo>
                <a:lnTo>
                  <a:pt x="8382" y="17643"/>
                </a:lnTo>
                <a:lnTo>
                  <a:pt x="0" y="42881"/>
                </a:lnTo>
                <a:lnTo>
                  <a:pt x="1130" y="59833"/>
                </a:lnTo>
                <a:lnTo>
                  <a:pt x="4869" y="74709"/>
                </a:lnTo>
                <a:lnTo>
                  <a:pt x="11205" y="86830"/>
                </a:lnTo>
                <a:lnTo>
                  <a:pt x="20126" y="95514"/>
                </a:lnTo>
                <a:lnTo>
                  <a:pt x="31621" y="100081"/>
                </a:lnTo>
                <a:lnTo>
                  <a:pt x="46707" y="98328"/>
                </a:lnTo>
                <a:lnTo>
                  <a:pt x="80638" y="74529"/>
                </a:lnTo>
                <a:lnTo>
                  <a:pt x="88576" y="49812"/>
                </a:lnTo>
                <a:lnTo>
                  <a:pt x="86335" y="36482"/>
                </a:lnTo>
                <a:lnTo>
                  <a:pt x="80173" y="23994"/>
                </a:lnTo>
                <a:lnTo>
                  <a:pt x="70933" y="13189"/>
                </a:lnTo>
                <a:lnTo>
                  <a:pt x="59456" y="4911"/>
                </a:lnTo>
                <a:lnTo>
                  <a:pt x="465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14124" y="1702787"/>
            <a:ext cx="88900" cy="100330"/>
          </a:xfrm>
          <a:custGeom>
            <a:avLst/>
            <a:gdLst/>
            <a:ahLst/>
            <a:cxnLst/>
            <a:rect l="l" t="t" r="r" b="b"/>
            <a:pathLst>
              <a:path w="88900" h="100330">
                <a:moveTo>
                  <a:pt x="46584" y="0"/>
                </a:moveTo>
                <a:lnTo>
                  <a:pt x="8382" y="17643"/>
                </a:lnTo>
                <a:lnTo>
                  <a:pt x="0" y="42881"/>
                </a:lnTo>
                <a:lnTo>
                  <a:pt x="1130" y="59833"/>
                </a:lnTo>
                <a:lnTo>
                  <a:pt x="4869" y="74709"/>
                </a:lnTo>
                <a:lnTo>
                  <a:pt x="11205" y="86830"/>
                </a:lnTo>
                <a:lnTo>
                  <a:pt x="20126" y="95514"/>
                </a:lnTo>
                <a:lnTo>
                  <a:pt x="31621" y="100081"/>
                </a:lnTo>
                <a:lnTo>
                  <a:pt x="46707" y="98328"/>
                </a:lnTo>
                <a:lnTo>
                  <a:pt x="80638" y="74529"/>
                </a:lnTo>
                <a:lnTo>
                  <a:pt x="88576" y="49812"/>
                </a:lnTo>
                <a:lnTo>
                  <a:pt x="86335" y="36482"/>
                </a:lnTo>
                <a:lnTo>
                  <a:pt x="80173" y="23994"/>
                </a:lnTo>
                <a:lnTo>
                  <a:pt x="70933" y="13189"/>
                </a:lnTo>
                <a:lnTo>
                  <a:pt x="59456" y="4911"/>
                </a:lnTo>
                <a:lnTo>
                  <a:pt x="465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47424" y="1588487"/>
            <a:ext cx="88900" cy="100330"/>
          </a:xfrm>
          <a:custGeom>
            <a:avLst/>
            <a:gdLst/>
            <a:ahLst/>
            <a:cxnLst/>
            <a:rect l="l" t="t" r="r" b="b"/>
            <a:pathLst>
              <a:path w="88900" h="100330">
                <a:moveTo>
                  <a:pt x="46584" y="0"/>
                </a:moveTo>
                <a:lnTo>
                  <a:pt x="8382" y="17643"/>
                </a:lnTo>
                <a:lnTo>
                  <a:pt x="0" y="42881"/>
                </a:lnTo>
                <a:lnTo>
                  <a:pt x="1130" y="59833"/>
                </a:lnTo>
                <a:lnTo>
                  <a:pt x="4869" y="74709"/>
                </a:lnTo>
                <a:lnTo>
                  <a:pt x="11205" y="86830"/>
                </a:lnTo>
                <a:lnTo>
                  <a:pt x="20126" y="95514"/>
                </a:lnTo>
                <a:lnTo>
                  <a:pt x="31621" y="100081"/>
                </a:lnTo>
                <a:lnTo>
                  <a:pt x="46707" y="98328"/>
                </a:lnTo>
                <a:lnTo>
                  <a:pt x="80638" y="74529"/>
                </a:lnTo>
                <a:lnTo>
                  <a:pt x="88576" y="49812"/>
                </a:lnTo>
                <a:lnTo>
                  <a:pt x="86335" y="36482"/>
                </a:lnTo>
                <a:lnTo>
                  <a:pt x="80173" y="23994"/>
                </a:lnTo>
                <a:lnTo>
                  <a:pt x="70933" y="13189"/>
                </a:lnTo>
                <a:lnTo>
                  <a:pt x="59456" y="4911"/>
                </a:lnTo>
                <a:lnTo>
                  <a:pt x="465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80400" y="1524000"/>
            <a:ext cx="101600" cy="88265"/>
          </a:xfrm>
          <a:custGeom>
            <a:avLst/>
            <a:gdLst/>
            <a:ahLst/>
            <a:cxnLst/>
            <a:rect l="l" t="t" r="r" b="b"/>
            <a:pathLst>
              <a:path w="101600" h="88265">
                <a:moveTo>
                  <a:pt x="50800" y="0"/>
                </a:moveTo>
                <a:lnTo>
                  <a:pt x="10566" y="13715"/>
                </a:lnTo>
                <a:lnTo>
                  <a:pt x="0" y="38100"/>
                </a:lnTo>
                <a:lnTo>
                  <a:pt x="2240" y="51430"/>
                </a:lnTo>
                <a:lnTo>
                  <a:pt x="8402" y="63918"/>
                </a:lnTo>
                <a:lnTo>
                  <a:pt x="17642" y="74722"/>
                </a:lnTo>
                <a:lnTo>
                  <a:pt x="29119" y="83001"/>
                </a:lnTo>
                <a:lnTo>
                  <a:pt x="41991" y="87912"/>
                </a:lnTo>
                <a:lnTo>
                  <a:pt x="57744" y="86450"/>
                </a:lnTo>
                <a:lnTo>
                  <a:pt x="92659" y="64080"/>
                </a:lnTo>
                <a:lnTo>
                  <a:pt x="101600" y="38100"/>
                </a:lnTo>
                <a:lnTo>
                  <a:pt x="98755" y="24383"/>
                </a:lnTo>
                <a:lnTo>
                  <a:pt x="91033" y="13715"/>
                </a:lnTo>
                <a:lnTo>
                  <a:pt x="79654" y="6096"/>
                </a:lnTo>
                <a:lnTo>
                  <a:pt x="65836" y="1524"/>
                </a:lnTo>
                <a:lnTo>
                  <a:pt x="50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28000" y="1536700"/>
            <a:ext cx="1447800" cy="1536700"/>
          </a:xfrm>
          <a:custGeom>
            <a:avLst/>
            <a:gdLst/>
            <a:ahLst/>
            <a:cxnLst/>
            <a:rect l="l" t="t" r="r" b="b"/>
            <a:pathLst>
              <a:path w="1447800" h="1536700">
                <a:moveTo>
                  <a:pt x="12700" y="0"/>
                </a:moveTo>
                <a:lnTo>
                  <a:pt x="0" y="12700"/>
                </a:lnTo>
                <a:lnTo>
                  <a:pt x="1435100" y="1536700"/>
                </a:lnTo>
                <a:lnTo>
                  <a:pt x="1447800" y="152400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324" y="3010887"/>
            <a:ext cx="88900" cy="87630"/>
          </a:xfrm>
          <a:custGeom>
            <a:avLst/>
            <a:gdLst/>
            <a:ahLst/>
            <a:cxnLst/>
            <a:rect l="l" t="t" r="r" b="b"/>
            <a:pathLst>
              <a:path w="88900" h="87630">
                <a:moveTo>
                  <a:pt x="46584" y="0"/>
                </a:moveTo>
                <a:lnTo>
                  <a:pt x="8382" y="17643"/>
                </a:lnTo>
                <a:lnTo>
                  <a:pt x="0" y="42881"/>
                </a:lnTo>
                <a:lnTo>
                  <a:pt x="1586" y="61048"/>
                </a:lnTo>
                <a:lnTo>
                  <a:pt x="6751" y="74204"/>
                </a:lnTo>
                <a:lnTo>
                  <a:pt x="15473" y="82759"/>
                </a:lnTo>
                <a:lnTo>
                  <a:pt x="27735" y="87126"/>
                </a:lnTo>
                <a:lnTo>
                  <a:pt x="45420" y="86293"/>
                </a:lnTo>
                <a:lnTo>
                  <a:pt x="82279" y="69033"/>
                </a:lnTo>
                <a:lnTo>
                  <a:pt x="88576" y="49812"/>
                </a:lnTo>
                <a:lnTo>
                  <a:pt x="86335" y="36482"/>
                </a:lnTo>
                <a:lnTo>
                  <a:pt x="80173" y="23994"/>
                </a:lnTo>
                <a:lnTo>
                  <a:pt x="70933" y="13189"/>
                </a:lnTo>
                <a:lnTo>
                  <a:pt x="59456" y="4911"/>
                </a:lnTo>
                <a:lnTo>
                  <a:pt x="465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40700" y="1536700"/>
            <a:ext cx="1435100" cy="1524000"/>
          </a:xfrm>
          <a:custGeom>
            <a:avLst/>
            <a:gdLst/>
            <a:ahLst/>
            <a:cxnLst/>
            <a:rect l="l" t="t" r="r" b="b"/>
            <a:pathLst>
              <a:path w="1435100" h="1524000">
                <a:moveTo>
                  <a:pt x="800100" y="292100"/>
                </a:moveTo>
                <a:lnTo>
                  <a:pt x="914400" y="406400"/>
                </a:lnTo>
                <a:lnTo>
                  <a:pt x="1016000" y="533400"/>
                </a:lnTo>
                <a:lnTo>
                  <a:pt x="1054100" y="596900"/>
                </a:lnTo>
                <a:lnTo>
                  <a:pt x="1092200" y="673100"/>
                </a:lnTo>
                <a:lnTo>
                  <a:pt x="1117600" y="749300"/>
                </a:lnTo>
                <a:lnTo>
                  <a:pt x="1155700" y="812800"/>
                </a:lnTo>
                <a:lnTo>
                  <a:pt x="1181100" y="889000"/>
                </a:lnTo>
                <a:lnTo>
                  <a:pt x="1257300" y="1016000"/>
                </a:lnTo>
                <a:lnTo>
                  <a:pt x="1282700" y="1104900"/>
                </a:lnTo>
                <a:lnTo>
                  <a:pt x="1320800" y="1193800"/>
                </a:lnTo>
                <a:lnTo>
                  <a:pt x="1358900" y="1295400"/>
                </a:lnTo>
                <a:lnTo>
                  <a:pt x="1384300" y="1409700"/>
                </a:lnTo>
                <a:lnTo>
                  <a:pt x="1422400" y="1524000"/>
                </a:lnTo>
                <a:lnTo>
                  <a:pt x="1435100" y="1524000"/>
                </a:lnTo>
                <a:lnTo>
                  <a:pt x="1397000" y="1409700"/>
                </a:lnTo>
                <a:lnTo>
                  <a:pt x="1371600" y="1295400"/>
                </a:lnTo>
                <a:lnTo>
                  <a:pt x="1295400" y="1092200"/>
                </a:lnTo>
                <a:lnTo>
                  <a:pt x="1270000" y="1016000"/>
                </a:lnTo>
                <a:lnTo>
                  <a:pt x="1231900" y="939800"/>
                </a:lnTo>
                <a:lnTo>
                  <a:pt x="1193800" y="876300"/>
                </a:lnTo>
                <a:lnTo>
                  <a:pt x="1168400" y="812800"/>
                </a:lnTo>
                <a:lnTo>
                  <a:pt x="1130300" y="736600"/>
                </a:lnTo>
                <a:lnTo>
                  <a:pt x="1104900" y="673100"/>
                </a:lnTo>
                <a:lnTo>
                  <a:pt x="1066800" y="596900"/>
                </a:lnTo>
                <a:lnTo>
                  <a:pt x="1028700" y="533400"/>
                </a:lnTo>
                <a:lnTo>
                  <a:pt x="977900" y="457200"/>
                </a:lnTo>
                <a:lnTo>
                  <a:pt x="927100" y="393700"/>
                </a:lnTo>
                <a:lnTo>
                  <a:pt x="800100" y="292100"/>
                </a:lnTo>
                <a:close/>
              </a:path>
              <a:path w="1435100" h="1524000">
                <a:moveTo>
                  <a:pt x="88900" y="12700"/>
                </a:moveTo>
                <a:lnTo>
                  <a:pt x="25400" y="12700"/>
                </a:lnTo>
                <a:lnTo>
                  <a:pt x="50800" y="25400"/>
                </a:lnTo>
                <a:lnTo>
                  <a:pt x="88900" y="25400"/>
                </a:lnTo>
                <a:lnTo>
                  <a:pt x="139700" y="38100"/>
                </a:lnTo>
                <a:lnTo>
                  <a:pt x="228600" y="50800"/>
                </a:lnTo>
                <a:lnTo>
                  <a:pt x="266700" y="50800"/>
                </a:lnTo>
                <a:lnTo>
                  <a:pt x="304800" y="63500"/>
                </a:lnTo>
                <a:lnTo>
                  <a:pt x="444500" y="101600"/>
                </a:lnTo>
                <a:lnTo>
                  <a:pt x="571500" y="152400"/>
                </a:lnTo>
                <a:lnTo>
                  <a:pt x="635000" y="190500"/>
                </a:lnTo>
                <a:lnTo>
                  <a:pt x="685800" y="215900"/>
                </a:lnTo>
                <a:lnTo>
                  <a:pt x="749300" y="254000"/>
                </a:lnTo>
                <a:lnTo>
                  <a:pt x="800100" y="292100"/>
                </a:lnTo>
                <a:lnTo>
                  <a:pt x="749300" y="241300"/>
                </a:lnTo>
                <a:lnTo>
                  <a:pt x="698500" y="203200"/>
                </a:lnTo>
                <a:lnTo>
                  <a:pt x="635000" y="177800"/>
                </a:lnTo>
                <a:lnTo>
                  <a:pt x="584200" y="139700"/>
                </a:lnTo>
                <a:lnTo>
                  <a:pt x="457200" y="88900"/>
                </a:lnTo>
                <a:lnTo>
                  <a:pt x="317500" y="50800"/>
                </a:lnTo>
                <a:lnTo>
                  <a:pt x="266700" y="38100"/>
                </a:lnTo>
                <a:lnTo>
                  <a:pt x="228600" y="38100"/>
                </a:lnTo>
                <a:lnTo>
                  <a:pt x="139700" y="25400"/>
                </a:lnTo>
                <a:lnTo>
                  <a:pt x="88900" y="12700"/>
                </a:lnTo>
                <a:close/>
              </a:path>
              <a:path w="1435100" h="1524000">
                <a:moveTo>
                  <a:pt x="25400" y="0"/>
                </a:moveTo>
                <a:lnTo>
                  <a:pt x="0" y="0"/>
                </a:lnTo>
                <a:lnTo>
                  <a:pt x="0" y="12700"/>
                </a:lnTo>
                <a:lnTo>
                  <a:pt x="50800" y="12700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8387" y="386249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р</a:t>
            </a:r>
          </a:p>
        </p:txBody>
      </p:sp>
      <p:sp>
        <p:nvSpPr>
          <p:cNvPr id="3" name="object 3"/>
          <p:cNvSpPr/>
          <p:nvPr/>
        </p:nvSpPr>
        <p:spPr>
          <a:xfrm>
            <a:off x="1066800" y="1295400"/>
            <a:ext cx="5702300" cy="4406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23100" y="3098800"/>
            <a:ext cx="2312670" cy="122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000"/>
              </a:lnSpc>
            </a:pPr>
            <a:r>
              <a:rPr sz="2000" spc="3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M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s.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.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dirty="0">
                <a:latin typeface="Arial"/>
                <a:cs typeface="Arial"/>
              </a:rPr>
              <a:t>. </a:t>
            </a:r>
            <a:r>
              <a:rPr sz="2000" spc="-25" dirty="0">
                <a:latin typeface="Arial"/>
                <a:cs typeface="Arial"/>
              </a:rPr>
              <a:t>F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ce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de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n </a:t>
            </a:r>
            <a:r>
              <a:rPr sz="2000" spc="55" dirty="0">
                <a:latin typeface="Arial"/>
                <a:cs typeface="Arial"/>
              </a:rPr>
              <a:t>w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spc="-114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be</a:t>
            </a:r>
            <a:r>
              <a:rPr sz="2000" spc="-45" dirty="0">
                <a:latin typeface="Arial"/>
                <a:cs typeface="Arial"/>
              </a:rPr>
              <a:t>ll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d </a:t>
            </a:r>
            <a:r>
              <a:rPr sz="2000" spc="55" dirty="0">
                <a:latin typeface="Arial"/>
                <a:cs typeface="Arial"/>
              </a:rPr>
              <a:t>w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s.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E</a:t>
            </a:r>
            <a:r>
              <a:rPr sz="2000" spc="-45" dirty="0">
                <a:latin typeface="Arial"/>
                <a:cs typeface="Arial"/>
              </a:rPr>
              <a:t>CC</a:t>
            </a:r>
            <a:r>
              <a:rPr sz="2000" spc="-35" dirty="0">
                <a:latin typeface="Arial"/>
                <a:cs typeface="Arial"/>
              </a:rPr>
              <a:t>V</a:t>
            </a:r>
            <a:r>
              <a:rPr sz="2000" spc="-15" dirty="0">
                <a:latin typeface="Arial"/>
                <a:cs typeface="Arial"/>
              </a:rPr>
              <a:t>201</a:t>
            </a: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100" y="6029939"/>
            <a:ext cx="7830820" cy="74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699"/>
              </a:lnSpc>
              <a:tabLst>
                <a:tab pos="67691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R</a:t>
            </a:r>
            <a:r>
              <a:rPr sz="2400" spc="30" dirty="0">
                <a:latin typeface="Arial"/>
                <a:cs typeface="Arial"/>
              </a:rPr>
              <a:t>O</a:t>
            </a:r>
            <a:r>
              <a:rPr sz="2400" spc="-35" dirty="0">
                <a:latin typeface="Arial"/>
                <a:cs typeface="Arial"/>
              </a:rPr>
              <a:t>C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1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тр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1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	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127316" y="228155"/>
            <a:ext cx="10566083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1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-70" dirty="0">
                <a:solidFill>
                  <a:schemeClr val="bg1"/>
                </a:solidFill>
                <a:latin typeface="+mn-lt"/>
              </a:rPr>
              <a:t>г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27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55" dirty="0">
                <a:solidFill>
                  <a:schemeClr val="bg1"/>
                </a:solidFill>
                <a:latin typeface="+mn-lt"/>
              </a:rPr>
              <a:t>ж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й</a:t>
            </a:r>
          </a:p>
        </p:txBody>
      </p:sp>
      <p:grpSp>
        <p:nvGrpSpPr>
          <p:cNvPr id="14" name="Группа 13"/>
          <p:cNvGrpSpPr/>
          <p:nvPr/>
        </p:nvGrpSpPr>
        <p:grpSpPr>
          <a:xfrm>
            <a:off x="1079500" y="2108199"/>
            <a:ext cx="8156575" cy="4279900"/>
            <a:chOff x="1295400" y="1651000"/>
            <a:chExt cx="8156575" cy="4279900"/>
          </a:xfrm>
        </p:grpSpPr>
        <p:sp>
          <p:nvSpPr>
            <p:cNvPr id="2" name="object 2"/>
            <p:cNvSpPr/>
            <p:nvPr/>
          </p:nvSpPr>
          <p:spPr>
            <a:xfrm>
              <a:off x="5562600" y="4381500"/>
              <a:ext cx="3073400" cy="1041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62600" y="2247900"/>
              <a:ext cx="3073400" cy="134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95400" y="2108200"/>
              <a:ext cx="2603500" cy="1752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95400" y="4203700"/>
              <a:ext cx="2603500" cy="17272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94300" y="180340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ln w="52069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917700" y="1651000"/>
              <a:ext cx="1219835" cy="285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5" dirty="0">
                  <a:latin typeface="Arial"/>
                  <a:cs typeface="Arial"/>
                </a:rPr>
                <a:t>Э</a:t>
              </a:r>
              <a:r>
                <a:rPr sz="1800" spc="-25" dirty="0">
                  <a:latin typeface="Arial"/>
                  <a:cs typeface="Arial"/>
                </a:rPr>
                <a:t>т</a:t>
              </a:r>
              <a:r>
                <a:rPr sz="1800" dirty="0">
                  <a:latin typeface="Arial"/>
                  <a:cs typeface="Arial"/>
                </a:rPr>
                <a:t>о </a:t>
              </a:r>
              <a:r>
                <a:rPr sz="1800" spc="40" dirty="0">
                  <a:latin typeface="Arial"/>
                  <a:cs typeface="Arial"/>
                </a:rPr>
                <a:t>г</a:t>
              </a:r>
              <a:r>
                <a:rPr sz="1800" dirty="0">
                  <a:latin typeface="Arial"/>
                  <a:cs typeface="Arial"/>
                </a:rPr>
                <a:t>оро</a:t>
              </a:r>
              <a:r>
                <a:rPr sz="1800" spc="50" dirty="0">
                  <a:latin typeface="Arial"/>
                  <a:cs typeface="Arial"/>
                </a:rPr>
                <a:t>д</a:t>
              </a:r>
              <a:r>
                <a:rPr sz="1800" dirty="0">
                  <a:latin typeface="Arial"/>
                  <a:cs typeface="Arial"/>
                </a:rPr>
                <a:t>?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565900" y="1701800"/>
              <a:ext cx="1448435" cy="285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5" dirty="0">
                  <a:latin typeface="Arial"/>
                  <a:cs typeface="Arial"/>
                </a:rPr>
                <a:t>Э</a:t>
              </a:r>
              <a:r>
                <a:rPr sz="1800" spc="-25" dirty="0">
                  <a:latin typeface="Arial"/>
                  <a:cs typeface="Arial"/>
                </a:rPr>
                <a:t>т</a:t>
              </a:r>
              <a:r>
                <a:rPr sz="1800" dirty="0">
                  <a:latin typeface="Arial"/>
                  <a:cs typeface="Arial"/>
                </a:rPr>
                <a:t>о а</a:t>
              </a:r>
              <a:r>
                <a:rPr sz="1800" spc="40" dirty="0">
                  <a:latin typeface="Arial"/>
                  <a:cs typeface="Arial"/>
                </a:rPr>
                <a:t>в</a:t>
              </a:r>
              <a:r>
                <a:rPr sz="1800" spc="-25" dirty="0">
                  <a:latin typeface="Arial"/>
                  <a:cs typeface="Arial"/>
                </a:rPr>
                <a:t>т</a:t>
              </a:r>
              <a:r>
                <a:rPr sz="1800" dirty="0">
                  <a:latin typeface="Arial"/>
                  <a:cs typeface="Arial"/>
                </a:rPr>
                <a:t>о</a:t>
              </a:r>
              <a:r>
                <a:rPr sz="1800" spc="-35" dirty="0">
                  <a:latin typeface="Arial"/>
                  <a:cs typeface="Arial"/>
                </a:rPr>
                <a:t>б</a:t>
              </a:r>
              <a:r>
                <a:rPr sz="1800" dirty="0">
                  <a:latin typeface="Arial"/>
                  <a:cs typeface="Arial"/>
                </a:rPr>
                <a:t>ус?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318000" y="2933700"/>
              <a:ext cx="305435" cy="285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-20" dirty="0">
                  <a:latin typeface="Arial"/>
                  <a:cs typeface="Arial"/>
                </a:rPr>
                <a:t>Д</a:t>
              </a:r>
              <a:r>
                <a:rPr sz="1800" dirty="0">
                  <a:latin typeface="Arial"/>
                  <a:cs typeface="Arial"/>
                </a:rPr>
                <a:t>а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267200" y="4724400"/>
              <a:ext cx="5131435" cy="4883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6350" algn="r">
                <a:lnSpc>
                  <a:spcPts val="1880"/>
                </a:lnSpc>
              </a:pPr>
              <a:r>
                <a:rPr sz="1800" spc="-20" dirty="0">
                  <a:latin typeface="Arial"/>
                  <a:cs typeface="Arial"/>
                </a:rPr>
                <a:t>Д</a:t>
              </a:r>
              <a:r>
                <a:rPr sz="1800" dirty="0">
                  <a:latin typeface="Arial"/>
                  <a:cs typeface="Arial"/>
                </a:rPr>
                <a:t>а</a:t>
              </a:r>
              <a:endParaRPr sz="1800">
                <a:latin typeface="Arial"/>
                <a:cs typeface="Arial"/>
              </a:endParaRPr>
            </a:p>
            <a:p>
              <a:pPr marL="12700">
                <a:lnSpc>
                  <a:spcPts val="1880"/>
                </a:lnSpc>
              </a:pPr>
              <a:r>
                <a:rPr sz="1800" dirty="0">
                  <a:latin typeface="Arial"/>
                  <a:cs typeface="Arial"/>
                </a:rPr>
                <a:t>Н</a:t>
              </a:r>
              <a:r>
                <a:rPr sz="1800" spc="-105" dirty="0">
                  <a:latin typeface="Arial"/>
                  <a:cs typeface="Arial"/>
                </a:rPr>
                <a:t>е</a:t>
              </a:r>
              <a:r>
                <a:rPr sz="1800" dirty="0">
                  <a:latin typeface="Arial"/>
                  <a:cs typeface="Arial"/>
                </a:rPr>
                <a:t>т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9042400" y="2781300"/>
              <a:ext cx="409575" cy="285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dirty="0">
                  <a:latin typeface="Arial"/>
                  <a:cs typeface="Arial"/>
                </a:rPr>
                <a:t>Н</a:t>
              </a:r>
              <a:r>
                <a:rPr sz="1800" spc="-105" dirty="0">
                  <a:latin typeface="Arial"/>
                  <a:cs typeface="Arial"/>
                </a:rPr>
                <a:t>е</a:t>
              </a:r>
              <a:r>
                <a:rPr sz="1800" dirty="0">
                  <a:latin typeface="Arial"/>
                  <a:cs typeface="Arial"/>
                </a:rPr>
                <a:t>т</a:t>
              </a:r>
              <a:endParaRPr sz="1800">
                <a:latin typeface="Arial"/>
                <a:cs typeface="Arial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8800" y="1195813"/>
            <a:ext cx="1013460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300" marR="6350" indent="-609600" algn="ctr">
              <a:lnSpc>
                <a:spcPts val="2100"/>
              </a:lnSpc>
            </a:pPr>
            <a:r>
              <a:rPr sz="2000" spc="10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5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-40" dirty="0">
                <a:solidFill>
                  <a:srgbClr val="0000CC"/>
                </a:solidFill>
                <a:latin typeface="Arial"/>
                <a:cs typeface="Arial"/>
              </a:rPr>
              <a:t>ч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-10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spc="40" dirty="0">
                <a:solidFill>
                  <a:srgbClr val="0000CC"/>
                </a:solidFill>
                <a:latin typeface="Arial"/>
                <a:cs typeface="Arial"/>
              </a:rPr>
              <a:t>г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ор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-35" dirty="0">
                <a:solidFill>
                  <a:srgbClr val="0000CC"/>
                </a:solidFill>
                <a:latin typeface="Arial"/>
                <a:cs typeface="Arial"/>
              </a:rPr>
              <a:t>ц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 и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spc="-35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ра</a:t>
            </a:r>
            <a:r>
              <a:rPr sz="2000" spc="-5" dirty="0">
                <a:solidFill>
                  <a:srgbClr val="0000CC"/>
                </a:solidFill>
                <a:latin typeface="Arial"/>
                <a:cs typeface="Arial"/>
              </a:rPr>
              <a:t>ж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spc="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ий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: о</a:t>
            </a:r>
            <a:r>
              <a:rPr sz="2000" spc="20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ре</a:t>
            </a:r>
            <a:r>
              <a:rPr sz="2000" spc="5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000" spc="-10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spc="50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spc="60" dirty="0">
                <a:solidFill>
                  <a:srgbClr val="0000CC"/>
                </a:solidFill>
                <a:latin typeface="Arial"/>
                <a:cs typeface="Arial"/>
              </a:rPr>
              <a:t>ь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,</a:t>
            </a:r>
            <a:r>
              <a:rPr sz="2000" spc="-10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ес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ь</a:t>
            </a:r>
            <a:r>
              <a:rPr sz="2000" spc="-4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 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spc="-35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ра</a:t>
            </a:r>
            <a:r>
              <a:rPr sz="2000" spc="-5" dirty="0">
                <a:solidFill>
                  <a:srgbClr val="0000CC"/>
                </a:solidFill>
                <a:latin typeface="Arial"/>
                <a:cs typeface="Arial"/>
              </a:rPr>
              <a:t>ж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spc="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spc="-130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ъ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spc="1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spc="17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(с</a:t>
            </a:r>
            <a:r>
              <a:rPr sz="2000" spc="-35" dirty="0">
                <a:solidFill>
                  <a:srgbClr val="0000CC"/>
                </a:solidFill>
                <a:latin typeface="Arial"/>
                <a:cs typeface="Arial"/>
              </a:rPr>
              <a:t>ц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spc="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а) 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5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5" dirty="0">
                <a:solidFill>
                  <a:srgbClr val="0000CC"/>
                </a:solidFill>
                <a:latin typeface="Arial"/>
                <a:cs typeface="Arial"/>
              </a:rPr>
              <a:t>нн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ой</a:t>
            </a:r>
            <a:r>
              <a:rPr sz="2000" spc="-10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spc="-25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spc="40" dirty="0">
                <a:solidFill>
                  <a:srgbClr val="0000CC"/>
                </a:solidFill>
                <a:latin typeface="Arial"/>
                <a:cs typeface="Arial"/>
              </a:rPr>
              <a:t>г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ор</a:t>
            </a:r>
            <a:r>
              <a:rPr sz="2000" spc="-1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84300" y="1686539"/>
            <a:ext cx="8686800" cy="111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0699"/>
              </a:lnSpc>
            </a:pP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 err="1">
                <a:latin typeface="Arial"/>
                <a:cs typeface="Arial"/>
              </a:rPr>
              <a:t>с</a:t>
            </a:r>
            <a:r>
              <a:rPr sz="2400" spc="-35" dirty="0" err="1">
                <a:latin typeface="Arial"/>
                <a:cs typeface="Arial"/>
              </a:rPr>
              <a:t>о</a:t>
            </a:r>
            <a:r>
              <a:rPr sz="2400" spc="20" dirty="0" err="1">
                <a:latin typeface="Arial"/>
                <a:cs typeface="Arial"/>
              </a:rPr>
              <a:t>б</a:t>
            </a:r>
            <a:r>
              <a:rPr sz="2400" spc="-45" dirty="0" err="1">
                <a:latin typeface="Arial"/>
                <a:cs typeface="Arial"/>
              </a:rPr>
              <a:t>и</a:t>
            </a:r>
            <a:r>
              <a:rPr sz="2400" spc="60" dirty="0" err="1">
                <a:latin typeface="Arial"/>
                <a:cs typeface="Arial"/>
              </a:rPr>
              <a:t>р</a:t>
            </a:r>
            <a:r>
              <a:rPr sz="2400" spc="-35" dirty="0" err="1">
                <a:latin typeface="Arial"/>
                <a:cs typeface="Arial"/>
              </a:rPr>
              <a:t>а</a:t>
            </a:r>
            <a:r>
              <a:rPr sz="2400" dirty="0" err="1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lang="ru-RU" sz="2400" spc="45" dirty="0" smtClean="0">
                <a:latin typeface="Arial"/>
                <a:cs typeface="Arial"/>
              </a:rPr>
              <a:t>множество </a:t>
            </a:r>
            <a:r>
              <a:rPr sz="2400" dirty="0" err="1" smtClean="0">
                <a:latin typeface="Arial"/>
                <a:cs typeface="Arial"/>
              </a:rPr>
              <a:t>п</a:t>
            </a:r>
            <a:r>
              <a:rPr sz="2400" spc="60" dirty="0" err="1" smtClean="0">
                <a:latin typeface="Arial"/>
                <a:cs typeface="Arial"/>
              </a:rPr>
              <a:t>р</a:t>
            </a:r>
            <a:r>
              <a:rPr sz="2400" spc="-45" dirty="0" err="1" smtClean="0">
                <a:latin typeface="Arial"/>
                <a:cs typeface="Arial"/>
              </a:rPr>
              <a:t>и</a:t>
            </a:r>
            <a:r>
              <a:rPr sz="2400" dirty="0" err="1" smtClean="0">
                <a:latin typeface="Arial"/>
                <a:cs typeface="Arial"/>
              </a:rPr>
              <a:t>з</a:t>
            </a:r>
            <a:r>
              <a:rPr sz="2400" spc="-25" dirty="0" err="1" smtClean="0">
                <a:latin typeface="Arial"/>
                <a:cs typeface="Arial"/>
              </a:rPr>
              <a:t>н</a:t>
            </a:r>
            <a:r>
              <a:rPr sz="2400" spc="-35" dirty="0" err="1" smtClean="0">
                <a:latin typeface="Arial"/>
                <a:cs typeface="Arial"/>
              </a:rPr>
              <a:t>а</a:t>
            </a:r>
            <a:r>
              <a:rPr sz="2400" spc="45" dirty="0" err="1" smtClean="0">
                <a:latin typeface="Arial"/>
                <a:cs typeface="Arial"/>
              </a:rPr>
              <a:t>к</a:t>
            </a:r>
            <a:r>
              <a:rPr sz="2400" spc="-35" dirty="0" err="1" smtClean="0">
                <a:latin typeface="Arial"/>
                <a:cs typeface="Arial"/>
              </a:rPr>
              <a:t>о</a:t>
            </a:r>
            <a:r>
              <a:rPr sz="2400" dirty="0" err="1" smtClean="0">
                <a:latin typeface="Arial"/>
                <a:cs typeface="Arial"/>
              </a:rPr>
              <a:t>в</a:t>
            </a:r>
            <a:r>
              <a:rPr sz="2400" spc="55" dirty="0" smtClean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у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ю,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5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-п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</a:p>
        </p:txBody>
      </p:sp>
      <p:sp>
        <p:nvSpPr>
          <p:cNvPr id="4" name="object 4"/>
          <p:cNvSpPr/>
          <p:nvPr/>
        </p:nvSpPr>
        <p:spPr>
          <a:xfrm>
            <a:off x="1168400" y="3606800"/>
            <a:ext cx="1447800" cy="110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14700" y="370840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1600200" y="0"/>
                </a:moveTo>
                <a:lnTo>
                  <a:pt x="137403" y="733"/>
                </a:lnTo>
                <a:lnTo>
                  <a:pt x="94660" y="11537"/>
                </a:lnTo>
                <a:lnTo>
                  <a:pt x="58350" y="33286"/>
                </a:lnTo>
                <a:lnTo>
                  <a:pt x="29737" y="63454"/>
                </a:lnTo>
                <a:lnTo>
                  <a:pt x="10084" y="99516"/>
                </a:lnTo>
                <a:lnTo>
                  <a:pt x="653" y="138945"/>
                </a:lnTo>
                <a:lnTo>
                  <a:pt x="0" y="152400"/>
                </a:lnTo>
                <a:lnTo>
                  <a:pt x="601" y="762000"/>
                </a:lnTo>
                <a:lnTo>
                  <a:pt x="5632" y="806144"/>
                </a:lnTo>
                <a:lnTo>
                  <a:pt x="21920" y="844739"/>
                </a:lnTo>
                <a:lnTo>
                  <a:pt x="47600" y="876057"/>
                </a:lnTo>
                <a:lnTo>
                  <a:pt x="81411" y="898837"/>
                </a:lnTo>
                <a:lnTo>
                  <a:pt x="122089" y="911816"/>
                </a:lnTo>
                <a:lnTo>
                  <a:pt x="152400" y="914400"/>
                </a:lnTo>
                <a:lnTo>
                  <a:pt x="1615196" y="913784"/>
                </a:lnTo>
                <a:lnTo>
                  <a:pt x="1657939" y="904459"/>
                </a:lnTo>
                <a:lnTo>
                  <a:pt x="1694249" y="884900"/>
                </a:lnTo>
                <a:lnTo>
                  <a:pt x="1722862" y="856369"/>
                </a:lnTo>
                <a:lnTo>
                  <a:pt x="1742515" y="820129"/>
                </a:lnTo>
                <a:lnTo>
                  <a:pt x="1751946" y="777443"/>
                </a:lnTo>
                <a:lnTo>
                  <a:pt x="1752600" y="762000"/>
                </a:lnTo>
                <a:lnTo>
                  <a:pt x="1751996" y="152400"/>
                </a:lnTo>
                <a:lnTo>
                  <a:pt x="1746967" y="112794"/>
                </a:lnTo>
                <a:lnTo>
                  <a:pt x="1730679" y="75292"/>
                </a:lnTo>
                <a:lnTo>
                  <a:pt x="1704999" y="42817"/>
                </a:lnTo>
                <a:lnTo>
                  <a:pt x="1671188" y="17894"/>
                </a:lnTo>
                <a:lnTo>
                  <a:pt x="1630510" y="3050"/>
                </a:lnTo>
                <a:lnTo>
                  <a:pt x="16002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02000" y="3695700"/>
            <a:ext cx="1778000" cy="939800"/>
          </a:xfrm>
          <a:custGeom>
            <a:avLst/>
            <a:gdLst/>
            <a:ahLst/>
            <a:cxnLst/>
            <a:rect l="l" t="t" r="r" b="b"/>
            <a:pathLst>
              <a:path w="1778000" h="939800">
                <a:moveTo>
                  <a:pt x="1676400" y="12700"/>
                </a:moveTo>
                <a:lnTo>
                  <a:pt x="101600" y="12700"/>
                </a:lnTo>
                <a:lnTo>
                  <a:pt x="76200" y="38100"/>
                </a:lnTo>
                <a:lnTo>
                  <a:pt x="50800" y="50800"/>
                </a:lnTo>
                <a:lnTo>
                  <a:pt x="25400" y="76200"/>
                </a:lnTo>
                <a:lnTo>
                  <a:pt x="12700" y="101600"/>
                </a:lnTo>
                <a:lnTo>
                  <a:pt x="0" y="139700"/>
                </a:lnTo>
                <a:lnTo>
                  <a:pt x="0" y="812800"/>
                </a:lnTo>
                <a:lnTo>
                  <a:pt x="12700" y="838200"/>
                </a:lnTo>
                <a:lnTo>
                  <a:pt x="12700" y="850900"/>
                </a:lnTo>
                <a:lnTo>
                  <a:pt x="25400" y="876300"/>
                </a:lnTo>
                <a:lnTo>
                  <a:pt x="50800" y="889000"/>
                </a:lnTo>
                <a:lnTo>
                  <a:pt x="50800" y="901700"/>
                </a:lnTo>
                <a:lnTo>
                  <a:pt x="127000" y="939800"/>
                </a:lnTo>
                <a:lnTo>
                  <a:pt x="1651000" y="939800"/>
                </a:lnTo>
                <a:lnTo>
                  <a:pt x="1701800" y="914400"/>
                </a:lnTo>
                <a:lnTo>
                  <a:pt x="114300" y="914400"/>
                </a:lnTo>
                <a:lnTo>
                  <a:pt x="88900" y="889000"/>
                </a:lnTo>
                <a:lnTo>
                  <a:pt x="63500" y="876300"/>
                </a:lnTo>
                <a:lnTo>
                  <a:pt x="57150" y="863600"/>
                </a:lnTo>
                <a:lnTo>
                  <a:pt x="50800" y="863600"/>
                </a:lnTo>
                <a:lnTo>
                  <a:pt x="38100" y="838200"/>
                </a:lnTo>
                <a:lnTo>
                  <a:pt x="29633" y="812800"/>
                </a:lnTo>
                <a:lnTo>
                  <a:pt x="25400" y="812800"/>
                </a:lnTo>
                <a:lnTo>
                  <a:pt x="25400" y="139700"/>
                </a:lnTo>
                <a:lnTo>
                  <a:pt x="63500" y="63500"/>
                </a:lnTo>
                <a:lnTo>
                  <a:pt x="76200" y="63500"/>
                </a:lnTo>
                <a:lnTo>
                  <a:pt x="88900" y="50800"/>
                </a:lnTo>
                <a:lnTo>
                  <a:pt x="114300" y="38100"/>
                </a:lnTo>
                <a:lnTo>
                  <a:pt x="139700" y="38100"/>
                </a:lnTo>
                <a:lnTo>
                  <a:pt x="165100" y="25400"/>
                </a:lnTo>
                <a:lnTo>
                  <a:pt x="1689100" y="25400"/>
                </a:lnTo>
                <a:lnTo>
                  <a:pt x="1676400" y="12700"/>
                </a:lnTo>
                <a:close/>
              </a:path>
              <a:path w="1778000" h="939800">
                <a:moveTo>
                  <a:pt x="114300" y="901700"/>
                </a:moveTo>
                <a:lnTo>
                  <a:pt x="114300" y="914400"/>
                </a:lnTo>
                <a:lnTo>
                  <a:pt x="139700" y="914400"/>
                </a:lnTo>
                <a:lnTo>
                  <a:pt x="114300" y="901700"/>
                </a:lnTo>
                <a:close/>
              </a:path>
              <a:path w="1778000" h="939800">
                <a:moveTo>
                  <a:pt x="1663700" y="901700"/>
                </a:moveTo>
                <a:lnTo>
                  <a:pt x="1638300" y="914400"/>
                </a:lnTo>
                <a:lnTo>
                  <a:pt x="1663700" y="914400"/>
                </a:lnTo>
                <a:lnTo>
                  <a:pt x="1663700" y="901700"/>
                </a:lnTo>
                <a:close/>
              </a:path>
              <a:path w="1778000" h="939800">
                <a:moveTo>
                  <a:pt x="1727200" y="850900"/>
                </a:moveTo>
                <a:lnTo>
                  <a:pt x="1714500" y="876300"/>
                </a:lnTo>
                <a:lnTo>
                  <a:pt x="1689100" y="889000"/>
                </a:lnTo>
                <a:lnTo>
                  <a:pt x="1663700" y="914400"/>
                </a:lnTo>
                <a:lnTo>
                  <a:pt x="1701800" y="914400"/>
                </a:lnTo>
                <a:lnTo>
                  <a:pt x="1727200" y="901700"/>
                </a:lnTo>
                <a:lnTo>
                  <a:pt x="1727200" y="889000"/>
                </a:lnTo>
                <a:lnTo>
                  <a:pt x="1752600" y="876300"/>
                </a:lnTo>
                <a:lnTo>
                  <a:pt x="1758950" y="863600"/>
                </a:lnTo>
                <a:lnTo>
                  <a:pt x="1727200" y="863600"/>
                </a:lnTo>
                <a:lnTo>
                  <a:pt x="1727200" y="850900"/>
                </a:lnTo>
                <a:close/>
              </a:path>
              <a:path w="1778000" h="939800">
                <a:moveTo>
                  <a:pt x="50800" y="850900"/>
                </a:moveTo>
                <a:lnTo>
                  <a:pt x="50800" y="863600"/>
                </a:lnTo>
                <a:lnTo>
                  <a:pt x="57150" y="863600"/>
                </a:lnTo>
                <a:lnTo>
                  <a:pt x="50800" y="850900"/>
                </a:lnTo>
                <a:close/>
              </a:path>
              <a:path w="1778000" h="939800">
                <a:moveTo>
                  <a:pt x="1752600" y="800100"/>
                </a:moveTo>
                <a:lnTo>
                  <a:pt x="1739900" y="838200"/>
                </a:lnTo>
                <a:lnTo>
                  <a:pt x="1727200" y="863600"/>
                </a:lnTo>
                <a:lnTo>
                  <a:pt x="1758950" y="863600"/>
                </a:lnTo>
                <a:lnTo>
                  <a:pt x="1765300" y="850900"/>
                </a:lnTo>
                <a:lnTo>
                  <a:pt x="1765300" y="838200"/>
                </a:lnTo>
                <a:lnTo>
                  <a:pt x="1778000" y="812800"/>
                </a:lnTo>
                <a:lnTo>
                  <a:pt x="1752600" y="812800"/>
                </a:lnTo>
                <a:lnTo>
                  <a:pt x="1752600" y="800100"/>
                </a:lnTo>
                <a:close/>
              </a:path>
              <a:path w="1778000" h="939800">
                <a:moveTo>
                  <a:pt x="25400" y="800100"/>
                </a:moveTo>
                <a:lnTo>
                  <a:pt x="25400" y="812800"/>
                </a:lnTo>
                <a:lnTo>
                  <a:pt x="29633" y="812800"/>
                </a:lnTo>
                <a:lnTo>
                  <a:pt x="25400" y="800100"/>
                </a:lnTo>
                <a:close/>
              </a:path>
              <a:path w="1778000" h="939800">
                <a:moveTo>
                  <a:pt x="1739900" y="63500"/>
                </a:moveTo>
                <a:lnTo>
                  <a:pt x="1714500" y="63500"/>
                </a:lnTo>
                <a:lnTo>
                  <a:pt x="1752600" y="139700"/>
                </a:lnTo>
                <a:lnTo>
                  <a:pt x="1752600" y="812800"/>
                </a:lnTo>
                <a:lnTo>
                  <a:pt x="1778000" y="812800"/>
                </a:lnTo>
                <a:lnTo>
                  <a:pt x="1778000" y="139700"/>
                </a:lnTo>
                <a:lnTo>
                  <a:pt x="1765300" y="101600"/>
                </a:lnTo>
                <a:lnTo>
                  <a:pt x="1752600" y="76200"/>
                </a:lnTo>
                <a:lnTo>
                  <a:pt x="1739900" y="63500"/>
                </a:lnTo>
                <a:close/>
              </a:path>
              <a:path w="1778000" h="939800">
                <a:moveTo>
                  <a:pt x="76200" y="63500"/>
                </a:moveTo>
                <a:lnTo>
                  <a:pt x="63500" y="63500"/>
                </a:lnTo>
                <a:lnTo>
                  <a:pt x="63500" y="76200"/>
                </a:lnTo>
                <a:lnTo>
                  <a:pt x="76200" y="63500"/>
                </a:lnTo>
                <a:close/>
              </a:path>
              <a:path w="1778000" h="939800">
                <a:moveTo>
                  <a:pt x="1689100" y="25400"/>
                </a:moveTo>
                <a:lnTo>
                  <a:pt x="1612900" y="25400"/>
                </a:lnTo>
                <a:lnTo>
                  <a:pt x="1638300" y="38100"/>
                </a:lnTo>
                <a:lnTo>
                  <a:pt x="1663700" y="38100"/>
                </a:lnTo>
                <a:lnTo>
                  <a:pt x="1689100" y="50800"/>
                </a:lnTo>
                <a:lnTo>
                  <a:pt x="1714500" y="76200"/>
                </a:lnTo>
                <a:lnTo>
                  <a:pt x="1714500" y="63500"/>
                </a:lnTo>
                <a:lnTo>
                  <a:pt x="1739900" y="63500"/>
                </a:lnTo>
                <a:lnTo>
                  <a:pt x="1727200" y="50800"/>
                </a:lnTo>
                <a:lnTo>
                  <a:pt x="1701800" y="38100"/>
                </a:lnTo>
                <a:lnTo>
                  <a:pt x="1689100" y="25400"/>
                </a:lnTo>
                <a:close/>
              </a:path>
              <a:path w="1778000" h="939800">
                <a:moveTo>
                  <a:pt x="1612900" y="0"/>
                </a:moveTo>
                <a:lnTo>
                  <a:pt x="165100" y="0"/>
                </a:lnTo>
                <a:lnTo>
                  <a:pt x="139700" y="12700"/>
                </a:lnTo>
                <a:lnTo>
                  <a:pt x="1651000" y="12700"/>
                </a:lnTo>
                <a:lnTo>
                  <a:pt x="16129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46500" y="3901440"/>
            <a:ext cx="86233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270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Ве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5" dirty="0">
                <a:latin typeface="Arial"/>
                <a:cs typeface="Arial"/>
              </a:rPr>
              <a:t>р</a:t>
            </a:r>
            <a:r>
              <a:rPr sz="1800" dirty="0">
                <a:latin typeface="Arial"/>
                <a:cs typeface="Arial"/>
              </a:rPr>
              <a:t>-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ак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05100" y="4013200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381000" y="0"/>
                </a:moveTo>
                <a:lnTo>
                  <a:pt x="3810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81000" y="228600"/>
                </a:lnTo>
                <a:lnTo>
                  <a:pt x="381000" y="304800"/>
                </a:lnTo>
                <a:lnTo>
                  <a:pt x="533400" y="152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92400" y="3987800"/>
            <a:ext cx="558800" cy="368300"/>
          </a:xfrm>
          <a:custGeom>
            <a:avLst/>
            <a:gdLst/>
            <a:ahLst/>
            <a:cxnLst/>
            <a:rect l="l" t="t" r="r" b="b"/>
            <a:pathLst>
              <a:path w="558800" h="368300">
                <a:moveTo>
                  <a:pt x="527050" y="184150"/>
                </a:moveTo>
                <a:lnTo>
                  <a:pt x="406400" y="304800"/>
                </a:lnTo>
                <a:lnTo>
                  <a:pt x="406400" y="330200"/>
                </a:lnTo>
                <a:lnTo>
                  <a:pt x="381000" y="330200"/>
                </a:lnTo>
                <a:lnTo>
                  <a:pt x="381000" y="368300"/>
                </a:lnTo>
                <a:lnTo>
                  <a:pt x="416560" y="330200"/>
                </a:lnTo>
                <a:lnTo>
                  <a:pt x="406400" y="330200"/>
                </a:lnTo>
                <a:lnTo>
                  <a:pt x="406400" y="304800"/>
                </a:lnTo>
                <a:lnTo>
                  <a:pt x="440266" y="304800"/>
                </a:lnTo>
                <a:lnTo>
                  <a:pt x="546946" y="190500"/>
                </a:lnTo>
                <a:lnTo>
                  <a:pt x="533400" y="190500"/>
                </a:lnTo>
                <a:lnTo>
                  <a:pt x="527050" y="184150"/>
                </a:lnTo>
                <a:close/>
              </a:path>
              <a:path w="558800" h="368300">
                <a:moveTo>
                  <a:pt x="381000" y="254000"/>
                </a:moveTo>
                <a:lnTo>
                  <a:pt x="381000" y="330200"/>
                </a:lnTo>
                <a:lnTo>
                  <a:pt x="406400" y="304800"/>
                </a:lnTo>
                <a:lnTo>
                  <a:pt x="406400" y="266700"/>
                </a:lnTo>
                <a:lnTo>
                  <a:pt x="393700" y="266700"/>
                </a:lnTo>
                <a:lnTo>
                  <a:pt x="381000" y="254000"/>
                </a:lnTo>
                <a:close/>
              </a:path>
              <a:path w="558800" h="368300">
                <a:moveTo>
                  <a:pt x="3810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81000" y="266700"/>
                </a:lnTo>
                <a:lnTo>
                  <a:pt x="3810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81000" y="101600"/>
                </a:lnTo>
                <a:lnTo>
                  <a:pt x="381000" y="88900"/>
                </a:lnTo>
                <a:close/>
              </a:path>
              <a:path w="558800" h="368300">
                <a:moveTo>
                  <a:pt x="4064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81000" y="254000"/>
                </a:lnTo>
                <a:lnTo>
                  <a:pt x="393700" y="266700"/>
                </a:lnTo>
                <a:lnTo>
                  <a:pt x="406400" y="266700"/>
                </a:lnTo>
                <a:lnTo>
                  <a:pt x="406400" y="241300"/>
                </a:lnTo>
                <a:close/>
              </a:path>
              <a:path w="5588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558800" h="368300">
                <a:moveTo>
                  <a:pt x="533400" y="177800"/>
                </a:moveTo>
                <a:lnTo>
                  <a:pt x="527050" y="184150"/>
                </a:lnTo>
                <a:lnTo>
                  <a:pt x="533400" y="190500"/>
                </a:lnTo>
                <a:lnTo>
                  <a:pt x="533400" y="177800"/>
                </a:lnTo>
                <a:close/>
              </a:path>
              <a:path w="558800" h="368300">
                <a:moveTo>
                  <a:pt x="558800" y="177800"/>
                </a:moveTo>
                <a:lnTo>
                  <a:pt x="533400" y="177800"/>
                </a:lnTo>
                <a:lnTo>
                  <a:pt x="533400" y="190500"/>
                </a:lnTo>
                <a:lnTo>
                  <a:pt x="546946" y="190500"/>
                </a:lnTo>
                <a:lnTo>
                  <a:pt x="558800" y="177800"/>
                </a:lnTo>
                <a:close/>
              </a:path>
              <a:path w="558800" h="368300">
                <a:moveTo>
                  <a:pt x="406400" y="25400"/>
                </a:moveTo>
                <a:lnTo>
                  <a:pt x="406400" y="63500"/>
                </a:lnTo>
                <a:lnTo>
                  <a:pt x="527050" y="184150"/>
                </a:lnTo>
                <a:lnTo>
                  <a:pt x="533400" y="177800"/>
                </a:lnTo>
                <a:lnTo>
                  <a:pt x="558800" y="177800"/>
                </a:lnTo>
                <a:lnTo>
                  <a:pt x="406400" y="25400"/>
                </a:lnTo>
                <a:close/>
              </a:path>
              <a:path w="5588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558800" h="368300">
                <a:moveTo>
                  <a:pt x="406400" y="88900"/>
                </a:moveTo>
                <a:lnTo>
                  <a:pt x="393700" y="88900"/>
                </a:lnTo>
                <a:lnTo>
                  <a:pt x="3810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406400" y="114300"/>
                </a:lnTo>
                <a:lnTo>
                  <a:pt x="406400" y="88900"/>
                </a:lnTo>
                <a:close/>
              </a:path>
              <a:path w="558800" h="368300">
                <a:moveTo>
                  <a:pt x="381000" y="38100"/>
                </a:moveTo>
                <a:lnTo>
                  <a:pt x="381000" y="101600"/>
                </a:lnTo>
                <a:lnTo>
                  <a:pt x="393700" y="88900"/>
                </a:lnTo>
                <a:lnTo>
                  <a:pt x="406400" y="88900"/>
                </a:lnTo>
                <a:lnTo>
                  <a:pt x="406400" y="63500"/>
                </a:lnTo>
                <a:lnTo>
                  <a:pt x="381000" y="38100"/>
                </a:lnTo>
                <a:close/>
              </a:path>
              <a:path w="558800" h="368300">
                <a:moveTo>
                  <a:pt x="406400" y="25400"/>
                </a:moveTo>
                <a:lnTo>
                  <a:pt x="381000" y="38100"/>
                </a:lnTo>
                <a:lnTo>
                  <a:pt x="406400" y="63500"/>
                </a:lnTo>
                <a:lnTo>
                  <a:pt x="406400" y="25400"/>
                </a:lnTo>
                <a:close/>
              </a:path>
              <a:path w="558800" h="368300">
                <a:moveTo>
                  <a:pt x="381000" y="0"/>
                </a:moveTo>
                <a:lnTo>
                  <a:pt x="381000" y="38100"/>
                </a:lnTo>
                <a:lnTo>
                  <a:pt x="4064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3000" y="4726940"/>
            <a:ext cx="142367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20320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Тес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ое 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5" dirty="0">
                <a:latin typeface="Arial"/>
                <a:cs typeface="Arial"/>
              </a:rPr>
              <a:t>ж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е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53100" y="370840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1600200" y="0"/>
                </a:moveTo>
                <a:lnTo>
                  <a:pt x="137403" y="733"/>
                </a:lnTo>
                <a:lnTo>
                  <a:pt x="94660" y="11537"/>
                </a:lnTo>
                <a:lnTo>
                  <a:pt x="58350" y="33286"/>
                </a:lnTo>
                <a:lnTo>
                  <a:pt x="29737" y="63454"/>
                </a:lnTo>
                <a:lnTo>
                  <a:pt x="10084" y="99516"/>
                </a:lnTo>
                <a:lnTo>
                  <a:pt x="653" y="138945"/>
                </a:lnTo>
                <a:lnTo>
                  <a:pt x="0" y="152400"/>
                </a:lnTo>
                <a:lnTo>
                  <a:pt x="601" y="762000"/>
                </a:lnTo>
                <a:lnTo>
                  <a:pt x="5632" y="806144"/>
                </a:lnTo>
                <a:lnTo>
                  <a:pt x="21920" y="844739"/>
                </a:lnTo>
                <a:lnTo>
                  <a:pt x="47600" y="876057"/>
                </a:lnTo>
                <a:lnTo>
                  <a:pt x="81411" y="898837"/>
                </a:lnTo>
                <a:lnTo>
                  <a:pt x="122089" y="911816"/>
                </a:lnTo>
                <a:lnTo>
                  <a:pt x="152400" y="914400"/>
                </a:lnTo>
                <a:lnTo>
                  <a:pt x="1615196" y="913784"/>
                </a:lnTo>
                <a:lnTo>
                  <a:pt x="1657939" y="904459"/>
                </a:lnTo>
                <a:lnTo>
                  <a:pt x="1694249" y="884900"/>
                </a:lnTo>
                <a:lnTo>
                  <a:pt x="1722862" y="856369"/>
                </a:lnTo>
                <a:lnTo>
                  <a:pt x="1742515" y="820129"/>
                </a:lnTo>
                <a:lnTo>
                  <a:pt x="1751946" y="777443"/>
                </a:lnTo>
                <a:lnTo>
                  <a:pt x="1752600" y="762000"/>
                </a:lnTo>
                <a:lnTo>
                  <a:pt x="1751996" y="152400"/>
                </a:lnTo>
                <a:lnTo>
                  <a:pt x="1746967" y="112794"/>
                </a:lnTo>
                <a:lnTo>
                  <a:pt x="1730679" y="75292"/>
                </a:lnTo>
                <a:lnTo>
                  <a:pt x="1704999" y="42817"/>
                </a:lnTo>
                <a:lnTo>
                  <a:pt x="1671188" y="17894"/>
                </a:lnTo>
                <a:lnTo>
                  <a:pt x="1630510" y="3050"/>
                </a:lnTo>
                <a:lnTo>
                  <a:pt x="16002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40400" y="3695700"/>
            <a:ext cx="1778000" cy="939800"/>
          </a:xfrm>
          <a:custGeom>
            <a:avLst/>
            <a:gdLst/>
            <a:ahLst/>
            <a:cxnLst/>
            <a:rect l="l" t="t" r="r" b="b"/>
            <a:pathLst>
              <a:path w="1778000" h="939800">
                <a:moveTo>
                  <a:pt x="1676400" y="12700"/>
                </a:moveTo>
                <a:lnTo>
                  <a:pt x="101600" y="12700"/>
                </a:lnTo>
                <a:lnTo>
                  <a:pt x="76200" y="38100"/>
                </a:lnTo>
                <a:lnTo>
                  <a:pt x="50800" y="50800"/>
                </a:lnTo>
                <a:lnTo>
                  <a:pt x="25400" y="76200"/>
                </a:lnTo>
                <a:lnTo>
                  <a:pt x="12700" y="101600"/>
                </a:lnTo>
                <a:lnTo>
                  <a:pt x="0" y="139700"/>
                </a:lnTo>
                <a:lnTo>
                  <a:pt x="0" y="812800"/>
                </a:lnTo>
                <a:lnTo>
                  <a:pt x="12700" y="838200"/>
                </a:lnTo>
                <a:lnTo>
                  <a:pt x="12700" y="850900"/>
                </a:lnTo>
                <a:lnTo>
                  <a:pt x="25400" y="876300"/>
                </a:lnTo>
                <a:lnTo>
                  <a:pt x="50800" y="889000"/>
                </a:lnTo>
                <a:lnTo>
                  <a:pt x="50800" y="901700"/>
                </a:lnTo>
                <a:lnTo>
                  <a:pt x="127000" y="939800"/>
                </a:lnTo>
                <a:lnTo>
                  <a:pt x="1651000" y="939800"/>
                </a:lnTo>
                <a:lnTo>
                  <a:pt x="1701800" y="914400"/>
                </a:lnTo>
                <a:lnTo>
                  <a:pt x="114300" y="914400"/>
                </a:lnTo>
                <a:lnTo>
                  <a:pt x="88900" y="889000"/>
                </a:lnTo>
                <a:lnTo>
                  <a:pt x="63500" y="876300"/>
                </a:lnTo>
                <a:lnTo>
                  <a:pt x="57150" y="863600"/>
                </a:lnTo>
                <a:lnTo>
                  <a:pt x="50800" y="863600"/>
                </a:lnTo>
                <a:lnTo>
                  <a:pt x="38100" y="838200"/>
                </a:lnTo>
                <a:lnTo>
                  <a:pt x="29633" y="812800"/>
                </a:lnTo>
                <a:lnTo>
                  <a:pt x="25400" y="812800"/>
                </a:lnTo>
                <a:lnTo>
                  <a:pt x="25400" y="139700"/>
                </a:lnTo>
                <a:lnTo>
                  <a:pt x="63500" y="63500"/>
                </a:lnTo>
                <a:lnTo>
                  <a:pt x="76200" y="63500"/>
                </a:lnTo>
                <a:lnTo>
                  <a:pt x="88900" y="50800"/>
                </a:lnTo>
                <a:lnTo>
                  <a:pt x="114300" y="38100"/>
                </a:lnTo>
                <a:lnTo>
                  <a:pt x="139700" y="38100"/>
                </a:lnTo>
                <a:lnTo>
                  <a:pt x="165100" y="25400"/>
                </a:lnTo>
                <a:lnTo>
                  <a:pt x="1689100" y="25400"/>
                </a:lnTo>
                <a:lnTo>
                  <a:pt x="1676400" y="12700"/>
                </a:lnTo>
                <a:close/>
              </a:path>
              <a:path w="1778000" h="939800">
                <a:moveTo>
                  <a:pt x="114300" y="901700"/>
                </a:moveTo>
                <a:lnTo>
                  <a:pt x="114300" y="914400"/>
                </a:lnTo>
                <a:lnTo>
                  <a:pt x="139700" y="914400"/>
                </a:lnTo>
                <a:lnTo>
                  <a:pt x="114300" y="901700"/>
                </a:lnTo>
                <a:close/>
              </a:path>
              <a:path w="1778000" h="939800">
                <a:moveTo>
                  <a:pt x="1663700" y="901700"/>
                </a:moveTo>
                <a:lnTo>
                  <a:pt x="1638300" y="914400"/>
                </a:lnTo>
                <a:lnTo>
                  <a:pt x="1663700" y="914400"/>
                </a:lnTo>
                <a:lnTo>
                  <a:pt x="1663700" y="901700"/>
                </a:lnTo>
                <a:close/>
              </a:path>
              <a:path w="1778000" h="939800">
                <a:moveTo>
                  <a:pt x="1727200" y="850900"/>
                </a:moveTo>
                <a:lnTo>
                  <a:pt x="1714500" y="876300"/>
                </a:lnTo>
                <a:lnTo>
                  <a:pt x="1689100" y="889000"/>
                </a:lnTo>
                <a:lnTo>
                  <a:pt x="1663700" y="914400"/>
                </a:lnTo>
                <a:lnTo>
                  <a:pt x="1701800" y="914400"/>
                </a:lnTo>
                <a:lnTo>
                  <a:pt x="1727200" y="901700"/>
                </a:lnTo>
                <a:lnTo>
                  <a:pt x="1727200" y="889000"/>
                </a:lnTo>
                <a:lnTo>
                  <a:pt x="1752600" y="876300"/>
                </a:lnTo>
                <a:lnTo>
                  <a:pt x="1758950" y="863600"/>
                </a:lnTo>
                <a:lnTo>
                  <a:pt x="1727200" y="863600"/>
                </a:lnTo>
                <a:lnTo>
                  <a:pt x="1727200" y="850900"/>
                </a:lnTo>
                <a:close/>
              </a:path>
              <a:path w="1778000" h="939800">
                <a:moveTo>
                  <a:pt x="50800" y="850900"/>
                </a:moveTo>
                <a:lnTo>
                  <a:pt x="50800" y="863600"/>
                </a:lnTo>
                <a:lnTo>
                  <a:pt x="57150" y="863600"/>
                </a:lnTo>
                <a:lnTo>
                  <a:pt x="50800" y="850900"/>
                </a:lnTo>
                <a:close/>
              </a:path>
              <a:path w="1778000" h="939800">
                <a:moveTo>
                  <a:pt x="1752600" y="800100"/>
                </a:moveTo>
                <a:lnTo>
                  <a:pt x="1739900" y="838200"/>
                </a:lnTo>
                <a:lnTo>
                  <a:pt x="1727200" y="863600"/>
                </a:lnTo>
                <a:lnTo>
                  <a:pt x="1758950" y="863600"/>
                </a:lnTo>
                <a:lnTo>
                  <a:pt x="1765300" y="850900"/>
                </a:lnTo>
                <a:lnTo>
                  <a:pt x="1765300" y="838200"/>
                </a:lnTo>
                <a:lnTo>
                  <a:pt x="1778000" y="812800"/>
                </a:lnTo>
                <a:lnTo>
                  <a:pt x="1752600" y="812800"/>
                </a:lnTo>
                <a:lnTo>
                  <a:pt x="1752600" y="800100"/>
                </a:lnTo>
                <a:close/>
              </a:path>
              <a:path w="1778000" h="939800">
                <a:moveTo>
                  <a:pt x="25400" y="800100"/>
                </a:moveTo>
                <a:lnTo>
                  <a:pt x="25400" y="812800"/>
                </a:lnTo>
                <a:lnTo>
                  <a:pt x="29633" y="812800"/>
                </a:lnTo>
                <a:lnTo>
                  <a:pt x="25400" y="800100"/>
                </a:lnTo>
                <a:close/>
              </a:path>
              <a:path w="1778000" h="939800">
                <a:moveTo>
                  <a:pt x="1739900" y="63500"/>
                </a:moveTo>
                <a:lnTo>
                  <a:pt x="1714500" y="63500"/>
                </a:lnTo>
                <a:lnTo>
                  <a:pt x="1752600" y="139700"/>
                </a:lnTo>
                <a:lnTo>
                  <a:pt x="1752600" y="812800"/>
                </a:lnTo>
                <a:lnTo>
                  <a:pt x="1778000" y="812800"/>
                </a:lnTo>
                <a:lnTo>
                  <a:pt x="1778000" y="139700"/>
                </a:lnTo>
                <a:lnTo>
                  <a:pt x="1765300" y="101600"/>
                </a:lnTo>
                <a:lnTo>
                  <a:pt x="1752600" y="76200"/>
                </a:lnTo>
                <a:lnTo>
                  <a:pt x="1739900" y="63500"/>
                </a:lnTo>
                <a:close/>
              </a:path>
              <a:path w="1778000" h="939800">
                <a:moveTo>
                  <a:pt x="76200" y="63500"/>
                </a:moveTo>
                <a:lnTo>
                  <a:pt x="63500" y="63500"/>
                </a:lnTo>
                <a:lnTo>
                  <a:pt x="63500" y="76200"/>
                </a:lnTo>
                <a:lnTo>
                  <a:pt x="76200" y="63500"/>
                </a:lnTo>
                <a:close/>
              </a:path>
              <a:path w="1778000" h="939800">
                <a:moveTo>
                  <a:pt x="1689100" y="25400"/>
                </a:moveTo>
                <a:lnTo>
                  <a:pt x="1612900" y="25400"/>
                </a:lnTo>
                <a:lnTo>
                  <a:pt x="1638300" y="38100"/>
                </a:lnTo>
                <a:lnTo>
                  <a:pt x="1663700" y="38100"/>
                </a:lnTo>
                <a:lnTo>
                  <a:pt x="1689100" y="50800"/>
                </a:lnTo>
                <a:lnTo>
                  <a:pt x="1714500" y="76200"/>
                </a:lnTo>
                <a:lnTo>
                  <a:pt x="1714500" y="63500"/>
                </a:lnTo>
                <a:lnTo>
                  <a:pt x="1739900" y="63500"/>
                </a:lnTo>
                <a:lnTo>
                  <a:pt x="1727200" y="50800"/>
                </a:lnTo>
                <a:lnTo>
                  <a:pt x="1701800" y="38100"/>
                </a:lnTo>
                <a:lnTo>
                  <a:pt x="1689100" y="25400"/>
                </a:lnTo>
                <a:close/>
              </a:path>
              <a:path w="1778000" h="939800">
                <a:moveTo>
                  <a:pt x="1612900" y="0"/>
                </a:moveTo>
                <a:lnTo>
                  <a:pt x="165100" y="0"/>
                </a:lnTo>
                <a:lnTo>
                  <a:pt x="139700" y="12700"/>
                </a:lnTo>
                <a:lnTo>
                  <a:pt x="1651000" y="12700"/>
                </a:lnTo>
                <a:lnTo>
                  <a:pt x="16129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05500" y="3934459"/>
            <a:ext cx="1421765" cy="485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90500">
              <a:lnSpc>
                <a:spcPts val="1900"/>
              </a:lnSpc>
            </a:pPr>
            <a:r>
              <a:rPr sz="1600" spc="-45" dirty="0">
                <a:latin typeface="Arial"/>
                <a:cs typeface="Arial"/>
              </a:rPr>
              <a:t>О</a:t>
            </a:r>
            <a:r>
              <a:rPr sz="1600" spc="-20" dirty="0">
                <a:latin typeface="Arial"/>
                <a:cs typeface="Arial"/>
              </a:rPr>
              <a:t>б</a:t>
            </a:r>
            <a:r>
              <a:rPr sz="1600" spc="-100" dirty="0">
                <a:latin typeface="Arial"/>
                <a:cs typeface="Arial"/>
              </a:rPr>
              <a:t>у</a:t>
            </a:r>
            <a:r>
              <a:rPr sz="1600" spc="-35" dirty="0">
                <a:latin typeface="Arial"/>
                <a:cs typeface="Arial"/>
              </a:rPr>
              <a:t>ч</a:t>
            </a:r>
            <a:r>
              <a:rPr sz="1600" spc="5" dirty="0">
                <a:latin typeface="Arial"/>
                <a:cs typeface="Arial"/>
              </a:rPr>
              <a:t>е</a:t>
            </a:r>
            <a:r>
              <a:rPr sz="1600" spc="-85" dirty="0">
                <a:latin typeface="Arial"/>
                <a:cs typeface="Arial"/>
              </a:rPr>
              <a:t>нн</a:t>
            </a:r>
            <a:r>
              <a:rPr sz="1600" spc="45" dirty="0">
                <a:latin typeface="Arial"/>
                <a:cs typeface="Arial"/>
              </a:rPr>
              <a:t>ы</a:t>
            </a:r>
            <a:r>
              <a:rPr sz="1600" dirty="0">
                <a:latin typeface="Arial"/>
                <a:cs typeface="Arial"/>
              </a:rPr>
              <a:t>й к</a:t>
            </a:r>
            <a:r>
              <a:rPr sz="1600" spc="-135" dirty="0">
                <a:latin typeface="Arial"/>
                <a:cs typeface="Arial"/>
              </a:rPr>
              <a:t>л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dirty="0">
                <a:latin typeface="Arial"/>
                <a:cs typeface="Arial"/>
              </a:rPr>
              <a:t>сс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spc="-20" dirty="0">
                <a:latin typeface="Arial"/>
                <a:cs typeface="Arial"/>
              </a:rPr>
              <a:t>ф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dirty="0">
                <a:latin typeface="Arial"/>
                <a:cs typeface="Arial"/>
              </a:rPr>
              <a:t>к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35" dirty="0">
                <a:latin typeface="Arial"/>
                <a:cs typeface="Arial"/>
              </a:rPr>
              <a:t>т</a:t>
            </a:r>
            <a:r>
              <a:rPr sz="1600" spc="5" dirty="0">
                <a:latin typeface="Arial"/>
                <a:cs typeface="Arial"/>
              </a:rPr>
              <a:t>о</a:t>
            </a:r>
            <a:r>
              <a:rPr sz="1600" dirty="0">
                <a:latin typeface="Arial"/>
                <a:cs typeface="Arial"/>
              </a:rPr>
              <a:t>р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43500" y="4013200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381000" y="0"/>
                </a:moveTo>
                <a:lnTo>
                  <a:pt x="3810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81000" y="228600"/>
                </a:lnTo>
                <a:lnTo>
                  <a:pt x="381000" y="304800"/>
                </a:lnTo>
                <a:lnTo>
                  <a:pt x="533400" y="152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30800" y="3987800"/>
            <a:ext cx="558800" cy="368300"/>
          </a:xfrm>
          <a:custGeom>
            <a:avLst/>
            <a:gdLst/>
            <a:ahLst/>
            <a:cxnLst/>
            <a:rect l="l" t="t" r="r" b="b"/>
            <a:pathLst>
              <a:path w="558800" h="368300">
                <a:moveTo>
                  <a:pt x="527050" y="184150"/>
                </a:moveTo>
                <a:lnTo>
                  <a:pt x="406400" y="304800"/>
                </a:lnTo>
                <a:lnTo>
                  <a:pt x="406400" y="330200"/>
                </a:lnTo>
                <a:lnTo>
                  <a:pt x="381000" y="330200"/>
                </a:lnTo>
                <a:lnTo>
                  <a:pt x="381000" y="368300"/>
                </a:lnTo>
                <a:lnTo>
                  <a:pt x="416560" y="330200"/>
                </a:lnTo>
                <a:lnTo>
                  <a:pt x="406400" y="330200"/>
                </a:lnTo>
                <a:lnTo>
                  <a:pt x="406400" y="304800"/>
                </a:lnTo>
                <a:lnTo>
                  <a:pt x="440266" y="304800"/>
                </a:lnTo>
                <a:lnTo>
                  <a:pt x="546946" y="190500"/>
                </a:lnTo>
                <a:lnTo>
                  <a:pt x="533400" y="190500"/>
                </a:lnTo>
                <a:lnTo>
                  <a:pt x="527050" y="184150"/>
                </a:lnTo>
                <a:close/>
              </a:path>
              <a:path w="558800" h="368300">
                <a:moveTo>
                  <a:pt x="381000" y="254000"/>
                </a:moveTo>
                <a:lnTo>
                  <a:pt x="381000" y="330200"/>
                </a:lnTo>
                <a:lnTo>
                  <a:pt x="406400" y="304800"/>
                </a:lnTo>
                <a:lnTo>
                  <a:pt x="406400" y="266700"/>
                </a:lnTo>
                <a:lnTo>
                  <a:pt x="393700" y="266700"/>
                </a:lnTo>
                <a:lnTo>
                  <a:pt x="381000" y="254000"/>
                </a:lnTo>
                <a:close/>
              </a:path>
              <a:path w="558800" h="368300">
                <a:moveTo>
                  <a:pt x="3810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81000" y="266700"/>
                </a:lnTo>
                <a:lnTo>
                  <a:pt x="3810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81000" y="101600"/>
                </a:lnTo>
                <a:lnTo>
                  <a:pt x="381000" y="88900"/>
                </a:lnTo>
                <a:close/>
              </a:path>
              <a:path w="558800" h="368300">
                <a:moveTo>
                  <a:pt x="4064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81000" y="254000"/>
                </a:lnTo>
                <a:lnTo>
                  <a:pt x="393700" y="266700"/>
                </a:lnTo>
                <a:lnTo>
                  <a:pt x="406400" y="266700"/>
                </a:lnTo>
                <a:lnTo>
                  <a:pt x="406400" y="241300"/>
                </a:lnTo>
                <a:close/>
              </a:path>
              <a:path w="5588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558800" h="368300">
                <a:moveTo>
                  <a:pt x="533400" y="177800"/>
                </a:moveTo>
                <a:lnTo>
                  <a:pt x="527050" y="184150"/>
                </a:lnTo>
                <a:lnTo>
                  <a:pt x="533400" y="190500"/>
                </a:lnTo>
                <a:lnTo>
                  <a:pt x="533400" y="177800"/>
                </a:lnTo>
                <a:close/>
              </a:path>
              <a:path w="558800" h="368300">
                <a:moveTo>
                  <a:pt x="558800" y="177800"/>
                </a:moveTo>
                <a:lnTo>
                  <a:pt x="533400" y="177800"/>
                </a:lnTo>
                <a:lnTo>
                  <a:pt x="533400" y="190500"/>
                </a:lnTo>
                <a:lnTo>
                  <a:pt x="546946" y="190500"/>
                </a:lnTo>
                <a:lnTo>
                  <a:pt x="558800" y="177800"/>
                </a:lnTo>
                <a:close/>
              </a:path>
              <a:path w="558800" h="368300">
                <a:moveTo>
                  <a:pt x="406400" y="25400"/>
                </a:moveTo>
                <a:lnTo>
                  <a:pt x="406400" y="63500"/>
                </a:lnTo>
                <a:lnTo>
                  <a:pt x="527050" y="184150"/>
                </a:lnTo>
                <a:lnTo>
                  <a:pt x="533400" y="177800"/>
                </a:lnTo>
                <a:lnTo>
                  <a:pt x="558800" y="177800"/>
                </a:lnTo>
                <a:lnTo>
                  <a:pt x="406400" y="25400"/>
                </a:lnTo>
                <a:close/>
              </a:path>
              <a:path w="5588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558800" h="368300">
                <a:moveTo>
                  <a:pt x="406400" y="88900"/>
                </a:moveTo>
                <a:lnTo>
                  <a:pt x="393700" y="88900"/>
                </a:lnTo>
                <a:lnTo>
                  <a:pt x="3810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406400" y="114300"/>
                </a:lnTo>
                <a:lnTo>
                  <a:pt x="406400" y="88900"/>
                </a:lnTo>
                <a:close/>
              </a:path>
              <a:path w="558800" h="368300">
                <a:moveTo>
                  <a:pt x="381000" y="38100"/>
                </a:moveTo>
                <a:lnTo>
                  <a:pt x="381000" y="101600"/>
                </a:lnTo>
                <a:lnTo>
                  <a:pt x="393700" y="88900"/>
                </a:lnTo>
                <a:lnTo>
                  <a:pt x="406400" y="88900"/>
                </a:lnTo>
                <a:lnTo>
                  <a:pt x="406400" y="63500"/>
                </a:lnTo>
                <a:lnTo>
                  <a:pt x="381000" y="38100"/>
                </a:lnTo>
                <a:close/>
              </a:path>
              <a:path w="558800" h="368300">
                <a:moveTo>
                  <a:pt x="406400" y="25400"/>
                </a:moveTo>
                <a:lnTo>
                  <a:pt x="381000" y="38100"/>
                </a:lnTo>
                <a:lnTo>
                  <a:pt x="406400" y="63500"/>
                </a:lnTo>
                <a:lnTo>
                  <a:pt x="406400" y="25400"/>
                </a:lnTo>
                <a:close/>
              </a:path>
              <a:path w="558800" h="368300">
                <a:moveTo>
                  <a:pt x="381000" y="0"/>
                </a:moveTo>
                <a:lnTo>
                  <a:pt x="381000" y="38100"/>
                </a:lnTo>
                <a:lnTo>
                  <a:pt x="4064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81900" y="4013200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381000" y="0"/>
                </a:moveTo>
                <a:lnTo>
                  <a:pt x="3810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81000" y="228600"/>
                </a:lnTo>
                <a:lnTo>
                  <a:pt x="381000" y="304800"/>
                </a:lnTo>
                <a:lnTo>
                  <a:pt x="533400" y="152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69200" y="3987800"/>
            <a:ext cx="558800" cy="368300"/>
          </a:xfrm>
          <a:custGeom>
            <a:avLst/>
            <a:gdLst/>
            <a:ahLst/>
            <a:cxnLst/>
            <a:rect l="l" t="t" r="r" b="b"/>
            <a:pathLst>
              <a:path w="558800" h="368300">
                <a:moveTo>
                  <a:pt x="527050" y="184150"/>
                </a:moveTo>
                <a:lnTo>
                  <a:pt x="406400" y="304800"/>
                </a:lnTo>
                <a:lnTo>
                  <a:pt x="406400" y="330200"/>
                </a:lnTo>
                <a:lnTo>
                  <a:pt x="381000" y="330200"/>
                </a:lnTo>
                <a:lnTo>
                  <a:pt x="381000" y="368300"/>
                </a:lnTo>
                <a:lnTo>
                  <a:pt x="416559" y="330200"/>
                </a:lnTo>
                <a:lnTo>
                  <a:pt x="406400" y="330200"/>
                </a:lnTo>
                <a:lnTo>
                  <a:pt x="406400" y="304800"/>
                </a:lnTo>
                <a:lnTo>
                  <a:pt x="440266" y="304800"/>
                </a:lnTo>
                <a:lnTo>
                  <a:pt x="546946" y="190500"/>
                </a:lnTo>
                <a:lnTo>
                  <a:pt x="533400" y="190500"/>
                </a:lnTo>
                <a:lnTo>
                  <a:pt x="527050" y="184150"/>
                </a:lnTo>
                <a:close/>
              </a:path>
              <a:path w="558800" h="368300">
                <a:moveTo>
                  <a:pt x="381000" y="254000"/>
                </a:moveTo>
                <a:lnTo>
                  <a:pt x="381000" y="330200"/>
                </a:lnTo>
                <a:lnTo>
                  <a:pt x="406400" y="304800"/>
                </a:lnTo>
                <a:lnTo>
                  <a:pt x="406400" y="266700"/>
                </a:lnTo>
                <a:lnTo>
                  <a:pt x="393700" y="266700"/>
                </a:lnTo>
                <a:lnTo>
                  <a:pt x="381000" y="254000"/>
                </a:lnTo>
                <a:close/>
              </a:path>
              <a:path w="558800" h="368300">
                <a:moveTo>
                  <a:pt x="3810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81000" y="266700"/>
                </a:lnTo>
                <a:lnTo>
                  <a:pt x="3810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81000" y="101600"/>
                </a:lnTo>
                <a:lnTo>
                  <a:pt x="381000" y="88900"/>
                </a:lnTo>
                <a:close/>
              </a:path>
              <a:path w="558800" h="368300">
                <a:moveTo>
                  <a:pt x="4064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81000" y="254000"/>
                </a:lnTo>
                <a:lnTo>
                  <a:pt x="393700" y="266700"/>
                </a:lnTo>
                <a:lnTo>
                  <a:pt x="406400" y="266700"/>
                </a:lnTo>
                <a:lnTo>
                  <a:pt x="406400" y="241300"/>
                </a:lnTo>
                <a:close/>
              </a:path>
              <a:path w="5588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558800" h="368300">
                <a:moveTo>
                  <a:pt x="533400" y="177800"/>
                </a:moveTo>
                <a:lnTo>
                  <a:pt x="527050" y="184150"/>
                </a:lnTo>
                <a:lnTo>
                  <a:pt x="533400" y="190500"/>
                </a:lnTo>
                <a:lnTo>
                  <a:pt x="533400" y="177800"/>
                </a:lnTo>
                <a:close/>
              </a:path>
              <a:path w="558800" h="368300">
                <a:moveTo>
                  <a:pt x="558800" y="177800"/>
                </a:moveTo>
                <a:lnTo>
                  <a:pt x="533400" y="177800"/>
                </a:lnTo>
                <a:lnTo>
                  <a:pt x="533400" y="190500"/>
                </a:lnTo>
                <a:lnTo>
                  <a:pt x="546946" y="190500"/>
                </a:lnTo>
                <a:lnTo>
                  <a:pt x="558800" y="177800"/>
                </a:lnTo>
                <a:close/>
              </a:path>
              <a:path w="558800" h="368300">
                <a:moveTo>
                  <a:pt x="406400" y="25400"/>
                </a:moveTo>
                <a:lnTo>
                  <a:pt x="406400" y="63500"/>
                </a:lnTo>
                <a:lnTo>
                  <a:pt x="527050" y="184150"/>
                </a:lnTo>
                <a:lnTo>
                  <a:pt x="533400" y="177800"/>
                </a:lnTo>
                <a:lnTo>
                  <a:pt x="558800" y="177800"/>
                </a:lnTo>
                <a:lnTo>
                  <a:pt x="406400" y="25400"/>
                </a:lnTo>
                <a:close/>
              </a:path>
              <a:path w="5588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558800" h="368300">
                <a:moveTo>
                  <a:pt x="406400" y="88900"/>
                </a:moveTo>
                <a:lnTo>
                  <a:pt x="393700" y="88900"/>
                </a:lnTo>
                <a:lnTo>
                  <a:pt x="3810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406400" y="114300"/>
                </a:lnTo>
                <a:lnTo>
                  <a:pt x="406400" y="88900"/>
                </a:lnTo>
                <a:close/>
              </a:path>
              <a:path w="558800" h="368300">
                <a:moveTo>
                  <a:pt x="381000" y="38100"/>
                </a:moveTo>
                <a:lnTo>
                  <a:pt x="381000" y="101600"/>
                </a:lnTo>
                <a:lnTo>
                  <a:pt x="393700" y="88900"/>
                </a:lnTo>
                <a:lnTo>
                  <a:pt x="406400" y="88900"/>
                </a:lnTo>
                <a:lnTo>
                  <a:pt x="406400" y="63500"/>
                </a:lnTo>
                <a:lnTo>
                  <a:pt x="381000" y="38100"/>
                </a:lnTo>
                <a:close/>
              </a:path>
              <a:path w="558800" h="368300">
                <a:moveTo>
                  <a:pt x="406400" y="25400"/>
                </a:moveTo>
                <a:lnTo>
                  <a:pt x="381000" y="38100"/>
                </a:lnTo>
                <a:lnTo>
                  <a:pt x="406400" y="63500"/>
                </a:lnTo>
                <a:lnTo>
                  <a:pt x="406400" y="25400"/>
                </a:lnTo>
                <a:close/>
              </a:path>
              <a:path w="558800" h="368300">
                <a:moveTo>
                  <a:pt x="381000" y="0"/>
                </a:moveTo>
                <a:lnTo>
                  <a:pt x="381000" y="38100"/>
                </a:lnTo>
                <a:lnTo>
                  <a:pt x="406400" y="25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67700" y="4241800"/>
            <a:ext cx="927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Outdoor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29600" y="3708400"/>
            <a:ext cx="133223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П</a:t>
            </a:r>
            <a:r>
              <a:rPr sz="1600" spc="5" dirty="0">
                <a:latin typeface="Arial"/>
                <a:cs typeface="Arial"/>
              </a:rPr>
              <a:t>ре</a:t>
            </a:r>
            <a:r>
              <a:rPr sz="1600" spc="-35" dirty="0">
                <a:latin typeface="Arial"/>
                <a:cs typeface="Arial"/>
              </a:rPr>
              <a:t>д</a:t>
            </a:r>
            <a:r>
              <a:rPr sz="1600" dirty="0">
                <a:latin typeface="Arial"/>
                <a:cs typeface="Arial"/>
              </a:rPr>
              <a:t>ск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35" dirty="0">
                <a:latin typeface="Arial"/>
                <a:cs typeface="Arial"/>
              </a:rPr>
              <a:t>з</a:t>
            </a:r>
            <a:r>
              <a:rPr sz="1600" spc="5" dirty="0">
                <a:latin typeface="Arial"/>
                <a:cs typeface="Arial"/>
              </a:rPr>
              <a:t>а</a:t>
            </a:r>
            <a:r>
              <a:rPr sz="1600" spc="-85" dirty="0">
                <a:latin typeface="Arial"/>
                <a:cs typeface="Arial"/>
              </a:rPr>
              <a:t>н</a:t>
            </a:r>
            <a:r>
              <a:rPr sz="1600" spc="-95" dirty="0">
                <a:latin typeface="Arial"/>
                <a:cs typeface="Arial"/>
              </a:rPr>
              <a:t>и</a:t>
            </a:r>
            <a:r>
              <a:rPr sz="1600" dirty="0">
                <a:latin typeface="Arial"/>
                <a:cs typeface="Arial"/>
              </a:rPr>
              <a:t>е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91500" y="3467100"/>
            <a:ext cx="1473200" cy="1244600"/>
          </a:xfrm>
          <a:custGeom>
            <a:avLst/>
            <a:gdLst/>
            <a:ahLst/>
            <a:cxnLst/>
            <a:rect l="l" t="t" r="r" b="b"/>
            <a:pathLst>
              <a:path w="1473200" h="1244600">
                <a:moveTo>
                  <a:pt x="12573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308100" y="1244600"/>
                </a:lnTo>
                <a:lnTo>
                  <a:pt x="1384300" y="1219200"/>
                </a:lnTo>
                <a:lnTo>
                  <a:pt x="177800" y="1219200"/>
                </a:lnTo>
                <a:lnTo>
                  <a:pt x="139700" y="1206500"/>
                </a:lnTo>
                <a:lnTo>
                  <a:pt x="152400" y="12065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38100" y="1104900"/>
                </a:lnTo>
                <a:lnTo>
                  <a:pt x="50800" y="11049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50800" y="152400"/>
                </a:lnTo>
                <a:lnTo>
                  <a:pt x="38100" y="1524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52400" y="50800"/>
                </a:lnTo>
                <a:lnTo>
                  <a:pt x="139700" y="50800"/>
                </a:lnTo>
                <a:lnTo>
                  <a:pt x="215900" y="25400"/>
                </a:lnTo>
                <a:lnTo>
                  <a:pt x="1346200" y="25400"/>
                </a:lnTo>
                <a:lnTo>
                  <a:pt x="1308100" y="12700"/>
                </a:lnTo>
                <a:lnTo>
                  <a:pt x="1257300" y="0"/>
                </a:lnTo>
                <a:close/>
              </a:path>
              <a:path w="1473200" h="1244600">
                <a:moveTo>
                  <a:pt x="1447800" y="1066800"/>
                </a:moveTo>
                <a:lnTo>
                  <a:pt x="1422400" y="1143000"/>
                </a:lnTo>
                <a:lnTo>
                  <a:pt x="1371600" y="1193800"/>
                </a:lnTo>
                <a:lnTo>
                  <a:pt x="1295400" y="1219200"/>
                </a:lnTo>
                <a:lnTo>
                  <a:pt x="1384300" y="1219200"/>
                </a:lnTo>
                <a:lnTo>
                  <a:pt x="1384300" y="1206500"/>
                </a:lnTo>
                <a:lnTo>
                  <a:pt x="1409700" y="1193800"/>
                </a:lnTo>
                <a:lnTo>
                  <a:pt x="1409700" y="1181100"/>
                </a:lnTo>
                <a:lnTo>
                  <a:pt x="1435100" y="1155700"/>
                </a:lnTo>
                <a:lnTo>
                  <a:pt x="1460500" y="1117600"/>
                </a:lnTo>
                <a:lnTo>
                  <a:pt x="1473200" y="1079500"/>
                </a:lnTo>
                <a:lnTo>
                  <a:pt x="1447800" y="1079500"/>
                </a:lnTo>
                <a:lnTo>
                  <a:pt x="1447800" y="1066800"/>
                </a:lnTo>
                <a:close/>
              </a:path>
              <a:path w="14732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473200" h="1244600">
                <a:moveTo>
                  <a:pt x="1473200" y="177800"/>
                </a:moveTo>
                <a:lnTo>
                  <a:pt x="1447800" y="177800"/>
                </a:lnTo>
                <a:lnTo>
                  <a:pt x="1447800" y="1079500"/>
                </a:lnTo>
                <a:lnTo>
                  <a:pt x="1473200" y="1079500"/>
                </a:lnTo>
                <a:lnTo>
                  <a:pt x="1473200" y="177800"/>
                </a:lnTo>
                <a:close/>
              </a:path>
              <a:path w="14732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473200" h="1244600">
                <a:moveTo>
                  <a:pt x="1346200" y="25400"/>
                </a:moveTo>
                <a:lnTo>
                  <a:pt x="1257300" y="25400"/>
                </a:lnTo>
                <a:lnTo>
                  <a:pt x="1371600" y="63500"/>
                </a:lnTo>
                <a:lnTo>
                  <a:pt x="1422400" y="114300"/>
                </a:lnTo>
                <a:lnTo>
                  <a:pt x="1447800" y="190500"/>
                </a:lnTo>
                <a:lnTo>
                  <a:pt x="1447800" y="177800"/>
                </a:lnTo>
                <a:lnTo>
                  <a:pt x="1473200" y="177800"/>
                </a:lnTo>
                <a:lnTo>
                  <a:pt x="1460500" y="139700"/>
                </a:lnTo>
                <a:lnTo>
                  <a:pt x="1435100" y="101600"/>
                </a:lnTo>
                <a:lnTo>
                  <a:pt x="1409700" y="76200"/>
                </a:lnTo>
                <a:lnTo>
                  <a:pt x="1409700" y="63500"/>
                </a:lnTo>
                <a:lnTo>
                  <a:pt x="1384300" y="38100"/>
                </a:lnTo>
                <a:lnTo>
                  <a:pt x="13462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3"/>
          <p:cNvSpPr txBox="1">
            <a:spLocks/>
          </p:cNvSpPr>
          <p:nvPr/>
        </p:nvSpPr>
        <p:spPr>
          <a:xfrm>
            <a:off x="127316" y="228155"/>
            <a:ext cx="10566083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84200" algn="ctr">
              <a:lnSpc>
                <a:spcPct val="100000"/>
              </a:lnSpc>
            </a:pPr>
            <a:r>
              <a:rPr lang="uk-UA" b="1" spc="30" smtClean="0">
                <a:solidFill>
                  <a:schemeClr val="bg1"/>
                </a:solidFill>
                <a:latin typeface="+mn-lt"/>
              </a:rPr>
              <a:t>К</a:t>
            </a:r>
            <a:r>
              <a:rPr lang="uk-UA" b="1" spc="-1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т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е</a:t>
            </a:r>
            <a:r>
              <a:rPr lang="uk-UA" b="1" spc="-70" smtClean="0">
                <a:solidFill>
                  <a:schemeClr val="bg1"/>
                </a:solidFill>
                <a:latin typeface="+mn-lt"/>
              </a:rPr>
              <a:t>г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ор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з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-35" smtClean="0">
                <a:solidFill>
                  <a:schemeClr val="bg1"/>
                </a:solidFill>
                <a:latin typeface="+mn-lt"/>
              </a:rPr>
              <a:t>ц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я</a:t>
            </a:r>
            <a:r>
              <a:rPr lang="uk-UA" b="1" spc="275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з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-135" smtClean="0">
                <a:solidFill>
                  <a:schemeClr val="bg1"/>
                </a:solidFill>
                <a:latin typeface="+mn-lt"/>
              </a:rPr>
              <a:t>б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ра</a:t>
            </a:r>
            <a:r>
              <a:rPr lang="uk-UA" b="1" spc="55" smtClean="0">
                <a:solidFill>
                  <a:schemeClr val="bg1"/>
                </a:solidFill>
                <a:latin typeface="+mn-lt"/>
              </a:rPr>
              <a:t>ж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е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н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й</a:t>
            </a:r>
            <a:endParaRPr lang="uk-UA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6200" y="242897"/>
            <a:ext cx="106172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5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229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сс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ор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</a:p>
        </p:txBody>
      </p:sp>
      <p:sp>
        <p:nvSpPr>
          <p:cNvPr id="3" name="object 3"/>
          <p:cNvSpPr/>
          <p:nvPr/>
        </p:nvSpPr>
        <p:spPr>
          <a:xfrm>
            <a:off x="6311900" y="18796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1460500" y="0"/>
                </a:moveTo>
                <a:lnTo>
                  <a:pt x="131575" y="241"/>
                </a:lnTo>
                <a:lnTo>
                  <a:pt x="90037" y="9349"/>
                </a:lnTo>
                <a:lnTo>
                  <a:pt x="53925" y="30034"/>
                </a:lnTo>
                <a:lnTo>
                  <a:pt x="25424" y="60112"/>
                </a:lnTo>
                <a:lnTo>
                  <a:pt x="6720" y="97396"/>
                </a:lnTo>
                <a:lnTo>
                  <a:pt x="0" y="139700"/>
                </a:lnTo>
                <a:lnTo>
                  <a:pt x="241" y="707891"/>
                </a:lnTo>
                <a:lnTo>
                  <a:pt x="9349" y="753345"/>
                </a:lnTo>
                <a:lnTo>
                  <a:pt x="30034" y="789649"/>
                </a:lnTo>
                <a:lnTo>
                  <a:pt x="60112" y="816257"/>
                </a:lnTo>
                <a:lnTo>
                  <a:pt x="97396" y="832623"/>
                </a:lnTo>
                <a:lnTo>
                  <a:pt x="139700" y="838200"/>
                </a:lnTo>
                <a:lnTo>
                  <a:pt x="1468624" y="838005"/>
                </a:lnTo>
                <a:lnTo>
                  <a:pt x="1510162" y="830386"/>
                </a:lnTo>
                <a:lnTo>
                  <a:pt x="1546274" y="812080"/>
                </a:lnTo>
                <a:lnTo>
                  <a:pt x="1574775" y="783632"/>
                </a:lnTo>
                <a:lnTo>
                  <a:pt x="1593479" y="745590"/>
                </a:lnTo>
                <a:lnTo>
                  <a:pt x="1600200" y="698500"/>
                </a:lnTo>
                <a:lnTo>
                  <a:pt x="1599958" y="131575"/>
                </a:lnTo>
                <a:lnTo>
                  <a:pt x="1590850" y="90037"/>
                </a:lnTo>
                <a:lnTo>
                  <a:pt x="1570165" y="53925"/>
                </a:lnTo>
                <a:lnTo>
                  <a:pt x="1540087" y="25424"/>
                </a:lnTo>
                <a:lnTo>
                  <a:pt x="1502803" y="6720"/>
                </a:lnTo>
                <a:lnTo>
                  <a:pt x="14605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99200" y="1866900"/>
            <a:ext cx="1625600" cy="863600"/>
          </a:xfrm>
          <a:custGeom>
            <a:avLst/>
            <a:gdLst/>
            <a:ahLst/>
            <a:cxnLst/>
            <a:rect l="l" t="t" r="r" b="b"/>
            <a:pathLst>
              <a:path w="1625600" h="863600">
                <a:moveTo>
                  <a:pt x="1536700" y="12700"/>
                </a:moveTo>
                <a:lnTo>
                  <a:pt x="88900" y="12700"/>
                </a:lnTo>
                <a:lnTo>
                  <a:pt x="88900" y="25400"/>
                </a:lnTo>
                <a:lnTo>
                  <a:pt x="50800" y="50800"/>
                </a:lnTo>
                <a:lnTo>
                  <a:pt x="12700" y="101600"/>
                </a:lnTo>
                <a:lnTo>
                  <a:pt x="0" y="127000"/>
                </a:lnTo>
                <a:lnTo>
                  <a:pt x="0" y="749300"/>
                </a:lnTo>
                <a:lnTo>
                  <a:pt x="12700" y="774700"/>
                </a:lnTo>
                <a:lnTo>
                  <a:pt x="50800" y="825500"/>
                </a:lnTo>
                <a:lnTo>
                  <a:pt x="88900" y="850900"/>
                </a:lnTo>
                <a:lnTo>
                  <a:pt x="88900" y="863600"/>
                </a:lnTo>
                <a:lnTo>
                  <a:pt x="1536700" y="863600"/>
                </a:lnTo>
                <a:lnTo>
                  <a:pt x="1536700" y="850900"/>
                </a:lnTo>
                <a:lnTo>
                  <a:pt x="1555750" y="838200"/>
                </a:lnTo>
                <a:lnTo>
                  <a:pt x="101600" y="838200"/>
                </a:lnTo>
                <a:lnTo>
                  <a:pt x="76200" y="812800"/>
                </a:lnTo>
                <a:lnTo>
                  <a:pt x="63500" y="812800"/>
                </a:lnTo>
                <a:lnTo>
                  <a:pt x="31750" y="749300"/>
                </a:lnTo>
                <a:lnTo>
                  <a:pt x="25400" y="749300"/>
                </a:lnTo>
                <a:lnTo>
                  <a:pt x="25400" y="127000"/>
                </a:lnTo>
                <a:lnTo>
                  <a:pt x="31750" y="127000"/>
                </a:lnTo>
                <a:lnTo>
                  <a:pt x="63500" y="63500"/>
                </a:lnTo>
                <a:lnTo>
                  <a:pt x="76200" y="63500"/>
                </a:lnTo>
                <a:lnTo>
                  <a:pt x="101600" y="38100"/>
                </a:lnTo>
                <a:lnTo>
                  <a:pt x="127000" y="38100"/>
                </a:lnTo>
                <a:lnTo>
                  <a:pt x="152400" y="25400"/>
                </a:lnTo>
                <a:lnTo>
                  <a:pt x="1536700" y="25400"/>
                </a:lnTo>
                <a:lnTo>
                  <a:pt x="1536700" y="12700"/>
                </a:lnTo>
                <a:close/>
              </a:path>
              <a:path w="1625600" h="863600">
                <a:moveTo>
                  <a:pt x="1562100" y="800100"/>
                </a:moveTo>
                <a:lnTo>
                  <a:pt x="1524000" y="838200"/>
                </a:lnTo>
                <a:lnTo>
                  <a:pt x="1555750" y="838200"/>
                </a:lnTo>
                <a:lnTo>
                  <a:pt x="1574800" y="825500"/>
                </a:lnTo>
                <a:lnTo>
                  <a:pt x="1587500" y="825500"/>
                </a:lnTo>
                <a:lnTo>
                  <a:pt x="1593850" y="812800"/>
                </a:lnTo>
                <a:lnTo>
                  <a:pt x="1562100" y="812800"/>
                </a:lnTo>
                <a:lnTo>
                  <a:pt x="1562100" y="800100"/>
                </a:lnTo>
                <a:close/>
              </a:path>
              <a:path w="1625600" h="863600">
                <a:moveTo>
                  <a:pt x="63500" y="800100"/>
                </a:moveTo>
                <a:lnTo>
                  <a:pt x="63500" y="812800"/>
                </a:lnTo>
                <a:lnTo>
                  <a:pt x="76200" y="812800"/>
                </a:lnTo>
                <a:lnTo>
                  <a:pt x="63500" y="800100"/>
                </a:lnTo>
                <a:close/>
              </a:path>
              <a:path w="1625600" h="863600">
                <a:moveTo>
                  <a:pt x="1600200" y="736600"/>
                </a:moveTo>
                <a:lnTo>
                  <a:pt x="1562100" y="812800"/>
                </a:lnTo>
                <a:lnTo>
                  <a:pt x="1593850" y="812800"/>
                </a:lnTo>
                <a:lnTo>
                  <a:pt x="1625600" y="749300"/>
                </a:lnTo>
                <a:lnTo>
                  <a:pt x="1600200" y="749300"/>
                </a:lnTo>
                <a:lnTo>
                  <a:pt x="1600200" y="736600"/>
                </a:lnTo>
                <a:close/>
              </a:path>
              <a:path w="1625600" h="863600">
                <a:moveTo>
                  <a:pt x="25400" y="736600"/>
                </a:moveTo>
                <a:lnTo>
                  <a:pt x="25400" y="749300"/>
                </a:lnTo>
                <a:lnTo>
                  <a:pt x="31750" y="749300"/>
                </a:lnTo>
                <a:lnTo>
                  <a:pt x="25400" y="736600"/>
                </a:lnTo>
                <a:close/>
              </a:path>
              <a:path w="1625600" h="863600">
                <a:moveTo>
                  <a:pt x="1625600" y="127000"/>
                </a:moveTo>
                <a:lnTo>
                  <a:pt x="1600200" y="127000"/>
                </a:lnTo>
                <a:lnTo>
                  <a:pt x="1600200" y="749300"/>
                </a:lnTo>
                <a:lnTo>
                  <a:pt x="1625600" y="749300"/>
                </a:lnTo>
                <a:lnTo>
                  <a:pt x="1625600" y="127000"/>
                </a:lnTo>
                <a:close/>
              </a:path>
              <a:path w="1625600" h="863600">
                <a:moveTo>
                  <a:pt x="31750" y="127000"/>
                </a:moveTo>
                <a:lnTo>
                  <a:pt x="25400" y="127000"/>
                </a:lnTo>
                <a:lnTo>
                  <a:pt x="25400" y="139700"/>
                </a:lnTo>
                <a:lnTo>
                  <a:pt x="31750" y="127000"/>
                </a:lnTo>
                <a:close/>
              </a:path>
              <a:path w="1625600" h="863600">
                <a:moveTo>
                  <a:pt x="1593850" y="63500"/>
                </a:moveTo>
                <a:lnTo>
                  <a:pt x="1562100" y="63500"/>
                </a:lnTo>
                <a:lnTo>
                  <a:pt x="1600200" y="139700"/>
                </a:lnTo>
                <a:lnTo>
                  <a:pt x="1600200" y="127000"/>
                </a:lnTo>
                <a:lnTo>
                  <a:pt x="1625600" y="127000"/>
                </a:lnTo>
                <a:lnTo>
                  <a:pt x="1593850" y="63500"/>
                </a:lnTo>
                <a:close/>
              </a:path>
              <a:path w="1625600" h="863600">
                <a:moveTo>
                  <a:pt x="76200" y="63500"/>
                </a:moveTo>
                <a:lnTo>
                  <a:pt x="63500" y="63500"/>
                </a:lnTo>
                <a:lnTo>
                  <a:pt x="63500" y="76200"/>
                </a:lnTo>
                <a:lnTo>
                  <a:pt x="76200" y="63500"/>
                </a:lnTo>
                <a:close/>
              </a:path>
              <a:path w="1625600" h="863600">
                <a:moveTo>
                  <a:pt x="1536700" y="25400"/>
                </a:moveTo>
                <a:lnTo>
                  <a:pt x="1473200" y="25400"/>
                </a:lnTo>
                <a:lnTo>
                  <a:pt x="1498600" y="38100"/>
                </a:lnTo>
                <a:lnTo>
                  <a:pt x="1524000" y="38100"/>
                </a:lnTo>
                <a:lnTo>
                  <a:pt x="1562100" y="76200"/>
                </a:lnTo>
                <a:lnTo>
                  <a:pt x="1562100" y="63500"/>
                </a:lnTo>
                <a:lnTo>
                  <a:pt x="1593850" y="63500"/>
                </a:lnTo>
                <a:lnTo>
                  <a:pt x="1587500" y="50800"/>
                </a:lnTo>
                <a:lnTo>
                  <a:pt x="1574800" y="50800"/>
                </a:lnTo>
                <a:lnTo>
                  <a:pt x="1536700" y="25400"/>
                </a:lnTo>
                <a:close/>
              </a:path>
              <a:path w="1625600" h="863600">
                <a:moveTo>
                  <a:pt x="1473200" y="0"/>
                </a:moveTo>
                <a:lnTo>
                  <a:pt x="152400" y="0"/>
                </a:lnTo>
                <a:lnTo>
                  <a:pt x="127000" y="12700"/>
                </a:lnTo>
                <a:lnTo>
                  <a:pt x="1498600" y="12700"/>
                </a:lnTo>
                <a:lnTo>
                  <a:pt x="14732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9100" y="2159000"/>
            <a:ext cx="66167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М</a:t>
            </a:r>
            <a:r>
              <a:rPr sz="1800" spc="-105" dirty="0">
                <a:latin typeface="Arial"/>
                <a:cs typeface="Arial"/>
              </a:rPr>
              <a:t>е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и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6800" y="2844800"/>
            <a:ext cx="2057400" cy="2298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82700" y="2098039"/>
            <a:ext cx="142430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27000">
              <a:lnSpc>
                <a:spcPts val="2100"/>
              </a:lnSpc>
            </a:pPr>
            <a:r>
              <a:rPr sz="1800" spc="-5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50" dirty="0">
                <a:latin typeface="Arial"/>
                <a:cs typeface="Arial"/>
              </a:rPr>
              <a:t>лл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spc="-35" dirty="0">
                <a:latin typeface="Arial"/>
                <a:cs typeface="Arial"/>
              </a:rPr>
              <a:t>ц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я 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5" dirty="0">
                <a:latin typeface="Arial"/>
                <a:cs typeface="Arial"/>
              </a:rPr>
              <a:t>ж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й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200" y="1905000"/>
            <a:ext cx="2463800" cy="3416300"/>
          </a:xfrm>
          <a:custGeom>
            <a:avLst/>
            <a:gdLst/>
            <a:ahLst/>
            <a:cxnLst/>
            <a:rect l="l" t="t" r="r" b="b"/>
            <a:pathLst>
              <a:path w="2463800" h="3416300">
                <a:moveTo>
                  <a:pt x="2044700" y="0"/>
                </a:moveTo>
                <a:lnTo>
                  <a:pt x="419100" y="0"/>
                </a:lnTo>
                <a:lnTo>
                  <a:pt x="342900" y="12700"/>
                </a:lnTo>
                <a:lnTo>
                  <a:pt x="266700" y="38100"/>
                </a:lnTo>
                <a:lnTo>
                  <a:pt x="190500" y="76200"/>
                </a:lnTo>
                <a:lnTo>
                  <a:pt x="127000" y="127000"/>
                </a:lnTo>
                <a:lnTo>
                  <a:pt x="76200" y="190500"/>
                </a:lnTo>
                <a:lnTo>
                  <a:pt x="38100" y="254000"/>
                </a:lnTo>
                <a:lnTo>
                  <a:pt x="38100" y="266700"/>
                </a:lnTo>
                <a:lnTo>
                  <a:pt x="12700" y="342900"/>
                </a:lnTo>
                <a:lnTo>
                  <a:pt x="0" y="419100"/>
                </a:lnTo>
                <a:lnTo>
                  <a:pt x="0" y="3009900"/>
                </a:lnTo>
                <a:lnTo>
                  <a:pt x="12700" y="3086100"/>
                </a:lnTo>
                <a:lnTo>
                  <a:pt x="38100" y="3162300"/>
                </a:lnTo>
                <a:lnTo>
                  <a:pt x="76200" y="3238500"/>
                </a:lnTo>
                <a:lnTo>
                  <a:pt x="127000" y="3302000"/>
                </a:lnTo>
                <a:lnTo>
                  <a:pt x="190500" y="3352800"/>
                </a:lnTo>
                <a:lnTo>
                  <a:pt x="266700" y="3390900"/>
                </a:lnTo>
                <a:lnTo>
                  <a:pt x="342900" y="3416300"/>
                </a:lnTo>
                <a:lnTo>
                  <a:pt x="2133600" y="3416300"/>
                </a:lnTo>
                <a:lnTo>
                  <a:pt x="2209800" y="3390900"/>
                </a:lnTo>
                <a:lnTo>
                  <a:pt x="342900" y="3390900"/>
                </a:lnTo>
                <a:lnTo>
                  <a:pt x="266700" y="3365500"/>
                </a:lnTo>
                <a:lnTo>
                  <a:pt x="279400" y="3365500"/>
                </a:lnTo>
                <a:lnTo>
                  <a:pt x="203200" y="3327400"/>
                </a:lnTo>
                <a:lnTo>
                  <a:pt x="139700" y="3276600"/>
                </a:lnTo>
                <a:lnTo>
                  <a:pt x="152400" y="3276600"/>
                </a:lnTo>
                <a:lnTo>
                  <a:pt x="101600" y="3225800"/>
                </a:lnTo>
                <a:lnTo>
                  <a:pt x="69850" y="3162300"/>
                </a:lnTo>
                <a:lnTo>
                  <a:pt x="63500" y="3162300"/>
                </a:lnTo>
                <a:lnTo>
                  <a:pt x="38100" y="3086100"/>
                </a:lnTo>
                <a:lnTo>
                  <a:pt x="25400" y="2997200"/>
                </a:lnTo>
                <a:lnTo>
                  <a:pt x="25400" y="419100"/>
                </a:lnTo>
                <a:lnTo>
                  <a:pt x="38100" y="342900"/>
                </a:lnTo>
                <a:lnTo>
                  <a:pt x="63500" y="266700"/>
                </a:lnTo>
                <a:lnTo>
                  <a:pt x="101600" y="203200"/>
                </a:lnTo>
                <a:lnTo>
                  <a:pt x="152400" y="139700"/>
                </a:lnTo>
                <a:lnTo>
                  <a:pt x="139700" y="139700"/>
                </a:lnTo>
                <a:lnTo>
                  <a:pt x="203200" y="101600"/>
                </a:lnTo>
                <a:lnTo>
                  <a:pt x="279400" y="63500"/>
                </a:lnTo>
                <a:lnTo>
                  <a:pt x="266700" y="63500"/>
                </a:lnTo>
                <a:lnTo>
                  <a:pt x="342900" y="38100"/>
                </a:lnTo>
                <a:lnTo>
                  <a:pt x="431800" y="25400"/>
                </a:lnTo>
                <a:lnTo>
                  <a:pt x="2171700" y="25400"/>
                </a:lnTo>
                <a:lnTo>
                  <a:pt x="2133600" y="12700"/>
                </a:lnTo>
                <a:lnTo>
                  <a:pt x="2044700" y="0"/>
                </a:lnTo>
                <a:close/>
              </a:path>
              <a:path w="2463800" h="3416300">
                <a:moveTo>
                  <a:pt x="2413000" y="3149600"/>
                </a:moveTo>
                <a:lnTo>
                  <a:pt x="2374900" y="3225800"/>
                </a:lnTo>
                <a:lnTo>
                  <a:pt x="2273300" y="3327400"/>
                </a:lnTo>
                <a:lnTo>
                  <a:pt x="2197100" y="3365500"/>
                </a:lnTo>
                <a:lnTo>
                  <a:pt x="2209800" y="3365500"/>
                </a:lnTo>
                <a:lnTo>
                  <a:pt x="2133600" y="3390900"/>
                </a:lnTo>
                <a:lnTo>
                  <a:pt x="2209800" y="3390900"/>
                </a:lnTo>
                <a:lnTo>
                  <a:pt x="2286000" y="3352800"/>
                </a:lnTo>
                <a:lnTo>
                  <a:pt x="2349500" y="3302000"/>
                </a:lnTo>
                <a:lnTo>
                  <a:pt x="2400300" y="3238500"/>
                </a:lnTo>
                <a:lnTo>
                  <a:pt x="2438400" y="3162300"/>
                </a:lnTo>
                <a:lnTo>
                  <a:pt x="2413000" y="3162300"/>
                </a:lnTo>
                <a:lnTo>
                  <a:pt x="2413000" y="3149600"/>
                </a:lnTo>
                <a:close/>
              </a:path>
              <a:path w="2463800" h="3416300">
                <a:moveTo>
                  <a:pt x="63500" y="3149600"/>
                </a:moveTo>
                <a:lnTo>
                  <a:pt x="63500" y="3162300"/>
                </a:lnTo>
                <a:lnTo>
                  <a:pt x="69850" y="3162300"/>
                </a:lnTo>
                <a:lnTo>
                  <a:pt x="63500" y="3149600"/>
                </a:lnTo>
                <a:close/>
              </a:path>
              <a:path w="2463800" h="3416300">
                <a:moveTo>
                  <a:pt x="2171700" y="25400"/>
                </a:moveTo>
                <a:lnTo>
                  <a:pt x="2044700" y="25400"/>
                </a:lnTo>
                <a:lnTo>
                  <a:pt x="2133600" y="38100"/>
                </a:lnTo>
                <a:lnTo>
                  <a:pt x="2209800" y="63500"/>
                </a:lnTo>
                <a:lnTo>
                  <a:pt x="2197100" y="63500"/>
                </a:lnTo>
                <a:lnTo>
                  <a:pt x="2273300" y="101600"/>
                </a:lnTo>
                <a:lnTo>
                  <a:pt x="2324100" y="139700"/>
                </a:lnTo>
                <a:lnTo>
                  <a:pt x="2374900" y="203200"/>
                </a:lnTo>
                <a:lnTo>
                  <a:pt x="2413000" y="266700"/>
                </a:lnTo>
                <a:lnTo>
                  <a:pt x="2438400" y="342900"/>
                </a:lnTo>
                <a:lnTo>
                  <a:pt x="2438400" y="3086100"/>
                </a:lnTo>
                <a:lnTo>
                  <a:pt x="2413000" y="3162300"/>
                </a:lnTo>
                <a:lnTo>
                  <a:pt x="2438400" y="3162300"/>
                </a:lnTo>
                <a:lnTo>
                  <a:pt x="2463800" y="3086100"/>
                </a:lnTo>
                <a:lnTo>
                  <a:pt x="2463800" y="342900"/>
                </a:lnTo>
                <a:lnTo>
                  <a:pt x="2438400" y="266700"/>
                </a:lnTo>
                <a:lnTo>
                  <a:pt x="2438400" y="254000"/>
                </a:lnTo>
                <a:lnTo>
                  <a:pt x="2400300" y="190500"/>
                </a:lnTo>
                <a:lnTo>
                  <a:pt x="2349500" y="127000"/>
                </a:lnTo>
                <a:lnTo>
                  <a:pt x="2286000" y="76200"/>
                </a:lnTo>
                <a:lnTo>
                  <a:pt x="2209800" y="38100"/>
                </a:lnTo>
                <a:lnTo>
                  <a:pt x="21717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84900" y="3327400"/>
            <a:ext cx="1676400" cy="914400"/>
          </a:xfrm>
          <a:custGeom>
            <a:avLst/>
            <a:gdLst/>
            <a:ahLst/>
            <a:cxnLst/>
            <a:rect l="l" t="t" r="r" b="b"/>
            <a:pathLst>
              <a:path w="1676400" h="914400">
                <a:moveTo>
                  <a:pt x="1524000" y="0"/>
                </a:moveTo>
                <a:lnTo>
                  <a:pt x="139340" y="733"/>
                </a:lnTo>
                <a:lnTo>
                  <a:pt x="99890" y="11537"/>
                </a:lnTo>
                <a:lnTo>
                  <a:pt x="63784" y="33286"/>
                </a:lnTo>
                <a:lnTo>
                  <a:pt x="33546" y="63454"/>
                </a:lnTo>
                <a:lnTo>
                  <a:pt x="11702" y="99516"/>
                </a:lnTo>
                <a:lnTo>
                  <a:pt x="778" y="138945"/>
                </a:lnTo>
                <a:lnTo>
                  <a:pt x="0" y="152400"/>
                </a:lnTo>
                <a:lnTo>
                  <a:pt x="715" y="762000"/>
                </a:lnTo>
                <a:lnTo>
                  <a:pt x="6595" y="806144"/>
                </a:lnTo>
                <a:lnTo>
                  <a:pt x="24977" y="844739"/>
                </a:lnTo>
                <a:lnTo>
                  <a:pt x="52619" y="876057"/>
                </a:lnTo>
                <a:lnTo>
                  <a:pt x="86996" y="898837"/>
                </a:lnTo>
                <a:lnTo>
                  <a:pt x="125583" y="911816"/>
                </a:lnTo>
                <a:lnTo>
                  <a:pt x="152400" y="914400"/>
                </a:lnTo>
                <a:lnTo>
                  <a:pt x="1538996" y="913784"/>
                </a:lnTo>
                <a:lnTo>
                  <a:pt x="1581739" y="904459"/>
                </a:lnTo>
                <a:lnTo>
                  <a:pt x="1618049" y="884900"/>
                </a:lnTo>
                <a:lnTo>
                  <a:pt x="1646662" y="856369"/>
                </a:lnTo>
                <a:lnTo>
                  <a:pt x="1666315" y="820129"/>
                </a:lnTo>
                <a:lnTo>
                  <a:pt x="1675746" y="777443"/>
                </a:lnTo>
                <a:lnTo>
                  <a:pt x="1676400" y="762000"/>
                </a:lnTo>
                <a:lnTo>
                  <a:pt x="1675796" y="152400"/>
                </a:lnTo>
                <a:lnTo>
                  <a:pt x="1670767" y="112794"/>
                </a:lnTo>
                <a:lnTo>
                  <a:pt x="1654479" y="75292"/>
                </a:lnTo>
                <a:lnTo>
                  <a:pt x="1628799" y="42817"/>
                </a:lnTo>
                <a:lnTo>
                  <a:pt x="1594988" y="17894"/>
                </a:lnTo>
                <a:lnTo>
                  <a:pt x="1554310" y="3050"/>
                </a:lnTo>
                <a:lnTo>
                  <a:pt x="15240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72200" y="3314700"/>
            <a:ext cx="1701800" cy="939800"/>
          </a:xfrm>
          <a:custGeom>
            <a:avLst/>
            <a:gdLst/>
            <a:ahLst/>
            <a:cxnLst/>
            <a:rect l="l" t="t" r="r" b="b"/>
            <a:pathLst>
              <a:path w="1701800" h="939800">
                <a:moveTo>
                  <a:pt x="1612900" y="12700"/>
                </a:moveTo>
                <a:lnTo>
                  <a:pt x="101600" y="12700"/>
                </a:lnTo>
                <a:lnTo>
                  <a:pt x="101600" y="25400"/>
                </a:lnTo>
                <a:lnTo>
                  <a:pt x="50800" y="50800"/>
                </a:lnTo>
                <a:lnTo>
                  <a:pt x="25400" y="101600"/>
                </a:lnTo>
                <a:lnTo>
                  <a:pt x="12700" y="101600"/>
                </a:lnTo>
                <a:lnTo>
                  <a:pt x="12700" y="139700"/>
                </a:lnTo>
                <a:lnTo>
                  <a:pt x="0" y="165100"/>
                </a:lnTo>
                <a:lnTo>
                  <a:pt x="0" y="787400"/>
                </a:lnTo>
                <a:lnTo>
                  <a:pt x="12700" y="812800"/>
                </a:lnTo>
                <a:lnTo>
                  <a:pt x="12700" y="850900"/>
                </a:lnTo>
                <a:lnTo>
                  <a:pt x="25400" y="850900"/>
                </a:lnTo>
                <a:lnTo>
                  <a:pt x="50800" y="901700"/>
                </a:lnTo>
                <a:lnTo>
                  <a:pt x="101600" y="927100"/>
                </a:lnTo>
                <a:lnTo>
                  <a:pt x="139700" y="939800"/>
                </a:lnTo>
                <a:lnTo>
                  <a:pt x="1574800" y="939800"/>
                </a:lnTo>
                <a:lnTo>
                  <a:pt x="1600200" y="927100"/>
                </a:lnTo>
                <a:lnTo>
                  <a:pt x="1612900" y="927100"/>
                </a:lnTo>
                <a:lnTo>
                  <a:pt x="1638300" y="914400"/>
                </a:lnTo>
                <a:lnTo>
                  <a:pt x="114300" y="914400"/>
                </a:lnTo>
                <a:lnTo>
                  <a:pt x="88900" y="901700"/>
                </a:lnTo>
                <a:lnTo>
                  <a:pt x="76200" y="876300"/>
                </a:lnTo>
                <a:lnTo>
                  <a:pt x="50800" y="863600"/>
                </a:lnTo>
                <a:lnTo>
                  <a:pt x="38100" y="838200"/>
                </a:lnTo>
                <a:lnTo>
                  <a:pt x="38100" y="812800"/>
                </a:lnTo>
                <a:lnTo>
                  <a:pt x="25400" y="774700"/>
                </a:lnTo>
                <a:lnTo>
                  <a:pt x="25400" y="165100"/>
                </a:lnTo>
                <a:lnTo>
                  <a:pt x="38100" y="139700"/>
                </a:lnTo>
                <a:lnTo>
                  <a:pt x="38100" y="114300"/>
                </a:lnTo>
                <a:lnTo>
                  <a:pt x="50800" y="88900"/>
                </a:lnTo>
                <a:lnTo>
                  <a:pt x="76200" y="76200"/>
                </a:lnTo>
                <a:lnTo>
                  <a:pt x="88900" y="50800"/>
                </a:lnTo>
                <a:lnTo>
                  <a:pt x="114300" y="38100"/>
                </a:lnTo>
                <a:lnTo>
                  <a:pt x="139700" y="38100"/>
                </a:lnTo>
                <a:lnTo>
                  <a:pt x="177800" y="25400"/>
                </a:lnTo>
                <a:lnTo>
                  <a:pt x="1612900" y="25400"/>
                </a:lnTo>
                <a:lnTo>
                  <a:pt x="1612900" y="12700"/>
                </a:lnTo>
                <a:close/>
              </a:path>
              <a:path w="1701800" h="939800">
                <a:moveTo>
                  <a:pt x="1612900" y="25400"/>
                </a:moveTo>
                <a:lnTo>
                  <a:pt x="1536700" y="25400"/>
                </a:lnTo>
                <a:lnTo>
                  <a:pt x="1574800" y="38100"/>
                </a:lnTo>
                <a:lnTo>
                  <a:pt x="1600200" y="38100"/>
                </a:lnTo>
                <a:lnTo>
                  <a:pt x="1625600" y="50800"/>
                </a:lnTo>
                <a:lnTo>
                  <a:pt x="1638300" y="76200"/>
                </a:lnTo>
                <a:lnTo>
                  <a:pt x="1663700" y="88900"/>
                </a:lnTo>
                <a:lnTo>
                  <a:pt x="1676400" y="114300"/>
                </a:lnTo>
                <a:lnTo>
                  <a:pt x="1676400" y="838200"/>
                </a:lnTo>
                <a:lnTo>
                  <a:pt x="1663700" y="863600"/>
                </a:lnTo>
                <a:lnTo>
                  <a:pt x="1638300" y="876300"/>
                </a:lnTo>
                <a:lnTo>
                  <a:pt x="1625600" y="901700"/>
                </a:lnTo>
                <a:lnTo>
                  <a:pt x="1600200" y="914400"/>
                </a:lnTo>
                <a:lnTo>
                  <a:pt x="1638300" y="914400"/>
                </a:lnTo>
                <a:lnTo>
                  <a:pt x="1663700" y="901700"/>
                </a:lnTo>
                <a:lnTo>
                  <a:pt x="1689100" y="850900"/>
                </a:lnTo>
                <a:lnTo>
                  <a:pt x="1689100" y="838200"/>
                </a:lnTo>
                <a:lnTo>
                  <a:pt x="1701800" y="812800"/>
                </a:lnTo>
                <a:lnTo>
                  <a:pt x="1701800" y="139700"/>
                </a:lnTo>
                <a:lnTo>
                  <a:pt x="1689100" y="101600"/>
                </a:lnTo>
                <a:lnTo>
                  <a:pt x="1663700" y="50800"/>
                </a:lnTo>
                <a:lnTo>
                  <a:pt x="1612900" y="25400"/>
                </a:lnTo>
                <a:close/>
              </a:path>
              <a:path w="1701800" h="939800">
                <a:moveTo>
                  <a:pt x="1536700" y="0"/>
                </a:moveTo>
                <a:lnTo>
                  <a:pt x="165100" y="0"/>
                </a:lnTo>
                <a:lnTo>
                  <a:pt x="139700" y="12700"/>
                </a:lnTo>
                <a:lnTo>
                  <a:pt x="1574800" y="12700"/>
                </a:lnTo>
                <a:lnTo>
                  <a:pt x="15367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24600" y="3583940"/>
            <a:ext cx="1394460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279400">
              <a:lnSpc>
                <a:spcPts val="1600"/>
              </a:lnSpc>
            </a:pPr>
            <a:r>
              <a:rPr sz="1400" spc="5" dirty="0">
                <a:latin typeface="Arial"/>
                <a:cs typeface="Arial"/>
              </a:rPr>
              <a:t>О</a:t>
            </a:r>
            <a:r>
              <a:rPr sz="1400" spc="-5" dirty="0">
                <a:latin typeface="Arial"/>
                <a:cs typeface="Arial"/>
              </a:rPr>
              <a:t>б</a:t>
            </a:r>
            <a:r>
              <a:rPr sz="1400" dirty="0">
                <a:latin typeface="Arial"/>
                <a:cs typeface="Arial"/>
              </a:rPr>
              <a:t>у</a:t>
            </a:r>
            <a:r>
              <a:rPr sz="1400" spc="-30" dirty="0">
                <a:latin typeface="Arial"/>
                <a:cs typeface="Arial"/>
              </a:rPr>
              <a:t>ч</a:t>
            </a:r>
            <a:r>
              <a:rPr sz="1400" spc="20" dirty="0">
                <a:latin typeface="Arial"/>
                <a:cs typeface="Arial"/>
              </a:rPr>
              <a:t>е</a:t>
            </a:r>
            <a:r>
              <a:rPr sz="1400" spc="25" dirty="0">
                <a:latin typeface="Arial"/>
                <a:cs typeface="Arial"/>
              </a:rPr>
              <a:t>н</a:t>
            </a:r>
            <a:r>
              <a:rPr sz="1400" spc="15" dirty="0">
                <a:latin typeface="Arial"/>
                <a:cs typeface="Arial"/>
              </a:rPr>
              <a:t>и</a:t>
            </a:r>
            <a:r>
              <a:rPr sz="1400" dirty="0">
                <a:latin typeface="Arial"/>
                <a:cs typeface="Arial"/>
              </a:rPr>
              <a:t>е </a:t>
            </a:r>
            <a:r>
              <a:rPr sz="1400" spc="-15" dirty="0">
                <a:latin typeface="Arial"/>
                <a:cs typeface="Arial"/>
              </a:rPr>
              <a:t>к</a:t>
            </a:r>
            <a:r>
              <a:rPr sz="1400" spc="-20" dirty="0">
                <a:latin typeface="Arial"/>
                <a:cs typeface="Arial"/>
              </a:rPr>
              <a:t>л</a:t>
            </a:r>
            <a:r>
              <a:rPr sz="1400" spc="20" dirty="0">
                <a:latin typeface="Arial"/>
                <a:cs typeface="Arial"/>
              </a:rPr>
              <a:t>а</a:t>
            </a:r>
            <a:r>
              <a:rPr sz="1400" dirty="0">
                <a:latin typeface="Arial"/>
                <a:cs typeface="Arial"/>
              </a:rPr>
              <a:t>сс</a:t>
            </a:r>
            <a:r>
              <a:rPr sz="1400" spc="15" dirty="0">
                <a:latin typeface="Arial"/>
                <a:cs typeface="Arial"/>
              </a:rPr>
              <a:t>и</a:t>
            </a:r>
            <a:r>
              <a:rPr sz="1400" spc="-55" dirty="0">
                <a:latin typeface="Arial"/>
                <a:cs typeface="Arial"/>
              </a:rPr>
              <a:t>ф</a:t>
            </a:r>
            <a:r>
              <a:rPr sz="1400" spc="15" dirty="0">
                <a:latin typeface="Arial"/>
                <a:cs typeface="Arial"/>
              </a:rPr>
              <a:t>и</a:t>
            </a:r>
            <a:r>
              <a:rPr sz="1400" spc="-15" dirty="0">
                <a:latin typeface="Arial"/>
                <a:cs typeface="Arial"/>
              </a:rPr>
              <a:t>к</a:t>
            </a:r>
            <a:r>
              <a:rPr sz="1400" spc="20" dirty="0">
                <a:latin typeface="Arial"/>
                <a:cs typeface="Arial"/>
              </a:rPr>
              <a:t>а</a:t>
            </a:r>
            <a:r>
              <a:rPr sz="1400" spc="55" dirty="0">
                <a:latin typeface="Arial"/>
                <a:cs typeface="Arial"/>
              </a:rPr>
              <a:t>т</a:t>
            </a:r>
            <a:r>
              <a:rPr sz="1400" spc="20" dirty="0">
                <a:latin typeface="Arial"/>
                <a:cs typeface="Arial"/>
              </a:rPr>
              <a:t>ор</a:t>
            </a:r>
            <a:r>
              <a:rPr sz="1400" dirty="0">
                <a:latin typeface="Arial"/>
                <a:cs typeface="Arial"/>
              </a:rPr>
              <a:t>а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75100" y="332740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1600200" y="0"/>
                </a:moveTo>
                <a:lnTo>
                  <a:pt x="139340" y="733"/>
                </a:lnTo>
                <a:lnTo>
                  <a:pt x="99890" y="11537"/>
                </a:lnTo>
                <a:lnTo>
                  <a:pt x="63784" y="33286"/>
                </a:lnTo>
                <a:lnTo>
                  <a:pt x="33546" y="63454"/>
                </a:lnTo>
                <a:lnTo>
                  <a:pt x="11702" y="99516"/>
                </a:lnTo>
                <a:lnTo>
                  <a:pt x="778" y="138945"/>
                </a:lnTo>
                <a:lnTo>
                  <a:pt x="0" y="152400"/>
                </a:lnTo>
                <a:lnTo>
                  <a:pt x="715" y="762000"/>
                </a:lnTo>
                <a:lnTo>
                  <a:pt x="6595" y="806144"/>
                </a:lnTo>
                <a:lnTo>
                  <a:pt x="24977" y="844739"/>
                </a:lnTo>
                <a:lnTo>
                  <a:pt x="52619" y="876057"/>
                </a:lnTo>
                <a:lnTo>
                  <a:pt x="86996" y="898837"/>
                </a:lnTo>
                <a:lnTo>
                  <a:pt x="125583" y="911816"/>
                </a:lnTo>
                <a:lnTo>
                  <a:pt x="152400" y="914400"/>
                </a:lnTo>
                <a:lnTo>
                  <a:pt x="1615196" y="913784"/>
                </a:lnTo>
                <a:lnTo>
                  <a:pt x="1657939" y="904459"/>
                </a:lnTo>
                <a:lnTo>
                  <a:pt x="1694249" y="884900"/>
                </a:lnTo>
                <a:lnTo>
                  <a:pt x="1722862" y="856369"/>
                </a:lnTo>
                <a:lnTo>
                  <a:pt x="1742515" y="820129"/>
                </a:lnTo>
                <a:lnTo>
                  <a:pt x="1751946" y="777443"/>
                </a:lnTo>
                <a:lnTo>
                  <a:pt x="1752600" y="762000"/>
                </a:lnTo>
                <a:lnTo>
                  <a:pt x="1751996" y="152400"/>
                </a:lnTo>
                <a:lnTo>
                  <a:pt x="1746967" y="112794"/>
                </a:lnTo>
                <a:lnTo>
                  <a:pt x="1730679" y="75292"/>
                </a:lnTo>
                <a:lnTo>
                  <a:pt x="1704999" y="42817"/>
                </a:lnTo>
                <a:lnTo>
                  <a:pt x="1671188" y="17894"/>
                </a:lnTo>
                <a:lnTo>
                  <a:pt x="1630510" y="3050"/>
                </a:lnTo>
                <a:lnTo>
                  <a:pt x="16002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62400" y="3314700"/>
            <a:ext cx="1778000" cy="939800"/>
          </a:xfrm>
          <a:custGeom>
            <a:avLst/>
            <a:gdLst/>
            <a:ahLst/>
            <a:cxnLst/>
            <a:rect l="l" t="t" r="r" b="b"/>
            <a:pathLst>
              <a:path w="1778000" h="939800">
                <a:moveTo>
                  <a:pt x="1689100" y="12700"/>
                </a:moveTo>
                <a:lnTo>
                  <a:pt x="101600" y="12700"/>
                </a:lnTo>
                <a:lnTo>
                  <a:pt x="101600" y="25400"/>
                </a:lnTo>
                <a:lnTo>
                  <a:pt x="50800" y="50800"/>
                </a:lnTo>
                <a:lnTo>
                  <a:pt x="25400" y="101600"/>
                </a:lnTo>
                <a:lnTo>
                  <a:pt x="12700" y="101600"/>
                </a:lnTo>
                <a:lnTo>
                  <a:pt x="12700" y="139700"/>
                </a:lnTo>
                <a:lnTo>
                  <a:pt x="0" y="165100"/>
                </a:lnTo>
                <a:lnTo>
                  <a:pt x="0" y="787400"/>
                </a:lnTo>
                <a:lnTo>
                  <a:pt x="12700" y="812800"/>
                </a:lnTo>
                <a:lnTo>
                  <a:pt x="12700" y="850900"/>
                </a:lnTo>
                <a:lnTo>
                  <a:pt x="25400" y="850900"/>
                </a:lnTo>
                <a:lnTo>
                  <a:pt x="50800" y="901700"/>
                </a:lnTo>
                <a:lnTo>
                  <a:pt x="101600" y="927100"/>
                </a:lnTo>
                <a:lnTo>
                  <a:pt x="139700" y="939800"/>
                </a:lnTo>
                <a:lnTo>
                  <a:pt x="1651000" y="939800"/>
                </a:lnTo>
                <a:lnTo>
                  <a:pt x="1676400" y="927100"/>
                </a:lnTo>
                <a:lnTo>
                  <a:pt x="1689100" y="927100"/>
                </a:lnTo>
                <a:lnTo>
                  <a:pt x="1714500" y="914400"/>
                </a:lnTo>
                <a:lnTo>
                  <a:pt x="114300" y="914400"/>
                </a:lnTo>
                <a:lnTo>
                  <a:pt x="88900" y="901700"/>
                </a:lnTo>
                <a:lnTo>
                  <a:pt x="76200" y="876300"/>
                </a:lnTo>
                <a:lnTo>
                  <a:pt x="50800" y="863600"/>
                </a:lnTo>
                <a:lnTo>
                  <a:pt x="38100" y="838200"/>
                </a:lnTo>
                <a:lnTo>
                  <a:pt x="38100" y="812800"/>
                </a:lnTo>
                <a:lnTo>
                  <a:pt x="25400" y="774700"/>
                </a:lnTo>
                <a:lnTo>
                  <a:pt x="25400" y="165100"/>
                </a:lnTo>
                <a:lnTo>
                  <a:pt x="38100" y="139700"/>
                </a:lnTo>
                <a:lnTo>
                  <a:pt x="38100" y="114300"/>
                </a:lnTo>
                <a:lnTo>
                  <a:pt x="50800" y="88900"/>
                </a:lnTo>
                <a:lnTo>
                  <a:pt x="76200" y="76200"/>
                </a:lnTo>
                <a:lnTo>
                  <a:pt x="88900" y="50800"/>
                </a:lnTo>
                <a:lnTo>
                  <a:pt x="114300" y="38100"/>
                </a:lnTo>
                <a:lnTo>
                  <a:pt x="139700" y="38100"/>
                </a:lnTo>
                <a:lnTo>
                  <a:pt x="177800" y="25400"/>
                </a:lnTo>
                <a:lnTo>
                  <a:pt x="1689100" y="25400"/>
                </a:lnTo>
                <a:lnTo>
                  <a:pt x="1689100" y="12700"/>
                </a:lnTo>
                <a:close/>
              </a:path>
              <a:path w="1778000" h="939800">
                <a:moveTo>
                  <a:pt x="1689100" y="25400"/>
                </a:moveTo>
                <a:lnTo>
                  <a:pt x="1612900" y="25400"/>
                </a:lnTo>
                <a:lnTo>
                  <a:pt x="1651000" y="38100"/>
                </a:lnTo>
                <a:lnTo>
                  <a:pt x="1676400" y="38100"/>
                </a:lnTo>
                <a:lnTo>
                  <a:pt x="1701800" y="50800"/>
                </a:lnTo>
                <a:lnTo>
                  <a:pt x="1714500" y="76200"/>
                </a:lnTo>
                <a:lnTo>
                  <a:pt x="1739900" y="88900"/>
                </a:lnTo>
                <a:lnTo>
                  <a:pt x="1752600" y="114300"/>
                </a:lnTo>
                <a:lnTo>
                  <a:pt x="1752600" y="838200"/>
                </a:lnTo>
                <a:lnTo>
                  <a:pt x="1739900" y="863600"/>
                </a:lnTo>
                <a:lnTo>
                  <a:pt x="1714500" y="876300"/>
                </a:lnTo>
                <a:lnTo>
                  <a:pt x="1701800" y="901700"/>
                </a:lnTo>
                <a:lnTo>
                  <a:pt x="1676400" y="914400"/>
                </a:lnTo>
                <a:lnTo>
                  <a:pt x="1714500" y="914400"/>
                </a:lnTo>
                <a:lnTo>
                  <a:pt x="1739900" y="901700"/>
                </a:lnTo>
                <a:lnTo>
                  <a:pt x="1765300" y="850900"/>
                </a:lnTo>
                <a:lnTo>
                  <a:pt x="1765300" y="838200"/>
                </a:lnTo>
                <a:lnTo>
                  <a:pt x="1778000" y="812800"/>
                </a:lnTo>
                <a:lnTo>
                  <a:pt x="1778000" y="139700"/>
                </a:lnTo>
                <a:lnTo>
                  <a:pt x="1765300" y="101600"/>
                </a:lnTo>
                <a:lnTo>
                  <a:pt x="1739900" y="50800"/>
                </a:lnTo>
                <a:lnTo>
                  <a:pt x="1689100" y="25400"/>
                </a:lnTo>
                <a:close/>
              </a:path>
              <a:path w="1778000" h="939800">
                <a:moveTo>
                  <a:pt x="1612900" y="0"/>
                </a:moveTo>
                <a:lnTo>
                  <a:pt x="165100" y="0"/>
                </a:lnTo>
                <a:lnTo>
                  <a:pt x="139700" y="12700"/>
                </a:lnTo>
                <a:lnTo>
                  <a:pt x="1651000" y="12700"/>
                </a:lnTo>
                <a:lnTo>
                  <a:pt x="16129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19600" y="3520440"/>
            <a:ext cx="86233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270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Ве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5" dirty="0">
                <a:latin typeface="Arial"/>
                <a:cs typeface="Arial"/>
              </a:rPr>
              <a:t>р</a:t>
            </a:r>
            <a:r>
              <a:rPr sz="1800" dirty="0">
                <a:latin typeface="Arial"/>
                <a:cs typeface="Arial"/>
              </a:rPr>
              <a:t>-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ак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65500" y="3632200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381000" y="0"/>
                </a:moveTo>
                <a:lnTo>
                  <a:pt x="3810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81000" y="228600"/>
                </a:lnTo>
                <a:lnTo>
                  <a:pt x="381000" y="304800"/>
                </a:lnTo>
                <a:lnTo>
                  <a:pt x="533400" y="152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52800" y="3606800"/>
            <a:ext cx="571500" cy="368300"/>
          </a:xfrm>
          <a:custGeom>
            <a:avLst/>
            <a:gdLst/>
            <a:ahLst/>
            <a:cxnLst/>
            <a:rect l="l" t="t" r="r" b="b"/>
            <a:pathLst>
              <a:path w="571500" h="368300">
                <a:moveTo>
                  <a:pt x="381000" y="254000"/>
                </a:moveTo>
                <a:lnTo>
                  <a:pt x="381000" y="368300"/>
                </a:lnTo>
                <a:lnTo>
                  <a:pt x="419100" y="330200"/>
                </a:lnTo>
                <a:lnTo>
                  <a:pt x="393700" y="330200"/>
                </a:lnTo>
                <a:lnTo>
                  <a:pt x="406400" y="317500"/>
                </a:lnTo>
                <a:lnTo>
                  <a:pt x="406400" y="266700"/>
                </a:lnTo>
                <a:lnTo>
                  <a:pt x="393700" y="266700"/>
                </a:lnTo>
                <a:lnTo>
                  <a:pt x="381000" y="254000"/>
                </a:lnTo>
                <a:close/>
              </a:path>
              <a:path w="571500" h="368300">
                <a:moveTo>
                  <a:pt x="406400" y="317500"/>
                </a:moveTo>
                <a:lnTo>
                  <a:pt x="393700" y="330200"/>
                </a:lnTo>
                <a:lnTo>
                  <a:pt x="406400" y="330200"/>
                </a:lnTo>
                <a:lnTo>
                  <a:pt x="406400" y="317500"/>
                </a:lnTo>
                <a:close/>
              </a:path>
              <a:path w="571500" h="368300">
                <a:moveTo>
                  <a:pt x="539750" y="184150"/>
                </a:moveTo>
                <a:lnTo>
                  <a:pt x="406400" y="317500"/>
                </a:lnTo>
                <a:lnTo>
                  <a:pt x="406400" y="330200"/>
                </a:lnTo>
                <a:lnTo>
                  <a:pt x="419100" y="330200"/>
                </a:lnTo>
                <a:lnTo>
                  <a:pt x="558800" y="190500"/>
                </a:lnTo>
                <a:lnTo>
                  <a:pt x="546100" y="190500"/>
                </a:lnTo>
                <a:lnTo>
                  <a:pt x="539750" y="184150"/>
                </a:lnTo>
                <a:close/>
              </a:path>
              <a:path w="571500" h="368300">
                <a:moveTo>
                  <a:pt x="3810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81000" y="266700"/>
                </a:lnTo>
                <a:lnTo>
                  <a:pt x="3810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81000" y="101600"/>
                </a:lnTo>
                <a:lnTo>
                  <a:pt x="381000" y="88900"/>
                </a:lnTo>
                <a:close/>
              </a:path>
              <a:path w="571500" h="368300">
                <a:moveTo>
                  <a:pt x="4064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81000" y="254000"/>
                </a:lnTo>
                <a:lnTo>
                  <a:pt x="393700" y="266700"/>
                </a:lnTo>
                <a:lnTo>
                  <a:pt x="406400" y="266700"/>
                </a:lnTo>
                <a:lnTo>
                  <a:pt x="406400" y="241300"/>
                </a:lnTo>
                <a:close/>
              </a:path>
              <a:path w="5715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571500" h="368300">
                <a:moveTo>
                  <a:pt x="546100" y="177800"/>
                </a:moveTo>
                <a:lnTo>
                  <a:pt x="539750" y="184150"/>
                </a:lnTo>
                <a:lnTo>
                  <a:pt x="546100" y="190500"/>
                </a:lnTo>
                <a:lnTo>
                  <a:pt x="546100" y="177800"/>
                </a:lnTo>
                <a:close/>
              </a:path>
              <a:path w="571500" h="368300">
                <a:moveTo>
                  <a:pt x="571500" y="177800"/>
                </a:moveTo>
                <a:lnTo>
                  <a:pt x="546100" y="177800"/>
                </a:lnTo>
                <a:lnTo>
                  <a:pt x="546100" y="190500"/>
                </a:lnTo>
                <a:lnTo>
                  <a:pt x="558800" y="190500"/>
                </a:lnTo>
                <a:lnTo>
                  <a:pt x="571500" y="177800"/>
                </a:lnTo>
                <a:close/>
              </a:path>
              <a:path w="571500" h="368300">
                <a:moveTo>
                  <a:pt x="408214" y="25400"/>
                </a:moveTo>
                <a:lnTo>
                  <a:pt x="406400" y="25400"/>
                </a:lnTo>
                <a:lnTo>
                  <a:pt x="406400" y="50800"/>
                </a:lnTo>
                <a:lnTo>
                  <a:pt x="539750" y="184150"/>
                </a:lnTo>
                <a:lnTo>
                  <a:pt x="546100" y="177800"/>
                </a:lnTo>
                <a:lnTo>
                  <a:pt x="571500" y="177800"/>
                </a:lnTo>
                <a:lnTo>
                  <a:pt x="408214" y="25400"/>
                </a:lnTo>
                <a:close/>
              </a:path>
              <a:path w="5715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571500" h="368300">
                <a:moveTo>
                  <a:pt x="406400" y="88900"/>
                </a:moveTo>
                <a:lnTo>
                  <a:pt x="393700" y="88900"/>
                </a:lnTo>
                <a:lnTo>
                  <a:pt x="3810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406400" y="114300"/>
                </a:lnTo>
                <a:lnTo>
                  <a:pt x="406400" y="88900"/>
                </a:lnTo>
                <a:close/>
              </a:path>
              <a:path w="571500" h="368300">
                <a:moveTo>
                  <a:pt x="381000" y="0"/>
                </a:moveTo>
                <a:lnTo>
                  <a:pt x="381000" y="101600"/>
                </a:lnTo>
                <a:lnTo>
                  <a:pt x="393700" y="88900"/>
                </a:lnTo>
                <a:lnTo>
                  <a:pt x="406400" y="88900"/>
                </a:lnTo>
                <a:lnTo>
                  <a:pt x="406400" y="50800"/>
                </a:lnTo>
                <a:lnTo>
                  <a:pt x="393700" y="38100"/>
                </a:lnTo>
                <a:lnTo>
                  <a:pt x="406400" y="25400"/>
                </a:lnTo>
                <a:lnTo>
                  <a:pt x="408214" y="25400"/>
                </a:lnTo>
                <a:lnTo>
                  <a:pt x="381000" y="0"/>
                </a:lnTo>
                <a:close/>
              </a:path>
              <a:path w="571500" h="368300">
                <a:moveTo>
                  <a:pt x="406400" y="25400"/>
                </a:moveTo>
                <a:lnTo>
                  <a:pt x="393700" y="38100"/>
                </a:lnTo>
                <a:lnTo>
                  <a:pt x="406400" y="50800"/>
                </a:lnTo>
                <a:lnTo>
                  <a:pt x="4064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03900" y="3632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0"/>
                </a:moveTo>
                <a:lnTo>
                  <a:pt x="2286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304800"/>
                </a:lnTo>
                <a:lnTo>
                  <a:pt x="381000" y="1524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91200" y="3606800"/>
            <a:ext cx="419100" cy="368300"/>
          </a:xfrm>
          <a:custGeom>
            <a:avLst/>
            <a:gdLst/>
            <a:ahLst/>
            <a:cxnLst/>
            <a:rect l="l" t="t" r="r" b="b"/>
            <a:pathLst>
              <a:path w="419100" h="368300">
                <a:moveTo>
                  <a:pt x="228600" y="254000"/>
                </a:moveTo>
                <a:lnTo>
                  <a:pt x="228600" y="368300"/>
                </a:lnTo>
                <a:lnTo>
                  <a:pt x="266700" y="330200"/>
                </a:lnTo>
                <a:lnTo>
                  <a:pt x="241300" y="330200"/>
                </a:lnTo>
                <a:lnTo>
                  <a:pt x="254000" y="317500"/>
                </a:lnTo>
                <a:lnTo>
                  <a:pt x="254000" y="266700"/>
                </a:lnTo>
                <a:lnTo>
                  <a:pt x="241300" y="266700"/>
                </a:lnTo>
                <a:lnTo>
                  <a:pt x="228600" y="254000"/>
                </a:lnTo>
                <a:close/>
              </a:path>
              <a:path w="419100" h="368300">
                <a:moveTo>
                  <a:pt x="254000" y="317500"/>
                </a:moveTo>
                <a:lnTo>
                  <a:pt x="241300" y="330200"/>
                </a:lnTo>
                <a:lnTo>
                  <a:pt x="254000" y="330200"/>
                </a:lnTo>
                <a:lnTo>
                  <a:pt x="254000" y="317500"/>
                </a:lnTo>
                <a:close/>
              </a:path>
              <a:path w="419100" h="368300">
                <a:moveTo>
                  <a:pt x="387350" y="184150"/>
                </a:moveTo>
                <a:lnTo>
                  <a:pt x="254000" y="317500"/>
                </a:lnTo>
                <a:lnTo>
                  <a:pt x="254000" y="330200"/>
                </a:lnTo>
                <a:lnTo>
                  <a:pt x="266700" y="330200"/>
                </a:lnTo>
                <a:lnTo>
                  <a:pt x="406400" y="190500"/>
                </a:lnTo>
                <a:lnTo>
                  <a:pt x="393700" y="190500"/>
                </a:lnTo>
                <a:lnTo>
                  <a:pt x="387350" y="184150"/>
                </a:lnTo>
                <a:close/>
              </a:path>
              <a:path w="419100" h="368300">
                <a:moveTo>
                  <a:pt x="2286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228600" y="266700"/>
                </a:lnTo>
                <a:lnTo>
                  <a:pt x="2286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228600" y="101600"/>
                </a:lnTo>
                <a:lnTo>
                  <a:pt x="228600" y="88900"/>
                </a:lnTo>
                <a:close/>
              </a:path>
              <a:path w="419100" h="368300">
                <a:moveTo>
                  <a:pt x="2540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228600" y="254000"/>
                </a:lnTo>
                <a:lnTo>
                  <a:pt x="241300" y="266700"/>
                </a:lnTo>
                <a:lnTo>
                  <a:pt x="254000" y="266700"/>
                </a:lnTo>
                <a:lnTo>
                  <a:pt x="254000" y="241300"/>
                </a:lnTo>
                <a:close/>
              </a:path>
              <a:path w="4191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419100" h="368300">
                <a:moveTo>
                  <a:pt x="393700" y="177800"/>
                </a:moveTo>
                <a:lnTo>
                  <a:pt x="387350" y="184150"/>
                </a:lnTo>
                <a:lnTo>
                  <a:pt x="393700" y="190500"/>
                </a:lnTo>
                <a:lnTo>
                  <a:pt x="393700" y="177800"/>
                </a:lnTo>
                <a:close/>
              </a:path>
              <a:path w="419100" h="368300">
                <a:moveTo>
                  <a:pt x="419100" y="177800"/>
                </a:moveTo>
                <a:lnTo>
                  <a:pt x="393700" y="177800"/>
                </a:lnTo>
                <a:lnTo>
                  <a:pt x="393700" y="190500"/>
                </a:lnTo>
                <a:lnTo>
                  <a:pt x="406400" y="190500"/>
                </a:lnTo>
                <a:lnTo>
                  <a:pt x="419100" y="177800"/>
                </a:lnTo>
                <a:close/>
              </a:path>
              <a:path w="419100" h="368300">
                <a:moveTo>
                  <a:pt x="255814" y="25400"/>
                </a:moveTo>
                <a:lnTo>
                  <a:pt x="254000" y="25400"/>
                </a:lnTo>
                <a:lnTo>
                  <a:pt x="254000" y="50800"/>
                </a:lnTo>
                <a:lnTo>
                  <a:pt x="387350" y="184150"/>
                </a:lnTo>
                <a:lnTo>
                  <a:pt x="393700" y="177800"/>
                </a:lnTo>
                <a:lnTo>
                  <a:pt x="419100" y="177800"/>
                </a:lnTo>
                <a:lnTo>
                  <a:pt x="255814" y="25400"/>
                </a:lnTo>
                <a:close/>
              </a:path>
              <a:path w="4191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419100" h="368300">
                <a:moveTo>
                  <a:pt x="254000" y="88900"/>
                </a:moveTo>
                <a:lnTo>
                  <a:pt x="241300" y="88900"/>
                </a:lnTo>
                <a:lnTo>
                  <a:pt x="2286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254000" y="114300"/>
                </a:lnTo>
                <a:lnTo>
                  <a:pt x="254000" y="88900"/>
                </a:lnTo>
                <a:close/>
              </a:path>
              <a:path w="419100" h="368300">
                <a:moveTo>
                  <a:pt x="228600" y="0"/>
                </a:moveTo>
                <a:lnTo>
                  <a:pt x="228600" y="101600"/>
                </a:lnTo>
                <a:lnTo>
                  <a:pt x="241300" y="88900"/>
                </a:lnTo>
                <a:lnTo>
                  <a:pt x="254000" y="88900"/>
                </a:lnTo>
                <a:lnTo>
                  <a:pt x="254000" y="50800"/>
                </a:lnTo>
                <a:lnTo>
                  <a:pt x="241300" y="38100"/>
                </a:lnTo>
                <a:lnTo>
                  <a:pt x="254000" y="25400"/>
                </a:lnTo>
                <a:lnTo>
                  <a:pt x="255814" y="25400"/>
                </a:lnTo>
                <a:lnTo>
                  <a:pt x="228600" y="0"/>
                </a:lnTo>
                <a:close/>
              </a:path>
              <a:path w="419100" h="368300">
                <a:moveTo>
                  <a:pt x="254000" y="25400"/>
                </a:moveTo>
                <a:lnTo>
                  <a:pt x="241300" y="38100"/>
                </a:lnTo>
                <a:lnTo>
                  <a:pt x="254000" y="50800"/>
                </a:lnTo>
                <a:lnTo>
                  <a:pt x="2540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46900" y="2794000"/>
            <a:ext cx="304800" cy="457200"/>
          </a:xfrm>
          <a:custGeom>
            <a:avLst/>
            <a:gdLst/>
            <a:ahLst/>
            <a:cxnLst/>
            <a:rect l="l" t="t" r="r" b="b"/>
            <a:pathLst>
              <a:path w="304800" h="457200">
                <a:moveTo>
                  <a:pt x="304800" y="304800"/>
                </a:moveTo>
                <a:lnTo>
                  <a:pt x="0" y="304800"/>
                </a:lnTo>
                <a:lnTo>
                  <a:pt x="152400" y="457200"/>
                </a:lnTo>
                <a:lnTo>
                  <a:pt x="304800" y="304800"/>
                </a:lnTo>
                <a:close/>
              </a:path>
              <a:path w="304800" h="457200">
                <a:moveTo>
                  <a:pt x="22860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228600" y="3048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21500" y="2781300"/>
            <a:ext cx="368300" cy="495300"/>
          </a:xfrm>
          <a:custGeom>
            <a:avLst/>
            <a:gdLst/>
            <a:ahLst/>
            <a:cxnLst/>
            <a:rect l="l" t="t" r="r" b="b"/>
            <a:pathLst>
              <a:path w="368300" h="495300">
                <a:moveTo>
                  <a:pt x="88900" y="304800"/>
                </a:moveTo>
                <a:lnTo>
                  <a:pt x="0" y="304800"/>
                </a:lnTo>
                <a:lnTo>
                  <a:pt x="177800" y="495300"/>
                </a:lnTo>
                <a:lnTo>
                  <a:pt x="203200" y="469900"/>
                </a:lnTo>
                <a:lnTo>
                  <a:pt x="177800" y="469900"/>
                </a:lnTo>
                <a:lnTo>
                  <a:pt x="184150" y="463550"/>
                </a:lnTo>
                <a:lnTo>
                  <a:pt x="50800" y="330200"/>
                </a:lnTo>
                <a:lnTo>
                  <a:pt x="25400" y="330200"/>
                </a:lnTo>
                <a:lnTo>
                  <a:pt x="38100" y="317500"/>
                </a:lnTo>
                <a:lnTo>
                  <a:pt x="88900" y="317500"/>
                </a:lnTo>
                <a:lnTo>
                  <a:pt x="88900" y="304800"/>
                </a:lnTo>
                <a:close/>
              </a:path>
              <a:path w="368300" h="495300">
                <a:moveTo>
                  <a:pt x="184150" y="463550"/>
                </a:moveTo>
                <a:lnTo>
                  <a:pt x="177800" y="469900"/>
                </a:lnTo>
                <a:lnTo>
                  <a:pt x="190500" y="469900"/>
                </a:lnTo>
                <a:lnTo>
                  <a:pt x="184150" y="463550"/>
                </a:lnTo>
                <a:close/>
              </a:path>
              <a:path w="368300" h="495300">
                <a:moveTo>
                  <a:pt x="330200" y="317500"/>
                </a:moveTo>
                <a:lnTo>
                  <a:pt x="184150" y="463550"/>
                </a:lnTo>
                <a:lnTo>
                  <a:pt x="190500" y="469900"/>
                </a:lnTo>
                <a:lnTo>
                  <a:pt x="203200" y="469900"/>
                </a:lnTo>
                <a:lnTo>
                  <a:pt x="342900" y="330200"/>
                </a:lnTo>
                <a:lnTo>
                  <a:pt x="330200" y="330200"/>
                </a:lnTo>
                <a:lnTo>
                  <a:pt x="330200" y="317500"/>
                </a:lnTo>
                <a:close/>
              </a:path>
              <a:path w="368300" h="495300">
                <a:moveTo>
                  <a:pt x="38100" y="317500"/>
                </a:moveTo>
                <a:lnTo>
                  <a:pt x="25400" y="330200"/>
                </a:lnTo>
                <a:lnTo>
                  <a:pt x="50800" y="330200"/>
                </a:lnTo>
                <a:lnTo>
                  <a:pt x="38100" y="317500"/>
                </a:lnTo>
                <a:close/>
              </a:path>
              <a:path w="368300" h="495300">
                <a:moveTo>
                  <a:pt x="114300" y="304800"/>
                </a:moveTo>
                <a:lnTo>
                  <a:pt x="101600" y="304800"/>
                </a:lnTo>
                <a:lnTo>
                  <a:pt x="88900" y="317500"/>
                </a:lnTo>
                <a:lnTo>
                  <a:pt x="38100" y="317500"/>
                </a:lnTo>
                <a:lnTo>
                  <a:pt x="50800" y="330200"/>
                </a:lnTo>
                <a:lnTo>
                  <a:pt x="114300" y="330200"/>
                </a:lnTo>
                <a:lnTo>
                  <a:pt x="114300" y="304800"/>
                </a:lnTo>
                <a:close/>
              </a:path>
              <a:path w="368300" h="495300">
                <a:moveTo>
                  <a:pt x="241300" y="12700"/>
                </a:moveTo>
                <a:lnTo>
                  <a:pt x="241300" y="330200"/>
                </a:lnTo>
                <a:lnTo>
                  <a:pt x="317500" y="330200"/>
                </a:lnTo>
                <a:lnTo>
                  <a:pt x="330200" y="317500"/>
                </a:lnTo>
                <a:lnTo>
                  <a:pt x="266700" y="317500"/>
                </a:lnTo>
                <a:lnTo>
                  <a:pt x="254000" y="304800"/>
                </a:lnTo>
                <a:lnTo>
                  <a:pt x="266700" y="304800"/>
                </a:lnTo>
                <a:lnTo>
                  <a:pt x="266700" y="25400"/>
                </a:lnTo>
                <a:lnTo>
                  <a:pt x="254000" y="25400"/>
                </a:lnTo>
                <a:lnTo>
                  <a:pt x="241300" y="12700"/>
                </a:lnTo>
                <a:close/>
              </a:path>
              <a:path w="368300" h="495300">
                <a:moveTo>
                  <a:pt x="368300" y="304800"/>
                </a:moveTo>
                <a:lnTo>
                  <a:pt x="266700" y="304800"/>
                </a:lnTo>
                <a:lnTo>
                  <a:pt x="266700" y="317500"/>
                </a:lnTo>
                <a:lnTo>
                  <a:pt x="330200" y="317500"/>
                </a:lnTo>
                <a:lnTo>
                  <a:pt x="330200" y="330200"/>
                </a:lnTo>
                <a:lnTo>
                  <a:pt x="342900" y="330200"/>
                </a:lnTo>
                <a:lnTo>
                  <a:pt x="368300" y="304800"/>
                </a:lnTo>
                <a:close/>
              </a:path>
              <a:path w="368300" h="495300">
                <a:moveTo>
                  <a:pt x="266700" y="0"/>
                </a:moveTo>
                <a:lnTo>
                  <a:pt x="88900" y="0"/>
                </a:lnTo>
                <a:lnTo>
                  <a:pt x="88900" y="317500"/>
                </a:lnTo>
                <a:lnTo>
                  <a:pt x="101600" y="304800"/>
                </a:lnTo>
                <a:lnTo>
                  <a:pt x="114300" y="304800"/>
                </a:lnTo>
                <a:lnTo>
                  <a:pt x="114300" y="25400"/>
                </a:lnTo>
                <a:lnTo>
                  <a:pt x="101600" y="25400"/>
                </a:lnTo>
                <a:lnTo>
                  <a:pt x="114300" y="12700"/>
                </a:lnTo>
                <a:lnTo>
                  <a:pt x="266700" y="12700"/>
                </a:lnTo>
                <a:lnTo>
                  <a:pt x="266700" y="0"/>
                </a:lnTo>
                <a:close/>
              </a:path>
              <a:path w="368300" h="495300">
                <a:moveTo>
                  <a:pt x="266700" y="304800"/>
                </a:moveTo>
                <a:lnTo>
                  <a:pt x="254000" y="304800"/>
                </a:lnTo>
                <a:lnTo>
                  <a:pt x="266700" y="317500"/>
                </a:lnTo>
                <a:lnTo>
                  <a:pt x="266700" y="304800"/>
                </a:lnTo>
                <a:close/>
              </a:path>
              <a:path w="368300" h="495300">
                <a:moveTo>
                  <a:pt x="114300" y="12700"/>
                </a:moveTo>
                <a:lnTo>
                  <a:pt x="101600" y="254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  <a:path w="368300" h="495300">
                <a:moveTo>
                  <a:pt x="241300" y="12700"/>
                </a:moveTo>
                <a:lnTo>
                  <a:pt x="114300" y="12700"/>
                </a:lnTo>
                <a:lnTo>
                  <a:pt x="114300" y="25400"/>
                </a:lnTo>
                <a:lnTo>
                  <a:pt x="241300" y="25400"/>
                </a:lnTo>
                <a:lnTo>
                  <a:pt x="241300" y="12700"/>
                </a:lnTo>
                <a:close/>
              </a:path>
              <a:path w="368300" h="495300">
                <a:moveTo>
                  <a:pt x="266700" y="12700"/>
                </a:moveTo>
                <a:lnTo>
                  <a:pt x="241300" y="12700"/>
                </a:lnTo>
                <a:lnTo>
                  <a:pt x="254000" y="25400"/>
                </a:lnTo>
                <a:lnTo>
                  <a:pt x="266700" y="25400"/>
                </a:lnTo>
                <a:lnTo>
                  <a:pt x="266700" y="127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37500" y="3632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9700" y="0"/>
                </a:moveTo>
                <a:lnTo>
                  <a:pt x="1397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139700" y="228600"/>
                </a:lnTo>
                <a:lnTo>
                  <a:pt x="139700" y="304800"/>
                </a:lnTo>
                <a:lnTo>
                  <a:pt x="266700" y="1524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24800" y="3606800"/>
            <a:ext cx="304800" cy="368300"/>
          </a:xfrm>
          <a:custGeom>
            <a:avLst/>
            <a:gdLst/>
            <a:ahLst/>
            <a:cxnLst/>
            <a:rect l="l" t="t" r="r" b="b"/>
            <a:pathLst>
              <a:path w="304800" h="368300">
                <a:moveTo>
                  <a:pt x="273579" y="184150"/>
                </a:moveTo>
                <a:lnTo>
                  <a:pt x="165100" y="302490"/>
                </a:lnTo>
                <a:lnTo>
                  <a:pt x="165100" y="330200"/>
                </a:lnTo>
                <a:lnTo>
                  <a:pt x="139700" y="330200"/>
                </a:lnTo>
                <a:lnTo>
                  <a:pt x="139700" y="368300"/>
                </a:lnTo>
                <a:lnTo>
                  <a:pt x="172720" y="330200"/>
                </a:lnTo>
                <a:lnTo>
                  <a:pt x="165100" y="330200"/>
                </a:lnTo>
                <a:lnTo>
                  <a:pt x="165100" y="302490"/>
                </a:lnTo>
                <a:lnTo>
                  <a:pt x="196734" y="302490"/>
                </a:lnTo>
                <a:lnTo>
                  <a:pt x="293793" y="190500"/>
                </a:lnTo>
                <a:lnTo>
                  <a:pt x="279400" y="190500"/>
                </a:lnTo>
                <a:lnTo>
                  <a:pt x="273579" y="184150"/>
                </a:lnTo>
                <a:close/>
              </a:path>
              <a:path w="304800" h="368300">
                <a:moveTo>
                  <a:pt x="139700" y="254000"/>
                </a:moveTo>
                <a:lnTo>
                  <a:pt x="139700" y="330200"/>
                </a:lnTo>
                <a:lnTo>
                  <a:pt x="165100" y="302490"/>
                </a:lnTo>
                <a:lnTo>
                  <a:pt x="165100" y="266700"/>
                </a:lnTo>
                <a:lnTo>
                  <a:pt x="152400" y="266700"/>
                </a:lnTo>
                <a:lnTo>
                  <a:pt x="139700" y="254000"/>
                </a:lnTo>
                <a:close/>
              </a:path>
              <a:path w="304800" h="368300">
                <a:moveTo>
                  <a:pt x="1397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139700" y="266700"/>
                </a:lnTo>
                <a:lnTo>
                  <a:pt x="1397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139700" y="101600"/>
                </a:lnTo>
                <a:lnTo>
                  <a:pt x="139700" y="88900"/>
                </a:lnTo>
                <a:close/>
              </a:path>
              <a:path w="304800" h="368300">
                <a:moveTo>
                  <a:pt x="1651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139700" y="254000"/>
                </a:lnTo>
                <a:lnTo>
                  <a:pt x="152400" y="266700"/>
                </a:lnTo>
                <a:lnTo>
                  <a:pt x="165100" y="266700"/>
                </a:lnTo>
                <a:lnTo>
                  <a:pt x="165100" y="241300"/>
                </a:lnTo>
                <a:close/>
              </a:path>
              <a:path w="3048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304800" h="368300">
                <a:moveTo>
                  <a:pt x="279400" y="177800"/>
                </a:moveTo>
                <a:lnTo>
                  <a:pt x="273579" y="184150"/>
                </a:lnTo>
                <a:lnTo>
                  <a:pt x="279400" y="190500"/>
                </a:lnTo>
                <a:lnTo>
                  <a:pt x="279400" y="177800"/>
                </a:lnTo>
                <a:close/>
              </a:path>
              <a:path w="304800" h="368300">
                <a:moveTo>
                  <a:pt x="304800" y="177800"/>
                </a:moveTo>
                <a:lnTo>
                  <a:pt x="279400" y="177800"/>
                </a:lnTo>
                <a:lnTo>
                  <a:pt x="279400" y="190500"/>
                </a:lnTo>
                <a:lnTo>
                  <a:pt x="293793" y="190500"/>
                </a:lnTo>
                <a:lnTo>
                  <a:pt x="304800" y="177800"/>
                </a:lnTo>
                <a:close/>
              </a:path>
              <a:path w="304800" h="368300">
                <a:moveTo>
                  <a:pt x="165100" y="27353"/>
                </a:moveTo>
                <a:lnTo>
                  <a:pt x="165100" y="65809"/>
                </a:lnTo>
                <a:lnTo>
                  <a:pt x="273579" y="184150"/>
                </a:lnTo>
                <a:lnTo>
                  <a:pt x="279400" y="177800"/>
                </a:lnTo>
                <a:lnTo>
                  <a:pt x="304800" y="177800"/>
                </a:lnTo>
                <a:lnTo>
                  <a:pt x="165100" y="27353"/>
                </a:lnTo>
                <a:close/>
              </a:path>
              <a:path w="3048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304800" h="368300">
                <a:moveTo>
                  <a:pt x="165100" y="88900"/>
                </a:moveTo>
                <a:lnTo>
                  <a:pt x="152400" y="88900"/>
                </a:lnTo>
                <a:lnTo>
                  <a:pt x="1397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165100" y="114300"/>
                </a:lnTo>
                <a:lnTo>
                  <a:pt x="165100" y="88900"/>
                </a:lnTo>
                <a:close/>
              </a:path>
              <a:path w="304800" h="368300">
                <a:moveTo>
                  <a:pt x="139700" y="38100"/>
                </a:moveTo>
                <a:lnTo>
                  <a:pt x="139700" y="1016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65809"/>
                </a:lnTo>
                <a:lnTo>
                  <a:pt x="139700" y="38100"/>
                </a:lnTo>
                <a:close/>
              </a:path>
              <a:path w="304800" h="368300">
                <a:moveTo>
                  <a:pt x="163860" y="26019"/>
                </a:moveTo>
                <a:lnTo>
                  <a:pt x="139700" y="38100"/>
                </a:lnTo>
                <a:lnTo>
                  <a:pt x="165100" y="65809"/>
                </a:lnTo>
                <a:lnTo>
                  <a:pt x="165100" y="27353"/>
                </a:lnTo>
                <a:lnTo>
                  <a:pt x="163860" y="26019"/>
                </a:lnTo>
                <a:close/>
              </a:path>
              <a:path w="304800" h="368300">
                <a:moveTo>
                  <a:pt x="139700" y="0"/>
                </a:moveTo>
                <a:lnTo>
                  <a:pt x="139700" y="38100"/>
                </a:lnTo>
                <a:lnTo>
                  <a:pt x="163860" y="26019"/>
                </a:lnTo>
                <a:lnTo>
                  <a:pt x="139700" y="0"/>
                </a:lnTo>
                <a:close/>
              </a:path>
              <a:path w="304800" h="368300">
                <a:moveTo>
                  <a:pt x="165100" y="25400"/>
                </a:moveTo>
                <a:lnTo>
                  <a:pt x="163860" y="26019"/>
                </a:lnTo>
                <a:lnTo>
                  <a:pt x="165100" y="27353"/>
                </a:lnTo>
                <a:lnTo>
                  <a:pt x="1651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18519" y="3403600"/>
            <a:ext cx="1524000" cy="762000"/>
          </a:xfrm>
          <a:custGeom>
            <a:avLst/>
            <a:gdLst/>
            <a:ahLst/>
            <a:cxnLst/>
            <a:rect l="l" t="t" r="r" b="b"/>
            <a:pathLst>
              <a:path w="1524000" h="762000">
                <a:moveTo>
                  <a:pt x="1396980" y="0"/>
                </a:moveTo>
                <a:lnTo>
                  <a:pt x="125066" y="19"/>
                </a:lnTo>
                <a:lnTo>
                  <a:pt x="85351" y="8707"/>
                </a:lnTo>
                <a:lnTo>
                  <a:pt x="49446" y="30731"/>
                </a:lnTo>
                <a:lnTo>
                  <a:pt x="20986" y="62454"/>
                </a:lnTo>
                <a:lnTo>
                  <a:pt x="3611" y="100238"/>
                </a:lnTo>
                <a:lnTo>
                  <a:pt x="0" y="637289"/>
                </a:lnTo>
                <a:lnTo>
                  <a:pt x="1189" y="652951"/>
                </a:lnTo>
                <a:lnTo>
                  <a:pt x="14727" y="694780"/>
                </a:lnTo>
                <a:lnTo>
                  <a:pt x="40388" y="727742"/>
                </a:lnTo>
                <a:lnTo>
                  <a:pt x="74536" y="750382"/>
                </a:lnTo>
                <a:lnTo>
                  <a:pt x="113532" y="761246"/>
                </a:lnTo>
                <a:lnTo>
                  <a:pt x="126980" y="762000"/>
                </a:lnTo>
                <a:lnTo>
                  <a:pt x="1399270" y="761984"/>
                </a:lnTo>
                <a:lnTo>
                  <a:pt x="1443731" y="754755"/>
                </a:lnTo>
                <a:lnTo>
                  <a:pt x="1479810" y="735333"/>
                </a:lnTo>
                <a:lnTo>
                  <a:pt x="1506053" y="705174"/>
                </a:lnTo>
                <a:lnTo>
                  <a:pt x="1521004" y="665733"/>
                </a:lnTo>
                <a:lnTo>
                  <a:pt x="1523965" y="125085"/>
                </a:lnTo>
                <a:lnTo>
                  <a:pt x="1523000" y="111648"/>
                </a:lnTo>
                <a:lnTo>
                  <a:pt x="1511545" y="72799"/>
                </a:lnTo>
                <a:lnTo>
                  <a:pt x="1488382" y="38971"/>
                </a:lnTo>
                <a:lnTo>
                  <a:pt x="1454967" y="13803"/>
                </a:lnTo>
                <a:lnTo>
                  <a:pt x="1412755" y="930"/>
                </a:lnTo>
                <a:lnTo>
                  <a:pt x="139698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05800" y="3390900"/>
            <a:ext cx="1549400" cy="787400"/>
          </a:xfrm>
          <a:custGeom>
            <a:avLst/>
            <a:gdLst/>
            <a:ahLst/>
            <a:cxnLst/>
            <a:rect l="l" t="t" r="r" b="b"/>
            <a:pathLst>
              <a:path w="1549400" h="787400">
                <a:moveTo>
                  <a:pt x="1473200" y="12700"/>
                </a:moveTo>
                <a:lnTo>
                  <a:pt x="88900" y="12700"/>
                </a:ln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0" y="660400"/>
                </a:lnTo>
                <a:lnTo>
                  <a:pt x="12700" y="685800"/>
                </a:lnTo>
                <a:lnTo>
                  <a:pt x="12700" y="711200"/>
                </a:lnTo>
                <a:lnTo>
                  <a:pt x="88900" y="787400"/>
                </a:lnTo>
                <a:lnTo>
                  <a:pt x="1473200" y="787400"/>
                </a:lnTo>
                <a:lnTo>
                  <a:pt x="1498600" y="762000"/>
                </a:lnTo>
                <a:lnTo>
                  <a:pt x="101600" y="762000"/>
                </a:lnTo>
                <a:lnTo>
                  <a:pt x="63500" y="736600"/>
                </a:lnTo>
                <a:lnTo>
                  <a:pt x="38100" y="698500"/>
                </a:lnTo>
                <a:lnTo>
                  <a:pt x="38100" y="673100"/>
                </a:lnTo>
                <a:lnTo>
                  <a:pt x="25400" y="647700"/>
                </a:lnTo>
                <a:lnTo>
                  <a:pt x="25400" y="139700"/>
                </a:lnTo>
                <a:lnTo>
                  <a:pt x="38100" y="127000"/>
                </a:lnTo>
                <a:lnTo>
                  <a:pt x="38100" y="101600"/>
                </a:lnTo>
                <a:lnTo>
                  <a:pt x="63500" y="63500"/>
                </a:lnTo>
                <a:lnTo>
                  <a:pt x="101600" y="38100"/>
                </a:lnTo>
                <a:lnTo>
                  <a:pt x="127000" y="38100"/>
                </a:lnTo>
                <a:lnTo>
                  <a:pt x="152400" y="25400"/>
                </a:lnTo>
                <a:lnTo>
                  <a:pt x="1485900" y="25400"/>
                </a:lnTo>
                <a:lnTo>
                  <a:pt x="1473200" y="12700"/>
                </a:lnTo>
                <a:close/>
              </a:path>
              <a:path w="1549400" h="787400">
                <a:moveTo>
                  <a:pt x="1485900" y="25400"/>
                </a:moveTo>
                <a:lnTo>
                  <a:pt x="1409700" y="25400"/>
                </a:lnTo>
                <a:lnTo>
                  <a:pt x="1435100" y="38100"/>
                </a:lnTo>
                <a:lnTo>
                  <a:pt x="1460500" y="38100"/>
                </a:lnTo>
                <a:lnTo>
                  <a:pt x="1498600" y="63500"/>
                </a:lnTo>
                <a:lnTo>
                  <a:pt x="1524000" y="101600"/>
                </a:lnTo>
                <a:lnTo>
                  <a:pt x="1524000" y="698500"/>
                </a:lnTo>
                <a:lnTo>
                  <a:pt x="1498600" y="736600"/>
                </a:lnTo>
                <a:lnTo>
                  <a:pt x="1460500" y="762000"/>
                </a:lnTo>
                <a:lnTo>
                  <a:pt x="1498600" y="762000"/>
                </a:lnTo>
                <a:lnTo>
                  <a:pt x="1549400" y="711200"/>
                </a:lnTo>
                <a:lnTo>
                  <a:pt x="1549400" y="88900"/>
                </a:lnTo>
                <a:lnTo>
                  <a:pt x="1485900" y="25400"/>
                </a:lnTo>
                <a:close/>
              </a:path>
              <a:path w="1549400" h="787400">
                <a:moveTo>
                  <a:pt x="1409700" y="0"/>
                </a:moveTo>
                <a:lnTo>
                  <a:pt x="139700" y="0"/>
                </a:lnTo>
                <a:lnTo>
                  <a:pt x="114300" y="12700"/>
                </a:lnTo>
                <a:lnTo>
                  <a:pt x="1447800" y="12700"/>
                </a:lnTo>
                <a:lnTo>
                  <a:pt x="14097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432800" y="3583940"/>
            <a:ext cx="1292860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52400">
              <a:lnSpc>
                <a:spcPts val="1600"/>
              </a:lnSpc>
            </a:pPr>
            <a:r>
              <a:rPr sz="1400" spc="5" dirty="0">
                <a:latin typeface="Arial"/>
                <a:cs typeface="Arial"/>
              </a:rPr>
              <a:t>О</a:t>
            </a:r>
            <a:r>
              <a:rPr sz="1400" spc="-5" dirty="0">
                <a:latin typeface="Arial"/>
                <a:cs typeface="Arial"/>
              </a:rPr>
              <a:t>б</a:t>
            </a:r>
            <a:r>
              <a:rPr sz="1400" dirty="0">
                <a:latin typeface="Arial"/>
                <a:cs typeface="Arial"/>
              </a:rPr>
              <a:t>у</a:t>
            </a:r>
            <a:r>
              <a:rPr sz="1400" spc="-30" dirty="0">
                <a:latin typeface="Arial"/>
                <a:cs typeface="Arial"/>
              </a:rPr>
              <a:t>ч</a:t>
            </a:r>
            <a:r>
              <a:rPr sz="1400" spc="20" dirty="0">
                <a:latin typeface="Arial"/>
                <a:cs typeface="Arial"/>
              </a:rPr>
              <a:t>е</a:t>
            </a:r>
            <a:r>
              <a:rPr sz="1400" spc="25" dirty="0">
                <a:latin typeface="Arial"/>
                <a:cs typeface="Arial"/>
              </a:rPr>
              <a:t>нн</a:t>
            </a:r>
            <a:r>
              <a:rPr sz="1400" spc="-10" dirty="0">
                <a:latin typeface="Arial"/>
                <a:cs typeface="Arial"/>
              </a:rPr>
              <a:t>ы</a:t>
            </a:r>
            <a:r>
              <a:rPr sz="1400" dirty="0">
                <a:latin typeface="Arial"/>
                <a:cs typeface="Arial"/>
              </a:rPr>
              <a:t>й </a:t>
            </a:r>
            <a:r>
              <a:rPr sz="1400" spc="-15" dirty="0">
                <a:latin typeface="Arial"/>
                <a:cs typeface="Arial"/>
              </a:rPr>
              <a:t>к</a:t>
            </a:r>
            <a:r>
              <a:rPr sz="1400" spc="-20" dirty="0">
                <a:latin typeface="Arial"/>
                <a:cs typeface="Arial"/>
              </a:rPr>
              <a:t>л</a:t>
            </a:r>
            <a:r>
              <a:rPr sz="1400" spc="20" dirty="0">
                <a:latin typeface="Arial"/>
                <a:cs typeface="Arial"/>
              </a:rPr>
              <a:t>а</a:t>
            </a:r>
            <a:r>
              <a:rPr sz="1400" dirty="0">
                <a:latin typeface="Arial"/>
                <a:cs typeface="Arial"/>
              </a:rPr>
              <a:t>сс</a:t>
            </a:r>
            <a:r>
              <a:rPr sz="1400" spc="15" dirty="0">
                <a:latin typeface="Arial"/>
                <a:cs typeface="Arial"/>
              </a:rPr>
              <a:t>и</a:t>
            </a:r>
            <a:r>
              <a:rPr sz="1400" spc="-55" dirty="0">
                <a:latin typeface="Arial"/>
                <a:cs typeface="Arial"/>
              </a:rPr>
              <a:t>ф</a:t>
            </a:r>
            <a:r>
              <a:rPr sz="1400" spc="15" dirty="0">
                <a:latin typeface="Arial"/>
                <a:cs typeface="Arial"/>
              </a:rPr>
              <a:t>и</a:t>
            </a:r>
            <a:r>
              <a:rPr sz="1400" spc="-15" dirty="0">
                <a:latin typeface="Arial"/>
                <a:cs typeface="Arial"/>
              </a:rPr>
              <a:t>к</a:t>
            </a:r>
            <a:r>
              <a:rPr sz="1400" spc="20" dirty="0">
                <a:latin typeface="Arial"/>
                <a:cs typeface="Arial"/>
              </a:rPr>
              <a:t>а</a:t>
            </a:r>
            <a:r>
              <a:rPr sz="1400" spc="55" dirty="0">
                <a:latin typeface="Arial"/>
                <a:cs typeface="Arial"/>
              </a:rPr>
              <a:t>т</a:t>
            </a:r>
            <a:r>
              <a:rPr sz="1400" spc="20" dirty="0">
                <a:latin typeface="Arial"/>
                <a:cs typeface="Arial"/>
              </a:rPr>
              <a:t>о</a:t>
            </a:r>
            <a:r>
              <a:rPr sz="1400" dirty="0">
                <a:latin typeface="Arial"/>
                <a:cs typeface="Arial"/>
              </a:rPr>
              <a:t>р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94100" y="2108200"/>
            <a:ext cx="2171700" cy="381000"/>
          </a:xfrm>
          <a:custGeom>
            <a:avLst/>
            <a:gdLst/>
            <a:ahLst/>
            <a:cxnLst/>
            <a:rect l="l" t="t" r="r" b="b"/>
            <a:pathLst>
              <a:path w="2171700" h="381000">
                <a:moveTo>
                  <a:pt x="1981200" y="0"/>
                </a:moveTo>
                <a:lnTo>
                  <a:pt x="1981200" y="101600"/>
                </a:lnTo>
                <a:lnTo>
                  <a:pt x="0" y="101600"/>
                </a:lnTo>
                <a:lnTo>
                  <a:pt x="0" y="292100"/>
                </a:lnTo>
                <a:lnTo>
                  <a:pt x="1981200" y="292100"/>
                </a:lnTo>
                <a:lnTo>
                  <a:pt x="1981200" y="381000"/>
                </a:lnTo>
                <a:lnTo>
                  <a:pt x="2171700" y="190500"/>
                </a:lnTo>
                <a:lnTo>
                  <a:pt x="19812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94100" y="2095500"/>
            <a:ext cx="2184400" cy="419100"/>
          </a:xfrm>
          <a:custGeom>
            <a:avLst/>
            <a:gdLst/>
            <a:ahLst/>
            <a:cxnLst/>
            <a:rect l="l" t="t" r="r" b="b"/>
            <a:pathLst>
              <a:path w="2184400" h="419100">
                <a:moveTo>
                  <a:pt x="2165350" y="209550"/>
                </a:moveTo>
                <a:lnTo>
                  <a:pt x="1993900" y="381000"/>
                </a:lnTo>
                <a:lnTo>
                  <a:pt x="1993900" y="393700"/>
                </a:lnTo>
                <a:lnTo>
                  <a:pt x="1981200" y="393700"/>
                </a:lnTo>
                <a:lnTo>
                  <a:pt x="1981200" y="419100"/>
                </a:lnTo>
                <a:lnTo>
                  <a:pt x="2005105" y="393700"/>
                </a:lnTo>
                <a:lnTo>
                  <a:pt x="1993900" y="393700"/>
                </a:lnTo>
                <a:lnTo>
                  <a:pt x="1993900" y="381000"/>
                </a:lnTo>
                <a:lnTo>
                  <a:pt x="2017058" y="381000"/>
                </a:lnTo>
                <a:lnTo>
                  <a:pt x="2172447" y="215900"/>
                </a:lnTo>
                <a:lnTo>
                  <a:pt x="2171700" y="215900"/>
                </a:lnTo>
                <a:lnTo>
                  <a:pt x="2165350" y="209550"/>
                </a:lnTo>
                <a:close/>
              </a:path>
              <a:path w="2184400" h="419100">
                <a:moveTo>
                  <a:pt x="1993900" y="292100"/>
                </a:moveTo>
                <a:lnTo>
                  <a:pt x="12700" y="292100"/>
                </a:lnTo>
                <a:lnTo>
                  <a:pt x="12700" y="304800"/>
                </a:lnTo>
                <a:lnTo>
                  <a:pt x="1981200" y="304800"/>
                </a:lnTo>
                <a:lnTo>
                  <a:pt x="1981200" y="393700"/>
                </a:lnTo>
                <a:lnTo>
                  <a:pt x="1993900" y="381000"/>
                </a:lnTo>
                <a:lnTo>
                  <a:pt x="1993900" y="292100"/>
                </a:lnTo>
                <a:close/>
              </a:path>
              <a:path w="2184400" h="419100">
                <a:moveTo>
                  <a:pt x="0" y="292100"/>
                </a:moveTo>
                <a:lnTo>
                  <a:pt x="0" y="304800"/>
                </a:lnTo>
                <a:lnTo>
                  <a:pt x="12700" y="304800"/>
                </a:lnTo>
                <a:lnTo>
                  <a:pt x="0" y="292100"/>
                </a:lnTo>
                <a:close/>
              </a:path>
              <a:path w="2184400" h="419100">
                <a:moveTo>
                  <a:pt x="1981200" y="101600"/>
                </a:moveTo>
                <a:lnTo>
                  <a:pt x="0" y="101600"/>
                </a:lnTo>
                <a:lnTo>
                  <a:pt x="0" y="292100"/>
                </a:lnTo>
                <a:lnTo>
                  <a:pt x="12700" y="304800"/>
                </a:lnTo>
                <a:lnTo>
                  <a:pt x="12700" y="114300"/>
                </a:lnTo>
                <a:lnTo>
                  <a:pt x="1981200" y="114300"/>
                </a:lnTo>
                <a:lnTo>
                  <a:pt x="1981200" y="101600"/>
                </a:lnTo>
                <a:close/>
              </a:path>
              <a:path w="2184400" h="419100">
                <a:moveTo>
                  <a:pt x="2171700" y="203200"/>
                </a:moveTo>
                <a:lnTo>
                  <a:pt x="2165350" y="209550"/>
                </a:lnTo>
                <a:lnTo>
                  <a:pt x="2171700" y="215900"/>
                </a:lnTo>
                <a:lnTo>
                  <a:pt x="2171700" y="203200"/>
                </a:lnTo>
                <a:close/>
              </a:path>
              <a:path w="2184400" h="419100">
                <a:moveTo>
                  <a:pt x="2184400" y="203200"/>
                </a:moveTo>
                <a:lnTo>
                  <a:pt x="2171700" y="203200"/>
                </a:lnTo>
                <a:lnTo>
                  <a:pt x="2171700" y="215900"/>
                </a:lnTo>
                <a:lnTo>
                  <a:pt x="2172447" y="215900"/>
                </a:lnTo>
                <a:lnTo>
                  <a:pt x="2184400" y="203200"/>
                </a:lnTo>
                <a:close/>
              </a:path>
              <a:path w="2184400" h="419100">
                <a:moveTo>
                  <a:pt x="1993900" y="12700"/>
                </a:moveTo>
                <a:lnTo>
                  <a:pt x="1993900" y="38100"/>
                </a:lnTo>
                <a:lnTo>
                  <a:pt x="2165350" y="209550"/>
                </a:lnTo>
                <a:lnTo>
                  <a:pt x="2171700" y="203200"/>
                </a:lnTo>
                <a:lnTo>
                  <a:pt x="2184400" y="203200"/>
                </a:lnTo>
                <a:lnTo>
                  <a:pt x="1993900" y="12700"/>
                </a:lnTo>
                <a:close/>
              </a:path>
              <a:path w="2184400" h="419100">
                <a:moveTo>
                  <a:pt x="1981200" y="25400"/>
                </a:moveTo>
                <a:lnTo>
                  <a:pt x="1981200" y="114300"/>
                </a:lnTo>
                <a:lnTo>
                  <a:pt x="1993900" y="114300"/>
                </a:lnTo>
                <a:lnTo>
                  <a:pt x="1993900" y="38100"/>
                </a:lnTo>
                <a:lnTo>
                  <a:pt x="1981200" y="25400"/>
                </a:lnTo>
                <a:close/>
              </a:path>
              <a:path w="2184400" h="419100">
                <a:moveTo>
                  <a:pt x="1993900" y="12700"/>
                </a:moveTo>
                <a:lnTo>
                  <a:pt x="1981200" y="25400"/>
                </a:lnTo>
                <a:lnTo>
                  <a:pt x="1993900" y="38100"/>
                </a:lnTo>
                <a:lnTo>
                  <a:pt x="1993900" y="12700"/>
                </a:lnTo>
                <a:close/>
              </a:path>
              <a:path w="2184400" h="419100">
                <a:moveTo>
                  <a:pt x="1981200" y="0"/>
                </a:moveTo>
                <a:lnTo>
                  <a:pt x="1981200" y="25400"/>
                </a:lnTo>
                <a:lnTo>
                  <a:pt x="1993900" y="12700"/>
                </a:lnTo>
                <a:lnTo>
                  <a:pt x="1981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32236" y="216301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ки</a:t>
            </a:r>
            <a:r>
              <a:rPr b="1" spc="1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55" dirty="0">
                <a:solidFill>
                  <a:schemeClr val="bg1"/>
                </a:solidFill>
                <a:latin typeface="+mn-lt"/>
              </a:rPr>
              <a:t>ж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</a:p>
        </p:txBody>
      </p:sp>
      <p:sp>
        <p:nvSpPr>
          <p:cNvPr id="3" name="object 3"/>
          <p:cNvSpPr/>
          <p:nvPr/>
        </p:nvSpPr>
        <p:spPr>
          <a:xfrm>
            <a:off x="6311900" y="1346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1460500" y="0"/>
                </a:moveTo>
                <a:lnTo>
                  <a:pt x="131575" y="241"/>
                </a:lnTo>
                <a:lnTo>
                  <a:pt x="90037" y="9349"/>
                </a:lnTo>
                <a:lnTo>
                  <a:pt x="53925" y="30034"/>
                </a:lnTo>
                <a:lnTo>
                  <a:pt x="25424" y="60112"/>
                </a:lnTo>
                <a:lnTo>
                  <a:pt x="6720" y="97396"/>
                </a:lnTo>
                <a:lnTo>
                  <a:pt x="0" y="139700"/>
                </a:lnTo>
                <a:lnTo>
                  <a:pt x="241" y="707891"/>
                </a:lnTo>
                <a:lnTo>
                  <a:pt x="9349" y="753345"/>
                </a:lnTo>
                <a:lnTo>
                  <a:pt x="30034" y="789649"/>
                </a:lnTo>
                <a:lnTo>
                  <a:pt x="60112" y="816257"/>
                </a:lnTo>
                <a:lnTo>
                  <a:pt x="97396" y="832623"/>
                </a:lnTo>
                <a:lnTo>
                  <a:pt x="139700" y="838200"/>
                </a:lnTo>
                <a:lnTo>
                  <a:pt x="1468624" y="838005"/>
                </a:lnTo>
                <a:lnTo>
                  <a:pt x="1510162" y="830386"/>
                </a:lnTo>
                <a:lnTo>
                  <a:pt x="1546274" y="812080"/>
                </a:lnTo>
                <a:lnTo>
                  <a:pt x="1574775" y="783632"/>
                </a:lnTo>
                <a:lnTo>
                  <a:pt x="1593479" y="745590"/>
                </a:lnTo>
                <a:lnTo>
                  <a:pt x="1600200" y="698500"/>
                </a:lnTo>
                <a:lnTo>
                  <a:pt x="1599958" y="131575"/>
                </a:lnTo>
                <a:lnTo>
                  <a:pt x="1590850" y="90037"/>
                </a:lnTo>
                <a:lnTo>
                  <a:pt x="1570165" y="53925"/>
                </a:lnTo>
                <a:lnTo>
                  <a:pt x="1540087" y="25424"/>
                </a:lnTo>
                <a:lnTo>
                  <a:pt x="1502803" y="6720"/>
                </a:lnTo>
                <a:lnTo>
                  <a:pt x="14605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99200" y="1333500"/>
            <a:ext cx="1625600" cy="863600"/>
          </a:xfrm>
          <a:custGeom>
            <a:avLst/>
            <a:gdLst/>
            <a:ahLst/>
            <a:cxnLst/>
            <a:rect l="l" t="t" r="r" b="b"/>
            <a:pathLst>
              <a:path w="1625600" h="863600">
                <a:moveTo>
                  <a:pt x="1536700" y="12700"/>
                </a:moveTo>
                <a:lnTo>
                  <a:pt x="88900" y="12700"/>
                </a:lnTo>
                <a:lnTo>
                  <a:pt x="88900" y="25400"/>
                </a:lnTo>
                <a:lnTo>
                  <a:pt x="50800" y="50800"/>
                </a:lnTo>
                <a:lnTo>
                  <a:pt x="12700" y="101600"/>
                </a:lnTo>
                <a:lnTo>
                  <a:pt x="0" y="127000"/>
                </a:lnTo>
                <a:lnTo>
                  <a:pt x="0" y="749300"/>
                </a:lnTo>
                <a:lnTo>
                  <a:pt x="12700" y="774700"/>
                </a:lnTo>
                <a:lnTo>
                  <a:pt x="50800" y="825500"/>
                </a:lnTo>
                <a:lnTo>
                  <a:pt x="88900" y="850900"/>
                </a:lnTo>
                <a:lnTo>
                  <a:pt x="88900" y="863600"/>
                </a:lnTo>
                <a:lnTo>
                  <a:pt x="1536700" y="863600"/>
                </a:lnTo>
                <a:lnTo>
                  <a:pt x="1536700" y="850900"/>
                </a:lnTo>
                <a:lnTo>
                  <a:pt x="1555750" y="838200"/>
                </a:lnTo>
                <a:lnTo>
                  <a:pt x="101600" y="838200"/>
                </a:lnTo>
                <a:lnTo>
                  <a:pt x="76200" y="812800"/>
                </a:lnTo>
                <a:lnTo>
                  <a:pt x="63500" y="812800"/>
                </a:lnTo>
                <a:lnTo>
                  <a:pt x="31750" y="749300"/>
                </a:lnTo>
                <a:lnTo>
                  <a:pt x="25400" y="749300"/>
                </a:lnTo>
                <a:lnTo>
                  <a:pt x="25400" y="127000"/>
                </a:lnTo>
                <a:lnTo>
                  <a:pt x="31750" y="127000"/>
                </a:lnTo>
                <a:lnTo>
                  <a:pt x="63500" y="63500"/>
                </a:lnTo>
                <a:lnTo>
                  <a:pt x="76200" y="63500"/>
                </a:lnTo>
                <a:lnTo>
                  <a:pt x="101600" y="38100"/>
                </a:lnTo>
                <a:lnTo>
                  <a:pt x="127000" y="38100"/>
                </a:lnTo>
                <a:lnTo>
                  <a:pt x="152400" y="25400"/>
                </a:lnTo>
                <a:lnTo>
                  <a:pt x="1536700" y="25400"/>
                </a:lnTo>
                <a:lnTo>
                  <a:pt x="1536700" y="12700"/>
                </a:lnTo>
                <a:close/>
              </a:path>
              <a:path w="1625600" h="863600">
                <a:moveTo>
                  <a:pt x="1562100" y="800100"/>
                </a:moveTo>
                <a:lnTo>
                  <a:pt x="1524000" y="838200"/>
                </a:lnTo>
                <a:lnTo>
                  <a:pt x="1555750" y="838200"/>
                </a:lnTo>
                <a:lnTo>
                  <a:pt x="1574800" y="825500"/>
                </a:lnTo>
                <a:lnTo>
                  <a:pt x="1587500" y="825500"/>
                </a:lnTo>
                <a:lnTo>
                  <a:pt x="1593850" y="812800"/>
                </a:lnTo>
                <a:lnTo>
                  <a:pt x="1562100" y="812800"/>
                </a:lnTo>
                <a:lnTo>
                  <a:pt x="1562100" y="800100"/>
                </a:lnTo>
                <a:close/>
              </a:path>
              <a:path w="1625600" h="863600">
                <a:moveTo>
                  <a:pt x="63500" y="800100"/>
                </a:moveTo>
                <a:lnTo>
                  <a:pt x="63500" y="812800"/>
                </a:lnTo>
                <a:lnTo>
                  <a:pt x="76200" y="812800"/>
                </a:lnTo>
                <a:lnTo>
                  <a:pt x="63500" y="800100"/>
                </a:lnTo>
                <a:close/>
              </a:path>
              <a:path w="1625600" h="863600">
                <a:moveTo>
                  <a:pt x="1600200" y="736600"/>
                </a:moveTo>
                <a:lnTo>
                  <a:pt x="1562100" y="812800"/>
                </a:lnTo>
                <a:lnTo>
                  <a:pt x="1593850" y="812800"/>
                </a:lnTo>
                <a:lnTo>
                  <a:pt x="1625600" y="749300"/>
                </a:lnTo>
                <a:lnTo>
                  <a:pt x="1600200" y="749300"/>
                </a:lnTo>
                <a:lnTo>
                  <a:pt x="1600200" y="736600"/>
                </a:lnTo>
                <a:close/>
              </a:path>
              <a:path w="1625600" h="863600">
                <a:moveTo>
                  <a:pt x="25400" y="736600"/>
                </a:moveTo>
                <a:lnTo>
                  <a:pt x="25400" y="749300"/>
                </a:lnTo>
                <a:lnTo>
                  <a:pt x="31750" y="749300"/>
                </a:lnTo>
                <a:lnTo>
                  <a:pt x="25400" y="736600"/>
                </a:lnTo>
                <a:close/>
              </a:path>
              <a:path w="1625600" h="863600">
                <a:moveTo>
                  <a:pt x="1625600" y="127000"/>
                </a:moveTo>
                <a:lnTo>
                  <a:pt x="1600200" y="127000"/>
                </a:lnTo>
                <a:lnTo>
                  <a:pt x="1600200" y="749300"/>
                </a:lnTo>
                <a:lnTo>
                  <a:pt x="1625600" y="749300"/>
                </a:lnTo>
                <a:lnTo>
                  <a:pt x="1625600" y="127000"/>
                </a:lnTo>
                <a:close/>
              </a:path>
              <a:path w="1625600" h="863600">
                <a:moveTo>
                  <a:pt x="31750" y="127000"/>
                </a:moveTo>
                <a:lnTo>
                  <a:pt x="25400" y="127000"/>
                </a:lnTo>
                <a:lnTo>
                  <a:pt x="25400" y="139700"/>
                </a:lnTo>
                <a:lnTo>
                  <a:pt x="31750" y="127000"/>
                </a:lnTo>
                <a:close/>
              </a:path>
              <a:path w="1625600" h="863600">
                <a:moveTo>
                  <a:pt x="1593850" y="63500"/>
                </a:moveTo>
                <a:lnTo>
                  <a:pt x="1562100" y="63500"/>
                </a:lnTo>
                <a:lnTo>
                  <a:pt x="1600200" y="139700"/>
                </a:lnTo>
                <a:lnTo>
                  <a:pt x="1600200" y="127000"/>
                </a:lnTo>
                <a:lnTo>
                  <a:pt x="1625600" y="127000"/>
                </a:lnTo>
                <a:lnTo>
                  <a:pt x="1593850" y="63500"/>
                </a:lnTo>
                <a:close/>
              </a:path>
              <a:path w="1625600" h="863600">
                <a:moveTo>
                  <a:pt x="76200" y="63500"/>
                </a:moveTo>
                <a:lnTo>
                  <a:pt x="63500" y="63500"/>
                </a:lnTo>
                <a:lnTo>
                  <a:pt x="63500" y="76200"/>
                </a:lnTo>
                <a:lnTo>
                  <a:pt x="76200" y="63500"/>
                </a:lnTo>
                <a:close/>
              </a:path>
              <a:path w="1625600" h="863600">
                <a:moveTo>
                  <a:pt x="1536700" y="25400"/>
                </a:moveTo>
                <a:lnTo>
                  <a:pt x="1473200" y="25400"/>
                </a:lnTo>
                <a:lnTo>
                  <a:pt x="1498600" y="38100"/>
                </a:lnTo>
                <a:lnTo>
                  <a:pt x="1524000" y="38100"/>
                </a:lnTo>
                <a:lnTo>
                  <a:pt x="1562100" y="76200"/>
                </a:lnTo>
                <a:lnTo>
                  <a:pt x="1562100" y="63500"/>
                </a:lnTo>
                <a:lnTo>
                  <a:pt x="1593850" y="63500"/>
                </a:lnTo>
                <a:lnTo>
                  <a:pt x="1587500" y="50800"/>
                </a:lnTo>
                <a:lnTo>
                  <a:pt x="1574800" y="50800"/>
                </a:lnTo>
                <a:lnTo>
                  <a:pt x="1536700" y="25400"/>
                </a:lnTo>
                <a:close/>
              </a:path>
              <a:path w="1625600" h="863600">
                <a:moveTo>
                  <a:pt x="1473200" y="0"/>
                </a:moveTo>
                <a:lnTo>
                  <a:pt x="152400" y="0"/>
                </a:lnTo>
                <a:lnTo>
                  <a:pt x="127000" y="12700"/>
                </a:lnTo>
                <a:lnTo>
                  <a:pt x="1498600" y="12700"/>
                </a:lnTo>
                <a:lnTo>
                  <a:pt x="14732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9100" y="1625600"/>
            <a:ext cx="66167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М</a:t>
            </a:r>
            <a:r>
              <a:rPr sz="1800" spc="-105" dirty="0">
                <a:latin typeface="Arial"/>
                <a:cs typeface="Arial"/>
              </a:rPr>
              <a:t>е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и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6800" y="2730500"/>
            <a:ext cx="2057400" cy="190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82700" y="1983739"/>
            <a:ext cx="142049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5080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dirty="0">
                <a:latin typeface="Arial"/>
                <a:cs typeface="Arial"/>
              </a:rPr>
              <a:t>у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45" dirty="0">
                <a:latin typeface="Arial"/>
                <a:cs typeface="Arial"/>
              </a:rPr>
              <a:t>ю</a:t>
            </a:r>
            <a:r>
              <a:rPr sz="1800" spc="15" dirty="0">
                <a:latin typeface="Arial"/>
                <a:cs typeface="Arial"/>
              </a:rPr>
              <a:t>щ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е 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5" dirty="0">
                <a:latin typeface="Arial"/>
                <a:cs typeface="Arial"/>
              </a:rPr>
              <a:t>ж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200" y="1943100"/>
            <a:ext cx="2463800" cy="2844800"/>
          </a:xfrm>
          <a:custGeom>
            <a:avLst/>
            <a:gdLst/>
            <a:ahLst/>
            <a:cxnLst/>
            <a:rect l="l" t="t" r="r" b="b"/>
            <a:pathLst>
              <a:path w="2463800" h="2844800">
                <a:moveTo>
                  <a:pt x="2044700" y="0"/>
                </a:moveTo>
                <a:lnTo>
                  <a:pt x="419100" y="0"/>
                </a:lnTo>
                <a:lnTo>
                  <a:pt x="342900" y="12700"/>
                </a:lnTo>
                <a:lnTo>
                  <a:pt x="266700" y="38100"/>
                </a:lnTo>
                <a:lnTo>
                  <a:pt x="190500" y="76200"/>
                </a:lnTo>
                <a:lnTo>
                  <a:pt x="127000" y="127000"/>
                </a:lnTo>
                <a:lnTo>
                  <a:pt x="76200" y="190500"/>
                </a:lnTo>
                <a:lnTo>
                  <a:pt x="38100" y="266700"/>
                </a:lnTo>
                <a:lnTo>
                  <a:pt x="12700" y="342900"/>
                </a:lnTo>
                <a:lnTo>
                  <a:pt x="0" y="419100"/>
                </a:lnTo>
                <a:lnTo>
                  <a:pt x="0" y="2438400"/>
                </a:lnTo>
                <a:lnTo>
                  <a:pt x="12700" y="2514600"/>
                </a:lnTo>
                <a:lnTo>
                  <a:pt x="38100" y="2590800"/>
                </a:lnTo>
                <a:lnTo>
                  <a:pt x="76200" y="2667000"/>
                </a:lnTo>
                <a:lnTo>
                  <a:pt x="127000" y="2730500"/>
                </a:lnTo>
                <a:lnTo>
                  <a:pt x="190500" y="2781300"/>
                </a:lnTo>
                <a:lnTo>
                  <a:pt x="266700" y="2819400"/>
                </a:lnTo>
                <a:lnTo>
                  <a:pt x="342900" y="2844800"/>
                </a:lnTo>
                <a:lnTo>
                  <a:pt x="2133600" y="2844800"/>
                </a:lnTo>
                <a:lnTo>
                  <a:pt x="2209800" y="2819400"/>
                </a:lnTo>
                <a:lnTo>
                  <a:pt x="342900" y="2819400"/>
                </a:lnTo>
                <a:lnTo>
                  <a:pt x="266700" y="2794000"/>
                </a:lnTo>
                <a:lnTo>
                  <a:pt x="279400" y="2794000"/>
                </a:lnTo>
                <a:lnTo>
                  <a:pt x="203200" y="2755900"/>
                </a:lnTo>
                <a:lnTo>
                  <a:pt x="139700" y="2705100"/>
                </a:lnTo>
                <a:lnTo>
                  <a:pt x="152400" y="2705100"/>
                </a:lnTo>
                <a:lnTo>
                  <a:pt x="101600" y="2654300"/>
                </a:lnTo>
                <a:lnTo>
                  <a:pt x="69850" y="2590800"/>
                </a:lnTo>
                <a:lnTo>
                  <a:pt x="63500" y="2590800"/>
                </a:lnTo>
                <a:lnTo>
                  <a:pt x="38100" y="2514600"/>
                </a:lnTo>
                <a:lnTo>
                  <a:pt x="25400" y="2425700"/>
                </a:lnTo>
                <a:lnTo>
                  <a:pt x="25400" y="419100"/>
                </a:lnTo>
                <a:lnTo>
                  <a:pt x="38100" y="342900"/>
                </a:lnTo>
                <a:lnTo>
                  <a:pt x="63500" y="266700"/>
                </a:lnTo>
                <a:lnTo>
                  <a:pt x="69850" y="266700"/>
                </a:lnTo>
                <a:lnTo>
                  <a:pt x="101600" y="203200"/>
                </a:lnTo>
                <a:lnTo>
                  <a:pt x="142239" y="152400"/>
                </a:lnTo>
                <a:lnTo>
                  <a:pt x="139700" y="152400"/>
                </a:lnTo>
                <a:lnTo>
                  <a:pt x="152400" y="139700"/>
                </a:lnTo>
                <a:lnTo>
                  <a:pt x="155574" y="139700"/>
                </a:lnTo>
                <a:lnTo>
                  <a:pt x="203200" y="101600"/>
                </a:lnTo>
                <a:lnTo>
                  <a:pt x="279400" y="63500"/>
                </a:lnTo>
                <a:lnTo>
                  <a:pt x="266700" y="63500"/>
                </a:lnTo>
                <a:lnTo>
                  <a:pt x="342900" y="38100"/>
                </a:lnTo>
                <a:lnTo>
                  <a:pt x="431800" y="25400"/>
                </a:lnTo>
                <a:lnTo>
                  <a:pt x="2171700" y="25400"/>
                </a:lnTo>
                <a:lnTo>
                  <a:pt x="2133600" y="12700"/>
                </a:lnTo>
                <a:lnTo>
                  <a:pt x="2044700" y="0"/>
                </a:lnTo>
                <a:close/>
              </a:path>
              <a:path w="2463800" h="2844800">
                <a:moveTo>
                  <a:pt x="2413000" y="2578100"/>
                </a:moveTo>
                <a:lnTo>
                  <a:pt x="2374900" y="2654300"/>
                </a:lnTo>
                <a:lnTo>
                  <a:pt x="2273300" y="2755900"/>
                </a:lnTo>
                <a:lnTo>
                  <a:pt x="2197100" y="2794000"/>
                </a:lnTo>
                <a:lnTo>
                  <a:pt x="2209800" y="2794000"/>
                </a:lnTo>
                <a:lnTo>
                  <a:pt x="2133600" y="2819400"/>
                </a:lnTo>
                <a:lnTo>
                  <a:pt x="2209800" y="2819400"/>
                </a:lnTo>
                <a:lnTo>
                  <a:pt x="2286000" y="2781300"/>
                </a:lnTo>
                <a:lnTo>
                  <a:pt x="2349500" y="2730500"/>
                </a:lnTo>
                <a:lnTo>
                  <a:pt x="2400300" y="2667000"/>
                </a:lnTo>
                <a:lnTo>
                  <a:pt x="2438400" y="2590800"/>
                </a:lnTo>
                <a:lnTo>
                  <a:pt x="2413000" y="2590800"/>
                </a:lnTo>
                <a:lnTo>
                  <a:pt x="2413000" y="2578100"/>
                </a:lnTo>
                <a:close/>
              </a:path>
              <a:path w="2463800" h="2844800">
                <a:moveTo>
                  <a:pt x="63500" y="2578100"/>
                </a:moveTo>
                <a:lnTo>
                  <a:pt x="63500" y="2590800"/>
                </a:lnTo>
                <a:lnTo>
                  <a:pt x="69850" y="2590800"/>
                </a:lnTo>
                <a:lnTo>
                  <a:pt x="63500" y="2578100"/>
                </a:lnTo>
                <a:close/>
              </a:path>
              <a:path w="2463800" h="2844800">
                <a:moveTo>
                  <a:pt x="2438400" y="266700"/>
                </a:moveTo>
                <a:lnTo>
                  <a:pt x="2413000" y="266700"/>
                </a:lnTo>
                <a:lnTo>
                  <a:pt x="2438400" y="342900"/>
                </a:lnTo>
                <a:lnTo>
                  <a:pt x="2438400" y="2514600"/>
                </a:lnTo>
                <a:lnTo>
                  <a:pt x="2413000" y="2590800"/>
                </a:lnTo>
                <a:lnTo>
                  <a:pt x="2438400" y="2590800"/>
                </a:lnTo>
                <a:lnTo>
                  <a:pt x="2463800" y="2514600"/>
                </a:lnTo>
                <a:lnTo>
                  <a:pt x="2463800" y="342900"/>
                </a:lnTo>
                <a:lnTo>
                  <a:pt x="2438400" y="266700"/>
                </a:lnTo>
                <a:close/>
              </a:path>
              <a:path w="2463800" h="2844800">
                <a:moveTo>
                  <a:pt x="69850" y="266700"/>
                </a:moveTo>
                <a:lnTo>
                  <a:pt x="63500" y="266700"/>
                </a:lnTo>
                <a:lnTo>
                  <a:pt x="63500" y="279400"/>
                </a:lnTo>
                <a:lnTo>
                  <a:pt x="69850" y="266700"/>
                </a:lnTo>
                <a:close/>
              </a:path>
              <a:path w="2463800" h="2844800">
                <a:moveTo>
                  <a:pt x="2359660" y="139700"/>
                </a:moveTo>
                <a:lnTo>
                  <a:pt x="2324100" y="139700"/>
                </a:lnTo>
                <a:lnTo>
                  <a:pt x="2374900" y="203200"/>
                </a:lnTo>
                <a:lnTo>
                  <a:pt x="2413000" y="279400"/>
                </a:lnTo>
                <a:lnTo>
                  <a:pt x="2413000" y="266700"/>
                </a:lnTo>
                <a:lnTo>
                  <a:pt x="2438400" y="266700"/>
                </a:lnTo>
                <a:lnTo>
                  <a:pt x="2400300" y="190500"/>
                </a:lnTo>
                <a:lnTo>
                  <a:pt x="2359660" y="139700"/>
                </a:lnTo>
                <a:close/>
              </a:path>
              <a:path w="2463800" h="2844800">
                <a:moveTo>
                  <a:pt x="152400" y="139700"/>
                </a:moveTo>
                <a:lnTo>
                  <a:pt x="139700" y="152400"/>
                </a:lnTo>
                <a:lnTo>
                  <a:pt x="146755" y="146755"/>
                </a:lnTo>
                <a:lnTo>
                  <a:pt x="152400" y="139700"/>
                </a:lnTo>
                <a:close/>
              </a:path>
              <a:path w="2463800" h="2844800">
                <a:moveTo>
                  <a:pt x="146755" y="146755"/>
                </a:moveTo>
                <a:lnTo>
                  <a:pt x="139700" y="152400"/>
                </a:lnTo>
                <a:lnTo>
                  <a:pt x="142239" y="152400"/>
                </a:lnTo>
                <a:lnTo>
                  <a:pt x="146755" y="146755"/>
                </a:lnTo>
                <a:close/>
              </a:path>
              <a:path w="2463800" h="2844800">
                <a:moveTo>
                  <a:pt x="2171700" y="25400"/>
                </a:moveTo>
                <a:lnTo>
                  <a:pt x="2044700" y="25400"/>
                </a:lnTo>
                <a:lnTo>
                  <a:pt x="2133600" y="38100"/>
                </a:lnTo>
                <a:lnTo>
                  <a:pt x="2209800" y="63500"/>
                </a:lnTo>
                <a:lnTo>
                  <a:pt x="2197100" y="63500"/>
                </a:lnTo>
                <a:lnTo>
                  <a:pt x="2273300" y="101600"/>
                </a:lnTo>
                <a:lnTo>
                  <a:pt x="2324100" y="152400"/>
                </a:lnTo>
                <a:lnTo>
                  <a:pt x="2324100" y="139700"/>
                </a:lnTo>
                <a:lnTo>
                  <a:pt x="2359660" y="139700"/>
                </a:lnTo>
                <a:lnTo>
                  <a:pt x="2349500" y="127000"/>
                </a:lnTo>
                <a:lnTo>
                  <a:pt x="2286000" y="76200"/>
                </a:lnTo>
                <a:lnTo>
                  <a:pt x="2209800" y="38100"/>
                </a:lnTo>
                <a:lnTo>
                  <a:pt x="2171700" y="25400"/>
                </a:lnTo>
                <a:close/>
              </a:path>
              <a:path w="2463800" h="2844800">
                <a:moveTo>
                  <a:pt x="155574" y="139700"/>
                </a:moveTo>
                <a:lnTo>
                  <a:pt x="152400" y="139700"/>
                </a:lnTo>
                <a:lnTo>
                  <a:pt x="146755" y="146755"/>
                </a:lnTo>
                <a:lnTo>
                  <a:pt x="155574" y="1397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61100" y="2794000"/>
            <a:ext cx="1600200" cy="914400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1447800" y="0"/>
                </a:moveTo>
                <a:lnTo>
                  <a:pt x="139340" y="733"/>
                </a:lnTo>
                <a:lnTo>
                  <a:pt x="99890" y="11537"/>
                </a:lnTo>
                <a:lnTo>
                  <a:pt x="63784" y="33286"/>
                </a:lnTo>
                <a:lnTo>
                  <a:pt x="33546" y="63454"/>
                </a:lnTo>
                <a:lnTo>
                  <a:pt x="11702" y="99516"/>
                </a:lnTo>
                <a:lnTo>
                  <a:pt x="778" y="138945"/>
                </a:lnTo>
                <a:lnTo>
                  <a:pt x="0" y="152400"/>
                </a:lnTo>
                <a:lnTo>
                  <a:pt x="715" y="762000"/>
                </a:lnTo>
                <a:lnTo>
                  <a:pt x="6595" y="806144"/>
                </a:lnTo>
                <a:lnTo>
                  <a:pt x="24977" y="844739"/>
                </a:lnTo>
                <a:lnTo>
                  <a:pt x="52619" y="876057"/>
                </a:lnTo>
                <a:lnTo>
                  <a:pt x="86996" y="898837"/>
                </a:lnTo>
                <a:lnTo>
                  <a:pt x="125583" y="911816"/>
                </a:lnTo>
                <a:lnTo>
                  <a:pt x="152400" y="914400"/>
                </a:lnTo>
                <a:lnTo>
                  <a:pt x="1462796" y="913784"/>
                </a:lnTo>
                <a:lnTo>
                  <a:pt x="1505539" y="904459"/>
                </a:lnTo>
                <a:lnTo>
                  <a:pt x="1541849" y="884900"/>
                </a:lnTo>
                <a:lnTo>
                  <a:pt x="1570462" y="856369"/>
                </a:lnTo>
                <a:lnTo>
                  <a:pt x="1590115" y="820129"/>
                </a:lnTo>
                <a:lnTo>
                  <a:pt x="1599546" y="777443"/>
                </a:lnTo>
                <a:lnTo>
                  <a:pt x="1600200" y="762000"/>
                </a:lnTo>
                <a:lnTo>
                  <a:pt x="1599596" y="152400"/>
                </a:lnTo>
                <a:lnTo>
                  <a:pt x="1594567" y="112794"/>
                </a:lnTo>
                <a:lnTo>
                  <a:pt x="1578279" y="75292"/>
                </a:lnTo>
                <a:lnTo>
                  <a:pt x="1552599" y="42817"/>
                </a:lnTo>
                <a:lnTo>
                  <a:pt x="1518788" y="17894"/>
                </a:lnTo>
                <a:lnTo>
                  <a:pt x="1478110" y="3050"/>
                </a:lnTo>
                <a:lnTo>
                  <a:pt x="14478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48400" y="2781300"/>
            <a:ext cx="1625600" cy="939800"/>
          </a:xfrm>
          <a:custGeom>
            <a:avLst/>
            <a:gdLst/>
            <a:ahLst/>
            <a:cxnLst/>
            <a:rect l="l" t="t" r="r" b="b"/>
            <a:pathLst>
              <a:path w="1625600" h="939800">
                <a:moveTo>
                  <a:pt x="1536700" y="12700"/>
                </a:moveTo>
                <a:lnTo>
                  <a:pt x="101600" y="12700"/>
                </a:lnTo>
                <a:lnTo>
                  <a:pt x="101600" y="25400"/>
                </a:lnTo>
                <a:lnTo>
                  <a:pt x="50800" y="50800"/>
                </a:lnTo>
                <a:lnTo>
                  <a:pt x="25400" y="101600"/>
                </a:lnTo>
                <a:lnTo>
                  <a:pt x="12700" y="101600"/>
                </a:lnTo>
                <a:lnTo>
                  <a:pt x="12700" y="139700"/>
                </a:lnTo>
                <a:lnTo>
                  <a:pt x="0" y="165100"/>
                </a:lnTo>
                <a:lnTo>
                  <a:pt x="0" y="787400"/>
                </a:lnTo>
                <a:lnTo>
                  <a:pt x="12700" y="812800"/>
                </a:lnTo>
                <a:lnTo>
                  <a:pt x="12700" y="850900"/>
                </a:lnTo>
                <a:lnTo>
                  <a:pt x="25400" y="850900"/>
                </a:lnTo>
                <a:lnTo>
                  <a:pt x="50800" y="901700"/>
                </a:lnTo>
                <a:lnTo>
                  <a:pt x="101600" y="927100"/>
                </a:lnTo>
                <a:lnTo>
                  <a:pt x="139700" y="939800"/>
                </a:lnTo>
                <a:lnTo>
                  <a:pt x="1498600" y="939800"/>
                </a:lnTo>
                <a:lnTo>
                  <a:pt x="1524000" y="927100"/>
                </a:lnTo>
                <a:lnTo>
                  <a:pt x="1536700" y="927100"/>
                </a:lnTo>
                <a:lnTo>
                  <a:pt x="1562100" y="914400"/>
                </a:lnTo>
                <a:lnTo>
                  <a:pt x="114300" y="914400"/>
                </a:lnTo>
                <a:lnTo>
                  <a:pt x="88900" y="901700"/>
                </a:lnTo>
                <a:lnTo>
                  <a:pt x="76200" y="876300"/>
                </a:lnTo>
                <a:lnTo>
                  <a:pt x="50800" y="863600"/>
                </a:lnTo>
                <a:lnTo>
                  <a:pt x="38100" y="838200"/>
                </a:lnTo>
                <a:lnTo>
                  <a:pt x="38100" y="812800"/>
                </a:lnTo>
                <a:lnTo>
                  <a:pt x="25400" y="774700"/>
                </a:lnTo>
                <a:lnTo>
                  <a:pt x="25400" y="165100"/>
                </a:lnTo>
                <a:lnTo>
                  <a:pt x="38100" y="139700"/>
                </a:lnTo>
                <a:lnTo>
                  <a:pt x="38100" y="114300"/>
                </a:lnTo>
                <a:lnTo>
                  <a:pt x="50800" y="88900"/>
                </a:lnTo>
                <a:lnTo>
                  <a:pt x="76200" y="76200"/>
                </a:lnTo>
                <a:lnTo>
                  <a:pt x="88900" y="50800"/>
                </a:lnTo>
                <a:lnTo>
                  <a:pt x="114300" y="38100"/>
                </a:lnTo>
                <a:lnTo>
                  <a:pt x="139700" y="38100"/>
                </a:lnTo>
                <a:lnTo>
                  <a:pt x="177800" y="25400"/>
                </a:lnTo>
                <a:lnTo>
                  <a:pt x="1536700" y="25400"/>
                </a:lnTo>
                <a:lnTo>
                  <a:pt x="1536700" y="12700"/>
                </a:lnTo>
                <a:close/>
              </a:path>
              <a:path w="1625600" h="939800">
                <a:moveTo>
                  <a:pt x="1536700" y="25400"/>
                </a:moveTo>
                <a:lnTo>
                  <a:pt x="1460500" y="25400"/>
                </a:lnTo>
                <a:lnTo>
                  <a:pt x="1498600" y="38100"/>
                </a:lnTo>
                <a:lnTo>
                  <a:pt x="1524000" y="38100"/>
                </a:lnTo>
                <a:lnTo>
                  <a:pt x="1549400" y="50800"/>
                </a:lnTo>
                <a:lnTo>
                  <a:pt x="1562100" y="76200"/>
                </a:lnTo>
                <a:lnTo>
                  <a:pt x="1587500" y="88900"/>
                </a:lnTo>
                <a:lnTo>
                  <a:pt x="1600200" y="114300"/>
                </a:lnTo>
                <a:lnTo>
                  <a:pt x="1600200" y="838200"/>
                </a:lnTo>
                <a:lnTo>
                  <a:pt x="1587500" y="863600"/>
                </a:lnTo>
                <a:lnTo>
                  <a:pt x="1562100" y="876300"/>
                </a:lnTo>
                <a:lnTo>
                  <a:pt x="1549400" y="901700"/>
                </a:lnTo>
                <a:lnTo>
                  <a:pt x="1524000" y="914400"/>
                </a:lnTo>
                <a:lnTo>
                  <a:pt x="1562100" y="914400"/>
                </a:lnTo>
                <a:lnTo>
                  <a:pt x="1587500" y="901700"/>
                </a:lnTo>
                <a:lnTo>
                  <a:pt x="1612900" y="850900"/>
                </a:lnTo>
                <a:lnTo>
                  <a:pt x="1612900" y="838200"/>
                </a:lnTo>
                <a:lnTo>
                  <a:pt x="1625600" y="812800"/>
                </a:lnTo>
                <a:lnTo>
                  <a:pt x="1625600" y="139700"/>
                </a:lnTo>
                <a:lnTo>
                  <a:pt x="1612900" y="101600"/>
                </a:lnTo>
                <a:lnTo>
                  <a:pt x="1587500" y="50800"/>
                </a:lnTo>
                <a:lnTo>
                  <a:pt x="1536700" y="25400"/>
                </a:lnTo>
                <a:close/>
              </a:path>
              <a:path w="1625600" h="939800">
                <a:moveTo>
                  <a:pt x="1460500" y="0"/>
                </a:moveTo>
                <a:lnTo>
                  <a:pt x="165100" y="0"/>
                </a:lnTo>
                <a:lnTo>
                  <a:pt x="139700" y="12700"/>
                </a:lnTo>
                <a:lnTo>
                  <a:pt x="1498600" y="12700"/>
                </a:lnTo>
                <a:lnTo>
                  <a:pt x="14605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26200" y="2846171"/>
            <a:ext cx="1283335" cy="82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-12700" algn="ctr">
              <a:lnSpc>
                <a:spcPct val="99500"/>
              </a:lnSpc>
            </a:pP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dirty="0">
                <a:latin typeface="Arial"/>
                <a:cs typeface="Arial"/>
              </a:rPr>
              <a:t>у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е 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dirty="0">
                <a:latin typeface="Arial"/>
                <a:cs typeface="Arial"/>
              </a:rPr>
              <a:t>асс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85" dirty="0">
                <a:latin typeface="Arial"/>
                <a:cs typeface="Arial"/>
              </a:rPr>
              <a:t>ф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а 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ора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3700" y="1308100"/>
            <a:ext cx="162052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15" dirty="0">
                <a:latin typeface="Arial"/>
                <a:cs typeface="Arial"/>
              </a:rPr>
              <a:t>О</a:t>
            </a:r>
            <a:r>
              <a:rPr sz="2800" spc="-204" dirty="0">
                <a:latin typeface="Arial"/>
                <a:cs typeface="Arial"/>
              </a:rPr>
              <a:t>б</a:t>
            </a:r>
            <a:r>
              <a:rPr sz="2800" spc="-100" dirty="0">
                <a:latin typeface="Arial"/>
                <a:cs typeface="Arial"/>
              </a:rPr>
              <a:t>у</a:t>
            </a:r>
            <a:r>
              <a:rPr sz="2800" spc="35" dirty="0">
                <a:latin typeface="Arial"/>
                <a:cs typeface="Arial"/>
              </a:rPr>
              <a:t>ч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-45" dirty="0">
                <a:latin typeface="Arial"/>
                <a:cs typeface="Arial"/>
              </a:rPr>
              <a:t>н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dirty="0">
                <a:latin typeface="Arial"/>
                <a:cs typeface="Arial"/>
              </a:rPr>
              <a:t>е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75100" y="279400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1600200" y="0"/>
                </a:moveTo>
                <a:lnTo>
                  <a:pt x="139340" y="733"/>
                </a:lnTo>
                <a:lnTo>
                  <a:pt x="99890" y="11537"/>
                </a:lnTo>
                <a:lnTo>
                  <a:pt x="63784" y="33286"/>
                </a:lnTo>
                <a:lnTo>
                  <a:pt x="33546" y="63454"/>
                </a:lnTo>
                <a:lnTo>
                  <a:pt x="11702" y="99516"/>
                </a:lnTo>
                <a:lnTo>
                  <a:pt x="778" y="138945"/>
                </a:lnTo>
                <a:lnTo>
                  <a:pt x="0" y="152400"/>
                </a:lnTo>
                <a:lnTo>
                  <a:pt x="715" y="762000"/>
                </a:lnTo>
                <a:lnTo>
                  <a:pt x="6595" y="806144"/>
                </a:lnTo>
                <a:lnTo>
                  <a:pt x="24977" y="844739"/>
                </a:lnTo>
                <a:lnTo>
                  <a:pt x="52619" y="876057"/>
                </a:lnTo>
                <a:lnTo>
                  <a:pt x="86996" y="898837"/>
                </a:lnTo>
                <a:lnTo>
                  <a:pt x="125583" y="911816"/>
                </a:lnTo>
                <a:lnTo>
                  <a:pt x="152400" y="914400"/>
                </a:lnTo>
                <a:lnTo>
                  <a:pt x="1615196" y="913784"/>
                </a:lnTo>
                <a:lnTo>
                  <a:pt x="1657939" y="904459"/>
                </a:lnTo>
                <a:lnTo>
                  <a:pt x="1694249" y="884900"/>
                </a:lnTo>
                <a:lnTo>
                  <a:pt x="1722862" y="856369"/>
                </a:lnTo>
                <a:lnTo>
                  <a:pt x="1742515" y="820129"/>
                </a:lnTo>
                <a:lnTo>
                  <a:pt x="1751946" y="777443"/>
                </a:lnTo>
                <a:lnTo>
                  <a:pt x="1752600" y="762000"/>
                </a:lnTo>
                <a:lnTo>
                  <a:pt x="1751996" y="152400"/>
                </a:lnTo>
                <a:lnTo>
                  <a:pt x="1746967" y="112794"/>
                </a:lnTo>
                <a:lnTo>
                  <a:pt x="1730679" y="75292"/>
                </a:lnTo>
                <a:lnTo>
                  <a:pt x="1704999" y="42817"/>
                </a:lnTo>
                <a:lnTo>
                  <a:pt x="1671188" y="17894"/>
                </a:lnTo>
                <a:lnTo>
                  <a:pt x="1630510" y="3050"/>
                </a:lnTo>
                <a:lnTo>
                  <a:pt x="16002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2400" y="2781300"/>
            <a:ext cx="1778000" cy="939800"/>
          </a:xfrm>
          <a:custGeom>
            <a:avLst/>
            <a:gdLst/>
            <a:ahLst/>
            <a:cxnLst/>
            <a:rect l="l" t="t" r="r" b="b"/>
            <a:pathLst>
              <a:path w="1778000" h="939800">
                <a:moveTo>
                  <a:pt x="1689100" y="12700"/>
                </a:moveTo>
                <a:lnTo>
                  <a:pt x="101600" y="12700"/>
                </a:lnTo>
                <a:lnTo>
                  <a:pt x="101600" y="25400"/>
                </a:lnTo>
                <a:lnTo>
                  <a:pt x="50800" y="50800"/>
                </a:lnTo>
                <a:lnTo>
                  <a:pt x="25400" y="101600"/>
                </a:lnTo>
                <a:lnTo>
                  <a:pt x="12700" y="101600"/>
                </a:lnTo>
                <a:lnTo>
                  <a:pt x="12700" y="139700"/>
                </a:lnTo>
                <a:lnTo>
                  <a:pt x="0" y="165100"/>
                </a:lnTo>
                <a:lnTo>
                  <a:pt x="0" y="787400"/>
                </a:lnTo>
                <a:lnTo>
                  <a:pt x="12700" y="812800"/>
                </a:lnTo>
                <a:lnTo>
                  <a:pt x="12700" y="850900"/>
                </a:lnTo>
                <a:lnTo>
                  <a:pt x="25400" y="850900"/>
                </a:lnTo>
                <a:lnTo>
                  <a:pt x="50800" y="901700"/>
                </a:lnTo>
                <a:lnTo>
                  <a:pt x="101600" y="927100"/>
                </a:lnTo>
                <a:lnTo>
                  <a:pt x="139700" y="939800"/>
                </a:lnTo>
                <a:lnTo>
                  <a:pt x="1651000" y="939800"/>
                </a:lnTo>
                <a:lnTo>
                  <a:pt x="1676400" y="927100"/>
                </a:lnTo>
                <a:lnTo>
                  <a:pt x="1689100" y="927100"/>
                </a:lnTo>
                <a:lnTo>
                  <a:pt x="1714500" y="914400"/>
                </a:lnTo>
                <a:lnTo>
                  <a:pt x="114300" y="914400"/>
                </a:lnTo>
                <a:lnTo>
                  <a:pt x="88900" y="901700"/>
                </a:lnTo>
                <a:lnTo>
                  <a:pt x="76200" y="876300"/>
                </a:lnTo>
                <a:lnTo>
                  <a:pt x="50800" y="863600"/>
                </a:lnTo>
                <a:lnTo>
                  <a:pt x="38100" y="838200"/>
                </a:lnTo>
                <a:lnTo>
                  <a:pt x="38100" y="812800"/>
                </a:lnTo>
                <a:lnTo>
                  <a:pt x="25400" y="774700"/>
                </a:lnTo>
                <a:lnTo>
                  <a:pt x="25400" y="165100"/>
                </a:lnTo>
                <a:lnTo>
                  <a:pt x="38100" y="139700"/>
                </a:lnTo>
                <a:lnTo>
                  <a:pt x="38100" y="114300"/>
                </a:lnTo>
                <a:lnTo>
                  <a:pt x="50800" y="88900"/>
                </a:lnTo>
                <a:lnTo>
                  <a:pt x="76200" y="76200"/>
                </a:lnTo>
                <a:lnTo>
                  <a:pt x="88900" y="50800"/>
                </a:lnTo>
                <a:lnTo>
                  <a:pt x="114300" y="38100"/>
                </a:lnTo>
                <a:lnTo>
                  <a:pt x="139700" y="38100"/>
                </a:lnTo>
                <a:lnTo>
                  <a:pt x="177800" y="25400"/>
                </a:lnTo>
                <a:lnTo>
                  <a:pt x="1689100" y="25400"/>
                </a:lnTo>
                <a:lnTo>
                  <a:pt x="1689100" y="12700"/>
                </a:lnTo>
                <a:close/>
              </a:path>
              <a:path w="1778000" h="939800">
                <a:moveTo>
                  <a:pt x="1689100" y="25400"/>
                </a:moveTo>
                <a:lnTo>
                  <a:pt x="1612900" y="25400"/>
                </a:lnTo>
                <a:lnTo>
                  <a:pt x="1651000" y="38100"/>
                </a:lnTo>
                <a:lnTo>
                  <a:pt x="1676400" y="38100"/>
                </a:lnTo>
                <a:lnTo>
                  <a:pt x="1701800" y="50800"/>
                </a:lnTo>
                <a:lnTo>
                  <a:pt x="1714500" y="76200"/>
                </a:lnTo>
                <a:lnTo>
                  <a:pt x="1739900" y="88900"/>
                </a:lnTo>
                <a:lnTo>
                  <a:pt x="1752600" y="114300"/>
                </a:lnTo>
                <a:lnTo>
                  <a:pt x="1752600" y="838200"/>
                </a:lnTo>
                <a:lnTo>
                  <a:pt x="1739900" y="863600"/>
                </a:lnTo>
                <a:lnTo>
                  <a:pt x="1714500" y="876300"/>
                </a:lnTo>
                <a:lnTo>
                  <a:pt x="1701800" y="901700"/>
                </a:lnTo>
                <a:lnTo>
                  <a:pt x="1676400" y="914400"/>
                </a:lnTo>
                <a:lnTo>
                  <a:pt x="1714500" y="914400"/>
                </a:lnTo>
                <a:lnTo>
                  <a:pt x="1739900" y="901700"/>
                </a:lnTo>
                <a:lnTo>
                  <a:pt x="1765300" y="850900"/>
                </a:lnTo>
                <a:lnTo>
                  <a:pt x="1765300" y="838200"/>
                </a:lnTo>
                <a:lnTo>
                  <a:pt x="1778000" y="812800"/>
                </a:lnTo>
                <a:lnTo>
                  <a:pt x="1778000" y="139700"/>
                </a:lnTo>
                <a:lnTo>
                  <a:pt x="1765300" y="101600"/>
                </a:lnTo>
                <a:lnTo>
                  <a:pt x="1739900" y="50800"/>
                </a:lnTo>
                <a:lnTo>
                  <a:pt x="1689100" y="25400"/>
                </a:lnTo>
                <a:close/>
              </a:path>
              <a:path w="1778000" h="939800">
                <a:moveTo>
                  <a:pt x="1612900" y="0"/>
                </a:moveTo>
                <a:lnTo>
                  <a:pt x="165100" y="0"/>
                </a:lnTo>
                <a:lnTo>
                  <a:pt x="139700" y="12700"/>
                </a:lnTo>
                <a:lnTo>
                  <a:pt x="1651000" y="12700"/>
                </a:lnTo>
                <a:lnTo>
                  <a:pt x="16129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40200" y="2987039"/>
            <a:ext cx="142049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203200">
              <a:lnSpc>
                <a:spcPts val="2100"/>
              </a:lnSpc>
            </a:pPr>
            <a:r>
              <a:rPr sz="1800" spc="5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и 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5" dirty="0">
                <a:latin typeface="Arial"/>
                <a:cs typeface="Arial"/>
              </a:rPr>
              <a:t>ж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65500" y="3098800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381000" y="0"/>
                </a:moveTo>
                <a:lnTo>
                  <a:pt x="3810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81000" y="228600"/>
                </a:lnTo>
                <a:lnTo>
                  <a:pt x="381000" y="304800"/>
                </a:lnTo>
                <a:lnTo>
                  <a:pt x="533400" y="152400"/>
                </a:lnTo>
                <a:lnTo>
                  <a:pt x="3810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52800" y="3073400"/>
            <a:ext cx="571500" cy="368300"/>
          </a:xfrm>
          <a:custGeom>
            <a:avLst/>
            <a:gdLst/>
            <a:ahLst/>
            <a:cxnLst/>
            <a:rect l="l" t="t" r="r" b="b"/>
            <a:pathLst>
              <a:path w="571500" h="368300">
                <a:moveTo>
                  <a:pt x="381000" y="254000"/>
                </a:moveTo>
                <a:lnTo>
                  <a:pt x="381000" y="368300"/>
                </a:lnTo>
                <a:lnTo>
                  <a:pt x="419100" y="330200"/>
                </a:lnTo>
                <a:lnTo>
                  <a:pt x="393700" y="330200"/>
                </a:lnTo>
                <a:lnTo>
                  <a:pt x="406400" y="317500"/>
                </a:lnTo>
                <a:lnTo>
                  <a:pt x="406400" y="266700"/>
                </a:lnTo>
                <a:lnTo>
                  <a:pt x="393700" y="266700"/>
                </a:lnTo>
                <a:lnTo>
                  <a:pt x="381000" y="254000"/>
                </a:lnTo>
                <a:close/>
              </a:path>
              <a:path w="571500" h="368300">
                <a:moveTo>
                  <a:pt x="406400" y="317500"/>
                </a:moveTo>
                <a:lnTo>
                  <a:pt x="393700" y="330200"/>
                </a:lnTo>
                <a:lnTo>
                  <a:pt x="406400" y="330200"/>
                </a:lnTo>
                <a:lnTo>
                  <a:pt x="406400" y="317500"/>
                </a:lnTo>
                <a:close/>
              </a:path>
              <a:path w="571500" h="368300">
                <a:moveTo>
                  <a:pt x="539750" y="184150"/>
                </a:moveTo>
                <a:lnTo>
                  <a:pt x="406400" y="317500"/>
                </a:lnTo>
                <a:lnTo>
                  <a:pt x="406400" y="330200"/>
                </a:lnTo>
                <a:lnTo>
                  <a:pt x="419100" y="330200"/>
                </a:lnTo>
                <a:lnTo>
                  <a:pt x="558800" y="190500"/>
                </a:lnTo>
                <a:lnTo>
                  <a:pt x="546100" y="190500"/>
                </a:lnTo>
                <a:lnTo>
                  <a:pt x="539750" y="184150"/>
                </a:lnTo>
                <a:close/>
              </a:path>
              <a:path w="571500" h="368300">
                <a:moveTo>
                  <a:pt x="3810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81000" y="266700"/>
                </a:lnTo>
                <a:lnTo>
                  <a:pt x="3810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81000" y="101600"/>
                </a:lnTo>
                <a:lnTo>
                  <a:pt x="381000" y="88900"/>
                </a:lnTo>
                <a:close/>
              </a:path>
              <a:path w="571500" h="368300">
                <a:moveTo>
                  <a:pt x="4064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81000" y="254000"/>
                </a:lnTo>
                <a:lnTo>
                  <a:pt x="393700" y="266700"/>
                </a:lnTo>
                <a:lnTo>
                  <a:pt x="406400" y="266700"/>
                </a:lnTo>
                <a:lnTo>
                  <a:pt x="406400" y="241300"/>
                </a:lnTo>
                <a:close/>
              </a:path>
              <a:path w="5715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571500" h="368300">
                <a:moveTo>
                  <a:pt x="546100" y="177800"/>
                </a:moveTo>
                <a:lnTo>
                  <a:pt x="539750" y="184150"/>
                </a:lnTo>
                <a:lnTo>
                  <a:pt x="546100" y="190500"/>
                </a:lnTo>
                <a:lnTo>
                  <a:pt x="546100" y="177800"/>
                </a:lnTo>
                <a:close/>
              </a:path>
              <a:path w="571500" h="368300">
                <a:moveTo>
                  <a:pt x="571500" y="177800"/>
                </a:moveTo>
                <a:lnTo>
                  <a:pt x="546100" y="177800"/>
                </a:lnTo>
                <a:lnTo>
                  <a:pt x="546100" y="190500"/>
                </a:lnTo>
                <a:lnTo>
                  <a:pt x="558800" y="190500"/>
                </a:lnTo>
                <a:lnTo>
                  <a:pt x="571500" y="177800"/>
                </a:lnTo>
                <a:close/>
              </a:path>
              <a:path w="571500" h="368300">
                <a:moveTo>
                  <a:pt x="408214" y="25400"/>
                </a:moveTo>
                <a:lnTo>
                  <a:pt x="406400" y="25400"/>
                </a:lnTo>
                <a:lnTo>
                  <a:pt x="406400" y="50800"/>
                </a:lnTo>
                <a:lnTo>
                  <a:pt x="539750" y="184150"/>
                </a:lnTo>
                <a:lnTo>
                  <a:pt x="546100" y="177800"/>
                </a:lnTo>
                <a:lnTo>
                  <a:pt x="571500" y="177800"/>
                </a:lnTo>
                <a:lnTo>
                  <a:pt x="408214" y="25400"/>
                </a:lnTo>
                <a:close/>
              </a:path>
              <a:path w="5715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571500" h="368300">
                <a:moveTo>
                  <a:pt x="406400" y="88900"/>
                </a:moveTo>
                <a:lnTo>
                  <a:pt x="393700" y="88900"/>
                </a:lnTo>
                <a:lnTo>
                  <a:pt x="3810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406400" y="114300"/>
                </a:lnTo>
                <a:lnTo>
                  <a:pt x="406400" y="88900"/>
                </a:lnTo>
                <a:close/>
              </a:path>
              <a:path w="571500" h="368300">
                <a:moveTo>
                  <a:pt x="381000" y="0"/>
                </a:moveTo>
                <a:lnTo>
                  <a:pt x="381000" y="101600"/>
                </a:lnTo>
                <a:lnTo>
                  <a:pt x="393700" y="88900"/>
                </a:lnTo>
                <a:lnTo>
                  <a:pt x="406400" y="88900"/>
                </a:lnTo>
                <a:lnTo>
                  <a:pt x="406400" y="50800"/>
                </a:lnTo>
                <a:lnTo>
                  <a:pt x="393700" y="38100"/>
                </a:lnTo>
                <a:lnTo>
                  <a:pt x="406400" y="25400"/>
                </a:lnTo>
                <a:lnTo>
                  <a:pt x="408214" y="25400"/>
                </a:lnTo>
                <a:lnTo>
                  <a:pt x="381000" y="0"/>
                </a:lnTo>
                <a:close/>
              </a:path>
              <a:path w="571500" h="368300">
                <a:moveTo>
                  <a:pt x="406400" y="25400"/>
                </a:moveTo>
                <a:lnTo>
                  <a:pt x="393700" y="38100"/>
                </a:lnTo>
                <a:lnTo>
                  <a:pt x="406400" y="50800"/>
                </a:lnTo>
                <a:lnTo>
                  <a:pt x="4064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03900" y="3098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0"/>
                </a:moveTo>
                <a:lnTo>
                  <a:pt x="2286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304800"/>
                </a:lnTo>
                <a:lnTo>
                  <a:pt x="381000" y="1524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91200" y="3073400"/>
            <a:ext cx="419100" cy="368300"/>
          </a:xfrm>
          <a:custGeom>
            <a:avLst/>
            <a:gdLst/>
            <a:ahLst/>
            <a:cxnLst/>
            <a:rect l="l" t="t" r="r" b="b"/>
            <a:pathLst>
              <a:path w="419100" h="368300">
                <a:moveTo>
                  <a:pt x="228600" y="254000"/>
                </a:moveTo>
                <a:lnTo>
                  <a:pt x="228600" y="368300"/>
                </a:lnTo>
                <a:lnTo>
                  <a:pt x="266700" y="330200"/>
                </a:lnTo>
                <a:lnTo>
                  <a:pt x="241300" y="330200"/>
                </a:lnTo>
                <a:lnTo>
                  <a:pt x="254000" y="317500"/>
                </a:lnTo>
                <a:lnTo>
                  <a:pt x="254000" y="266700"/>
                </a:lnTo>
                <a:lnTo>
                  <a:pt x="241300" y="266700"/>
                </a:lnTo>
                <a:lnTo>
                  <a:pt x="228600" y="254000"/>
                </a:lnTo>
                <a:close/>
              </a:path>
              <a:path w="419100" h="368300">
                <a:moveTo>
                  <a:pt x="254000" y="317500"/>
                </a:moveTo>
                <a:lnTo>
                  <a:pt x="241300" y="330200"/>
                </a:lnTo>
                <a:lnTo>
                  <a:pt x="254000" y="330200"/>
                </a:lnTo>
                <a:lnTo>
                  <a:pt x="254000" y="317500"/>
                </a:lnTo>
                <a:close/>
              </a:path>
              <a:path w="419100" h="368300">
                <a:moveTo>
                  <a:pt x="387350" y="184150"/>
                </a:moveTo>
                <a:lnTo>
                  <a:pt x="254000" y="317500"/>
                </a:lnTo>
                <a:lnTo>
                  <a:pt x="254000" y="330200"/>
                </a:lnTo>
                <a:lnTo>
                  <a:pt x="266700" y="330200"/>
                </a:lnTo>
                <a:lnTo>
                  <a:pt x="406400" y="190500"/>
                </a:lnTo>
                <a:lnTo>
                  <a:pt x="393700" y="190500"/>
                </a:lnTo>
                <a:lnTo>
                  <a:pt x="387350" y="184150"/>
                </a:lnTo>
                <a:close/>
              </a:path>
              <a:path w="419100" h="368300">
                <a:moveTo>
                  <a:pt x="2286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228600" y="266700"/>
                </a:lnTo>
                <a:lnTo>
                  <a:pt x="2286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228600" y="101600"/>
                </a:lnTo>
                <a:lnTo>
                  <a:pt x="228600" y="88900"/>
                </a:lnTo>
                <a:close/>
              </a:path>
              <a:path w="419100" h="368300">
                <a:moveTo>
                  <a:pt x="2540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228600" y="254000"/>
                </a:lnTo>
                <a:lnTo>
                  <a:pt x="241300" y="266700"/>
                </a:lnTo>
                <a:lnTo>
                  <a:pt x="254000" y="266700"/>
                </a:lnTo>
                <a:lnTo>
                  <a:pt x="254000" y="241300"/>
                </a:lnTo>
                <a:close/>
              </a:path>
              <a:path w="4191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419100" h="368300">
                <a:moveTo>
                  <a:pt x="393700" y="177800"/>
                </a:moveTo>
                <a:lnTo>
                  <a:pt x="387350" y="184150"/>
                </a:lnTo>
                <a:lnTo>
                  <a:pt x="393700" y="190500"/>
                </a:lnTo>
                <a:lnTo>
                  <a:pt x="393700" y="177800"/>
                </a:lnTo>
                <a:close/>
              </a:path>
              <a:path w="419100" h="368300">
                <a:moveTo>
                  <a:pt x="419100" y="177800"/>
                </a:moveTo>
                <a:lnTo>
                  <a:pt x="393700" y="177800"/>
                </a:lnTo>
                <a:lnTo>
                  <a:pt x="393700" y="190500"/>
                </a:lnTo>
                <a:lnTo>
                  <a:pt x="406400" y="190500"/>
                </a:lnTo>
                <a:lnTo>
                  <a:pt x="419100" y="177800"/>
                </a:lnTo>
                <a:close/>
              </a:path>
              <a:path w="419100" h="368300">
                <a:moveTo>
                  <a:pt x="255814" y="25400"/>
                </a:moveTo>
                <a:lnTo>
                  <a:pt x="254000" y="25400"/>
                </a:lnTo>
                <a:lnTo>
                  <a:pt x="254000" y="50800"/>
                </a:lnTo>
                <a:lnTo>
                  <a:pt x="387350" y="184150"/>
                </a:lnTo>
                <a:lnTo>
                  <a:pt x="393700" y="177800"/>
                </a:lnTo>
                <a:lnTo>
                  <a:pt x="419100" y="177800"/>
                </a:lnTo>
                <a:lnTo>
                  <a:pt x="255814" y="25400"/>
                </a:lnTo>
                <a:close/>
              </a:path>
              <a:path w="4191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419100" h="368300">
                <a:moveTo>
                  <a:pt x="254000" y="88900"/>
                </a:moveTo>
                <a:lnTo>
                  <a:pt x="241300" y="88900"/>
                </a:lnTo>
                <a:lnTo>
                  <a:pt x="2286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254000" y="114300"/>
                </a:lnTo>
                <a:lnTo>
                  <a:pt x="254000" y="88900"/>
                </a:lnTo>
                <a:close/>
              </a:path>
              <a:path w="419100" h="368300">
                <a:moveTo>
                  <a:pt x="228600" y="0"/>
                </a:moveTo>
                <a:lnTo>
                  <a:pt x="228600" y="101600"/>
                </a:lnTo>
                <a:lnTo>
                  <a:pt x="241300" y="88900"/>
                </a:lnTo>
                <a:lnTo>
                  <a:pt x="254000" y="88900"/>
                </a:lnTo>
                <a:lnTo>
                  <a:pt x="254000" y="50800"/>
                </a:lnTo>
                <a:lnTo>
                  <a:pt x="241300" y="38100"/>
                </a:lnTo>
                <a:lnTo>
                  <a:pt x="254000" y="25400"/>
                </a:lnTo>
                <a:lnTo>
                  <a:pt x="255814" y="25400"/>
                </a:lnTo>
                <a:lnTo>
                  <a:pt x="228600" y="0"/>
                </a:lnTo>
                <a:close/>
              </a:path>
              <a:path w="419100" h="368300">
                <a:moveTo>
                  <a:pt x="254000" y="25400"/>
                </a:moveTo>
                <a:lnTo>
                  <a:pt x="241300" y="38100"/>
                </a:lnTo>
                <a:lnTo>
                  <a:pt x="254000" y="50800"/>
                </a:lnTo>
                <a:lnTo>
                  <a:pt x="2540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46900" y="2260600"/>
            <a:ext cx="304800" cy="457200"/>
          </a:xfrm>
          <a:custGeom>
            <a:avLst/>
            <a:gdLst/>
            <a:ahLst/>
            <a:cxnLst/>
            <a:rect l="l" t="t" r="r" b="b"/>
            <a:pathLst>
              <a:path w="304800" h="457200">
                <a:moveTo>
                  <a:pt x="304800" y="304800"/>
                </a:moveTo>
                <a:lnTo>
                  <a:pt x="0" y="304800"/>
                </a:lnTo>
                <a:lnTo>
                  <a:pt x="152400" y="457200"/>
                </a:lnTo>
                <a:lnTo>
                  <a:pt x="304800" y="304800"/>
                </a:lnTo>
                <a:close/>
              </a:path>
              <a:path w="304800" h="457200">
                <a:moveTo>
                  <a:pt x="22860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228600" y="3048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21500" y="2247900"/>
            <a:ext cx="368300" cy="495300"/>
          </a:xfrm>
          <a:custGeom>
            <a:avLst/>
            <a:gdLst/>
            <a:ahLst/>
            <a:cxnLst/>
            <a:rect l="l" t="t" r="r" b="b"/>
            <a:pathLst>
              <a:path w="368300" h="495300">
                <a:moveTo>
                  <a:pt x="88900" y="304800"/>
                </a:moveTo>
                <a:lnTo>
                  <a:pt x="0" y="304800"/>
                </a:lnTo>
                <a:lnTo>
                  <a:pt x="177800" y="495300"/>
                </a:lnTo>
                <a:lnTo>
                  <a:pt x="203200" y="469900"/>
                </a:lnTo>
                <a:lnTo>
                  <a:pt x="177800" y="469900"/>
                </a:lnTo>
                <a:lnTo>
                  <a:pt x="184150" y="463550"/>
                </a:lnTo>
                <a:lnTo>
                  <a:pt x="50800" y="330200"/>
                </a:lnTo>
                <a:lnTo>
                  <a:pt x="25400" y="330200"/>
                </a:lnTo>
                <a:lnTo>
                  <a:pt x="38100" y="317500"/>
                </a:lnTo>
                <a:lnTo>
                  <a:pt x="88900" y="317500"/>
                </a:lnTo>
                <a:lnTo>
                  <a:pt x="88900" y="304800"/>
                </a:lnTo>
                <a:close/>
              </a:path>
              <a:path w="368300" h="495300">
                <a:moveTo>
                  <a:pt x="184150" y="463550"/>
                </a:moveTo>
                <a:lnTo>
                  <a:pt x="177800" y="469900"/>
                </a:lnTo>
                <a:lnTo>
                  <a:pt x="190500" y="469900"/>
                </a:lnTo>
                <a:lnTo>
                  <a:pt x="184150" y="463550"/>
                </a:lnTo>
                <a:close/>
              </a:path>
              <a:path w="368300" h="495300">
                <a:moveTo>
                  <a:pt x="330200" y="317500"/>
                </a:moveTo>
                <a:lnTo>
                  <a:pt x="184150" y="463550"/>
                </a:lnTo>
                <a:lnTo>
                  <a:pt x="190500" y="469900"/>
                </a:lnTo>
                <a:lnTo>
                  <a:pt x="203200" y="469900"/>
                </a:lnTo>
                <a:lnTo>
                  <a:pt x="342900" y="330200"/>
                </a:lnTo>
                <a:lnTo>
                  <a:pt x="330200" y="330200"/>
                </a:lnTo>
                <a:lnTo>
                  <a:pt x="330200" y="317500"/>
                </a:lnTo>
                <a:close/>
              </a:path>
              <a:path w="368300" h="495300">
                <a:moveTo>
                  <a:pt x="38100" y="317500"/>
                </a:moveTo>
                <a:lnTo>
                  <a:pt x="25400" y="330200"/>
                </a:lnTo>
                <a:lnTo>
                  <a:pt x="50800" y="330200"/>
                </a:lnTo>
                <a:lnTo>
                  <a:pt x="38100" y="317500"/>
                </a:lnTo>
                <a:close/>
              </a:path>
              <a:path w="368300" h="495300">
                <a:moveTo>
                  <a:pt x="114300" y="304800"/>
                </a:moveTo>
                <a:lnTo>
                  <a:pt x="101600" y="304800"/>
                </a:lnTo>
                <a:lnTo>
                  <a:pt x="88900" y="317500"/>
                </a:lnTo>
                <a:lnTo>
                  <a:pt x="38100" y="317500"/>
                </a:lnTo>
                <a:lnTo>
                  <a:pt x="50800" y="330200"/>
                </a:lnTo>
                <a:lnTo>
                  <a:pt x="114300" y="330200"/>
                </a:lnTo>
                <a:lnTo>
                  <a:pt x="114300" y="304800"/>
                </a:lnTo>
                <a:close/>
              </a:path>
              <a:path w="368300" h="495300">
                <a:moveTo>
                  <a:pt x="241300" y="12700"/>
                </a:moveTo>
                <a:lnTo>
                  <a:pt x="241300" y="330200"/>
                </a:lnTo>
                <a:lnTo>
                  <a:pt x="317500" y="330200"/>
                </a:lnTo>
                <a:lnTo>
                  <a:pt x="330200" y="317500"/>
                </a:lnTo>
                <a:lnTo>
                  <a:pt x="266700" y="317500"/>
                </a:lnTo>
                <a:lnTo>
                  <a:pt x="254000" y="304800"/>
                </a:lnTo>
                <a:lnTo>
                  <a:pt x="266700" y="304800"/>
                </a:lnTo>
                <a:lnTo>
                  <a:pt x="266700" y="25400"/>
                </a:lnTo>
                <a:lnTo>
                  <a:pt x="254000" y="25400"/>
                </a:lnTo>
                <a:lnTo>
                  <a:pt x="241300" y="12700"/>
                </a:lnTo>
                <a:close/>
              </a:path>
              <a:path w="368300" h="495300">
                <a:moveTo>
                  <a:pt x="368300" y="304800"/>
                </a:moveTo>
                <a:lnTo>
                  <a:pt x="266700" y="304800"/>
                </a:lnTo>
                <a:lnTo>
                  <a:pt x="266700" y="317500"/>
                </a:lnTo>
                <a:lnTo>
                  <a:pt x="330200" y="317500"/>
                </a:lnTo>
                <a:lnTo>
                  <a:pt x="330200" y="330200"/>
                </a:lnTo>
                <a:lnTo>
                  <a:pt x="342900" y="330200"/>
                </a:lnTo>
                <a:lnTo>
                  <a:pt x="368300" y="304800"/>
                </a:lnTo>
                <a:close/>
              </a:path>
              <a:path w="368300" h="495300">
                <a:moveTo>
                  <a:pt x="266700" y="0"/>
                </a:moveTo>
                <a:lnTo>
                  <a:pt x="88900" y="0"/>
                </a:lnTo>
                <a:lnTo>
                  <a:pt x="88900" y="317500"/>
                </a:lnTo>
                <a:lnTo>
                  <a:pt x="101600" y="304800"/>
                </a:lnTo>
                <a:lnTo>
                  <a:pt x="114300" y="304800"/>
                </a:lnTo>
                <a:lnTo>
                  <a:pt x="114300" y="25400"/>
                </a:lnTo>
                <a:lnTo>
                  <a:pt x="101600" y="25400"/>
                </a:lnTo>
                <a:lnTo>
                  <a:pt x="114300" y="12700"/>
                </a:lnTo>
                <a:lnTo>
                  <a:pt x="266700" y="12700"/>
                </a:lnTo>
                <a:lnTo>
                  <a:pt x="266700" y="0"/>
                </a:lnTo>
                <a:close/>
              </a:path>
              <a:path w="368300" h="495300">
                <a:moveTo>
                  <a:pt x="266700" y="304800"/>
                </a:moveTo>
                <a:lnTo>
                  <a:pt x="254000" y="304800"/>
                </a:lnTo>
                <a:lnTo>
                  <a:pt x="266700" y="317500"/>
                </a:lnTo>
                <a:lnTo>
                  <a:pt x="266700" y="304800"/>
                </a:lnTo>
                <a:close/>
              </a:path>
              <a:path w="368300" h="495300">
                <a:moveTo>
                  <a:pt x="114300" y="12700"/>
                </a:moveTo>
                <a:lnTo>
                  <a:pt x="101600" y="25400"/>
                </a:lnTo>
                <a:lnTo>
                  <a:pt x="114300" y="25400"/>
                </a:lnTo>
                <a:lnTo>
                  <a:pt x="114300" y="12700"/>
                </a:lnTo>
                <a:close/>
              </a:path>
              <a:path w="368300" h="495300">
                <a:moveTo>
                  <a:pt x="241300" y="12700"/>
                </a:moveTo>
                <a:lnTo>
                  <a:pt x="114300" y="12700"/>
                </a:lnTo>
                <a:lnTo>
                  <a:pt x="114300" y="25400"/>
                </a:lnTo>
                <a:lnTo>
                  <a:pt x="241300" y="25400"/>
                </a:lnTo>
                <a:lnTo>
                  <a:pt x="241300" y="12700"/>
                </a:lnTo>
                <a:close/>
              </a:path>
              <a:path w="368300" h="495300">
                <a:moveTo>
                  <a:pt x="266700" y="12700"/>
                </a:moveTo>
                <a:lnTo>
                  <a:pt x="241300" y="12700"/>
                </a:lnTo>
                <a:lnTo>
                  <a:pt x="254000" y="25400"/>
                </a:lnTo>
                <a:lnTo>
                  <a:pt x="266700" y="25400"/>
                </a:lnTo>
                <a:lnTo>
                  <a:pt x="266700" y="127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37500" y="3098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9700" y="0"/>
                </a:moveTo>
                <a:lnTo>
                  <a:pt x="1397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139700" y="228600"/>
                </a:lnTo>
                <a:lnTo>
                  <a:pt x="139700" y="304800"/>
                </a:lnTo>
                <a:lnTo>
                  <a:pt x="266700" y="1524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24800" y="3073400"/>
            <a:ext cx="304800" cy="368300"/>
          </a:xfrm>
          <a:custGeom>
            <a:avLst/>
            <a:gdLst/>
            <a:ahLst/>
            <a:cxnLst/>
            <a:rect l="l" t="t" r="r" b="b"/>
            <a:pathLst>
              <a:path w="304800" h="368300">
                <a:moveTo>
                  <a:pt x="273579" y="184150"/>
                </a:moveTo>
                <a:lnTo>
                  <a:pt x="165100" y="302490"/>
                </a:lnTo>
                <a:lnTo>
                  <a:pt x="165100" y="330200"/>
                </a:lnTo>
                <a:lnTo>
                  <a:pt x="139700" y="330200"/>
                </a:lnTo>
                <a:lnTo>
                  <a:pt x="139700" y="368300"/>
                </a:lnTo>
                <a:lnTo>
                  <a:pt x="172720" y="330200"/>
                </a:lnTo>
                <a:lnTo>
                  <a:pt x="165100" y="330200"/>
                </a:lnTo>
                <a:lnTo>
                  <a:pt x="165100" y="302490"/>
                </a:lnTo>
                <a:lnTo>
                  <a:pt x="196734" y="302490"/>
                </a:lnTo>
                <a:lnTo>
                  <a:pt x="293793" y="190500"/>
                </a:lnTo>
                <a:lnTo>
                  <a:pt x="279400" y="190500"/>
                </a:lnTo>
                <a:lnTo>
                  <a:pt x="273579" y="184150"/>
                </a:lnTo>
                <a:close/>
              </a:path>
              <a:path w="304800" h="368300">
                <a:moveTo>
                  <a:pt x="139700" y="254000"/>
                </a:moveTo>
                <a:lnTo>
                  <a:pt x="139700" y="330200"/>
                </a:lnTo>
                <a:lnTo>
                  <a:pt x="165100" y="302490"/>
                </a:lnTo>
                <a:lnTo>
                  <a:pt x="165100" y="266700"/>
                </a:lnTo>
                <a:lnTo>
                  <a:pt x="152400" y="266700"/>
                </a:lnTo>
                <a:lnTo>
                  <a:pt x="139700" y="254000"/>
                </a:lnTo>
                <a:close/>
              </a:path>
              <a:path w="304800" h="368300">
                <a:moveTo>
                  <a:pt x="1397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139700" y="266700"/>
                </a:lnTo>
                <a:lnTo>
                  <a:pt x="1397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139700" y="101600"/>
                </a:lnTo>
                <a:lnTo>
                  <a:pt x="139700" y="88900"/>
                </a:lnTo>
                <a:close/>
              </a:path>
              <a:path w="304800" h="368300">
                <a:moveTo>
                  <a:pt x="1651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139700" y="254000"/>
                </a:lnTo>
                <a:lnTo>
                  <a:pt x="152400" y="266700"/>
                </a:lnTo>
                <a:lnTo>
                  <a:pt x="165100" y="266700"/>
                </a:lnTo>
                <a:lnTo>
                  <a:pt x="165100" y="241300"/>
                </a:lnTo>
                <a:close/>
              </a:path>
              <a:path w="3048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304800" h="368300">
                <a:moveTo>
                  <a:pt x="279400" y="177800"/>
                </a:moveTo>
                <a:lnTo>
                  <a:pt x="273579" y="184150"/>
                </a:lnTo>
                <a:lnTo>
                  <a:pt x="279400" y="190500"/>
                </a:lnTo>
                <a:lnTo>
                  <a:pt x="279400" y="177800"/>
                </a:lnTo>
                <a:close/>
              </a:path>
              <a:path w="304800" h="368300">
                <a:moveTo>
                  <a:pt x="304800" y="177800"/>
                </a:moveTo>
                <a:lnTo>
                  <a:pt x="279400" y="177800"/>
                </a:lnTo>
                <a:lnTo>
                  <a:pt x="279400" y="190500"/>
                </a:lnTo>
                <a:lnTo>
                  <a:pt x="293793" y="190500"/>
                </a:lnTo>
                <a:lnTo>
                  <a:pt x="304800" y="177800"/>
                </a:lnTo>
                <a:close/>
              </a:path>
              <a:path w="304800" h="368300">
                <a:moveTo>
                  <a:pt x="165100" y="27353"/>
                </a:moveTo>
                <a:lnTo>
                  <a:pt x="165100" y="65809"/>
                </a:lnTo>
                <a:lnTo>
                  <a:pt x="273579" y="184150"/>
                </a:lnTo>
                <a:lnTo>
                  <a:pt x="279400" y="177800"/>
                </a:lnTo>
                <a:lnTo>
                  <a:pt x="304800" y="177800"/>
                </a:lnTo>
                <a:lnTo>
                  <a:pt x="165100" y="27353"/>
                </a:lnTo>
                <a:close/>
              </a:path>
              <a:path w="3048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304800" h="368300">
                <a:moveTo>
                  <a:pt x="165100" y="88900"/>
                </a:moveTo>
                <a:lnTo>
                  <a:pt x="152400" y="88900"/>
                </a:lnTo>
                <a:lnTo>
                  <a:pt x="1397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165100" y="114300"/>
                </a:lnTo>
                <a:lnTo>
                  <a:pt x="165100" y="88900"/>
                </a:lnTo>
                <a:close/>
              </a:path>
              <a:path w="304800" h="368300">
                <a:moveTo>
                  <a:pt x="139700" y="38100"/>
                </a:moveTo>
                <a:lnTo>
                  <a:pt x="139700" y="101600"/>
                </a:lnTo>
                <a:lnTo>
                  <a:pt x="152400" y="88900"/>
                </a:lnTo>
                <a:lnTo>
                  <a:pt x="165100" y="88900"/>
                </a:lnTo>
                <a:lnTo>
                  <a:pt x="165100" y="65809"/>
                </a:lnTo>
                <a:lnTo>
                  <a:pt x="139700" y="38100"/>
                </a:lnTo>
                <a:close/>
              </a:path>
              <a:path w="304800" h="368300">
                <a:moveTo>
                  <a:pt x="163860" y="26019"/>
                </a:moveTo>
                <a:lnTo>
                  <a:pt x="139700" y="38100"/>
                </a:lnTo>
                <a:lnTo>
                  <a:pt x="165100" y="65809"/>
                </a:lnTo>
                <a:lnTo>
                  <a:pt x="165100" y="27353"/>
                </a:lnTo>
                <a:lnTo>
                  <a:pt x="163860" y="26019"/>
                </a:lnTo>
                <a:close/>
              </a:path>
              <a:path w="304800" h="368300">
                <a:moveTo>
                  <a:pt x="139700" y="0"/>
                </a:moveTo>
                <a:lnTo>
                  <a:pt x="139700" y="38100"/>
                </a:lnTo>
                <a:lnTo>
                  <a:pt x="163860" y="26019"/>
                </a:lnTo>
                <a:lnTo>
                  <a:pt x="139700" y="0"/>
                </a:lnTo>
                <a:close/>
              </a:path>
              <a:path w="304800" h="368300">
                <a:moveTo>
                  <a:pt x="165100" y="25400"/>
                </a:moveTo>
                <a:lnTo>
                  <a:pt x="163860" y="26019"/>
                </a:lnTo>
                <a:lnTo>
                  <a:pt x="165100" y="27353"/>
                </a:lnTo>
                <a:lnTo>
                  <a:pt x="1651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18519" y="2870200"/>
            <a:ext cx="1524000" cy="762000"/>
          </a:xfrm>
          <a:custGeom>
            <a:avLst/>
            <a:gdLst/>
            <a:ahLst/>
            <a:cxnLst/>
            <a:rect l="l" t="t" r="r" b="b"/>
            <a:pathLst>
              <a:path w="1524000" h="762000">
                <a:moveTo>
                  <a:pt x="1396980" y="0"/>
                </a:moveTo>
                <a:lnTo>
                  <a:pt x="125066" y="19"/>
                </a:lnTo>
                <a:lnTo>
                  <a:pt x="85351" y="8707"/>
                </a:lnTo>
                <a:lnTo>
                  <a:pt x="49446" y="30731"/>
                </a:lnTo>
                <a:lnTo>
                  <a:pt x="20986" y="62454"/>
                </a:lnTo>
                <a:lnTo>
                  <a:pt x="3611" y="100238"/>
                </a:lnTo>
                <a:lnTo>
                  <a:pt x="0" y="637289"/>
                </a:lnTo>
                <a:lnTo>
                  <a:pt x="1189" y="652951"/>
                </a:lnTo>
                <a:lnTo>
                  <a:pt x="14727" y="694780"/>
                </a:lnTo>
                <a:lnTo>
                  <a:pt x="40388" y="727742"/>
                </a:lnTo>
                <a:lnTo>
                  <a:pt x="74536" y="750382"/>
                </a:lnTo>
                <a:lnTo>
                  <a:pt x="113532" y="761246"/>
                </a:lnTo>
                <a:lnTo>
                  <a:pt x="126980" y="762000"/>
                </a:lnTo>
                <a:lnTo>
                  <a:pt x="1399270" y="761984"/>
                </a:lnTo>
                <a:lnTo>
                  <a:pt x="1443731" y="754755"/>
                </a:lnTo>
                <a:lnTo>
                  <a:pt x="1479810" y="735333"/>
                </a:lnTo>
                <a:lnTo>
                  <a:pt x="1506053" y="705174"/>
                </a:lnTo>
                <a:lnTo>
                  <a:pt x="1521004" y="665733"/>
                </a:lnTo>
                <a:lnTo>
                  <a:pt x="1523965" y="125085"/>
                </a:lnTo>
                <a:lnTo>
                  <a:pt x="1523000" y="111648"/>
                </a:lnTo>
                <a:lnTo>
                  <a:pt x="1511545" y="72799"/>
                </a:lnTo>
                <a:lnTo>
                  <a:pt x="1488382" y="38971"/>
                </a:lnTo>
                <a:lnTo>
                  <a:pt x="1454967" y="13803"/>
                </a:lnTo>
                <a:lnTo>
                  <a:pt x="1412755" y="930"/>
                </a:lnTo>
                <a:lnTo>
                  <a:pt x="139698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05800" y="2857500"/>
            <a:ext cx="1549400" cy="787400"/>
          </a:xfrm>
          <a:custGeom>
            <a:avLst/>
            <a:gdLst/>
            <a:ahLst/>
            <a:cxnLst/>
            <a:rect l="l" t="t" r="r" b="b"/>
            <a:pathLst>
              <a:path w="1549400" h="787400">
                <a:moveTo>
                  <a:pt x="1473200" y="12700"/>
                </a:moveTo>
                <a:lnTo>
                  <a:pt x="88900" y="12700"/>
                </a:lnTo>
                <a:lnTo>
                  <a:pt x="12700" y="88900"/>
                </a:lnTo>
                <a:lnTo>
                  <a:pt x="12700" y="114300"/>
                </a:lnTo>
                <a:lnTo>
                  <a:pt x="0" y="139700"/>
                </a:lnTo>
                <a:lnTo>
                  <a:pt x="0" y="660400"/>
                </a:lnTo>
                <a:lnTo>
                  <a:pt x="12700" y="685800"/>
                </a:lnTo>
                <a:lnTo>
                  <a:pt x="12700" y="711200"/>
                </a:lnTo>
                <a:lnTo>
                  <a:pt x="88900" y="787400"/>
                </a:lnTo>
                <a:lnTo>
                  <a:pt x="1473200" y="787400"/>
                </a:lnTo>
                <a:lnTo>
                  <a:pt x="1498600" y="762000"/>
                </a:lnTo>
                <a:lnTo>
                  <a:pt x="101600" y="762000"/>
                </a:lnTo>
                <a:lnTo>
                  <a:pt x="63500" y="736600"/>
                </a:lnTo>
                <a:lnTo>
                  <a:pt x="38100" y="698500"/>
                </a:lnTo>
                <a:lnTo>
                  <a:pt x="38100" y="673100"/>
                </a:lnTo>
                <a:lnTo>
                  <a:pt x="25400" y="647700"/>
                </a:lnTo>
                <a:lnTo>
                  <a:pt x="25400" y="139700"/>
                </a:lnTo>
                <a:lnTo>
                  <a:pt x="38100" y="127000"/>
                </a:lnTo>
                <a:lnTo>
                  <a:pt x="38100" y="101600"/>
                </a:lnTo>
                <a:lnTo>
                  <a:pt x="63500" y="63500"/>
                </a:lnTo>
                <a:lnTo>
                  <a:pt x="101600" y="38100"/>
                </a:lnTo>
                <a:lnTo>
                  <a:pt x="127000" y="38100"/>
                </a:lnTo>
                <a:lnTo>
                  <a:pt x="152400" y="25400"/>
                </a:lnTo>
                <a:lnTo>
                  <a:pt x="1485900" y="25400"/>
                </a:lnTo>
                <a:lnTo>
                  <a:pt x="1473200" y="12700"/>
                </a:lnTo>
                <a:close/>
              </a:path>
              <a:path w="1549400" h="787400">
                <a:moveTo>
                  <a:pt x="1485900" y="25400"/>
                </a:moveTo>
                <a:lnTo>
                  <a:pt x="1409700" y="25400"/>
                </a:lnTo>
                <a:lnTo>
                  <a:pt x="1435100" y="38100"/>
                </a:lnTo>
                <a:lnTo>
                  <a:pt x="1460500" y="38100"/>
                </a:lnTo>
                <a:lnTo>
                  <a:pt x="1498600" y="63500"/>
                </a:lnTo>
                <a:lnTo>
                  <a:pt x="1524000" y="101600"/>
                </a:lnTo>
                <a:lnTo>
                  <a:pt x="1524000" y="698500"/>
                </a:lnTo>
                <a:lnTo>
                  <a:pt x="1498600" y="736600"/>
                </a:lnTo>
                <a:lnTo>
                  <a:pt x="1460500" y="762000"/>
                </a:lnTo>
                <a:lnTo>
                  <a:pt x="1498600" y="762000"/>
                </a:lnTo>
                <a:lnTo>
                  <a:pt x="1549400" y="711200"/>
                </a:lnTo>
                <a:lnTo>
                  <a:pt x="1549400" y="88900"/>
                </a:lnTo>
                <a:lnTo>
                  <a:pt x="1485900" y="25400"/>
                </a:lnTo>
                <a:close/>
              </a:path>
              <a:path w="1549400" h="787400">
                <a:moveTo>
                  <a:pt x="1409700" y="0"/>
                </a:moveTo>
                <a:lnTo>
                  <a:pt x="139700" y="0"/>
                </a:lnTo>
                <a:lnTo>
                  <a:pt x="114300" y="12700"/>
                </a:lnTo>
                <a:lnTo>
                  <a:pt x="1447800" y="12700"/>
                </a:lnTo>
                <a:lnTo>
                  <a:pt x="1409700" y="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32800" y="3050539"/>
            <a:ext cx="1292860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52400">
              <a:lnSpc>
                <a:spcPts val="1600"/>
              </a:lnSpc>
            </a:pPr>
            <a:r>
              <a:rPr sz="1400" spc="5" dirty="0">
                <a:latin typeface="Arial"/>
                <a:cs typeface="Arial"/>
              </a:rPr>
              <a:t>О</a:t>
            </a:r>
            <a:r>
              <a:rPr sz="1400" spc="-5" dirty="0">
                <a:latin typeface="Arial"/>
                <a:cs typeface="Arial"/>
              </a:rPr>
              <a:t>б</a:t>
            </a:r>
            <a:r>
              <a:rPr sz="1400" dirty="0">
                <a:latin typeface="Arial"/>
                <a:cs typeface="Arial"/>
              </a:rPr>
              <a:t>у</a:t>
            </a:r>
            <a:r>
              <a:rPr sz="1400" spc="-30" dirty="0">
                <a:latin typeface="Arial"/>
                <a:cs typeface="Arial"/>
              </a:rPr>
              <a:t>ч</a:t>
            </a:r>
            <a:r>
              <a:rPr sz="1400" spc="20" dirty="0">
                <a:latin typeface="Arial"/>
                <a:cs typeface="Arial"/>
              </a:rPr>
              <a:t>е</a:t>
            </a:r>
            <a:r>
              <a:rPr sz="1400" spc="25" dirty="0">
                <a:latin typeface="Arial"/>
                <a:cs typeface="Arial"/>
              </a:rPr>
              <a:t>нн</a:t>
            </a:r>
            <a:r>
              <a:rPr sz="1400" spc="-10" dirty="0">
                <a:latin typeface="Arial"/>
                <a:cs typeface="Arial"/>
              </a:rPr>
              <a:t>ы</a:t>
            </a:r>
            <a:r>
              <a:rPr sz="1400" dirty="0">
                <a:latin typeface="Arial"/>
                <a:cs typeface="Arial"/>
              </a:rPr>
              <a:t>й </a:t>
            </a:r>
            <a:r>
              <a:rPr sz="1400" spc="-15" dirty="0">
                <a:latin typeface="Arial"/>
                <a:cs typeface="Arial"/>
              </a:rPr>
              <a:t>к</a:t>
            </a:r>
            <a:r>
              <a:rPr sz="1400" spc="-20" dirty="0">
                <a:latin typeface="Arial"/>
                <a:cs typeface="Arial"/>
              </a:rPr>
              <a:t>л</a:t>
            </a:r>
            <a:r>
              <a:rPr sz="1400" spc="20" dirty="0">
                <a:latin typeface="Arial"/>
                <a:cs typeface="Arial"/>
              </a:rPr>
              <a:t>а</a:t>
            </a:r>
            <a:r>
              <a:rPr sz="1400" dirty="0">
                <a:latin typeface="Arial"/>
                <a:cs typeface="Arial"/>
              </a:rPr>
              <a:t>сс</a:t>
            </a:r>
            <a:r>
              <a:rPr sz="1400" spc="15" dirty="0">
                <a:latin typeface="Arial"/>
                <a:cs typeface="Arial"/>
              </a:rPr>
              <a:t>и</a:t>
            </a:r>
            <a:r>
              <a:rPr sz="1400" spc="-55" dirty="0">
                <a:latin typeface="Arial"/>
                <a:cs typeface="Arial"/>
              </a:rPr>
              <a:t>ф</a:t>
            </a:r>
            <a:r>
              <a:rPr sz="1400" spc="15" dirty="0">
                <a:latin typeface="Arial"/>
                <a:cs typeface="Arial"/>
              </a:rPr>
              <a:t>и</a:t>
            </a:r>
            <a:r>
              <a:rPr sz="1400" spc="-15" dirty="0">
                <a:latin typeface="Arial"/>
                <a:cs typeface="Arial"/>
              </a:rPr>
              <a:t>к</a:t>
            </a:r>
            <a:r>
              <a:rPr sz="1400" spc="20" dirty="0">
                <a:latin typeface="Arial"/>
                <a:cs typeface="Arial"/>
              </a:rPr>
              <a:t>а</a:t>
            </a:r>
            <a:r>
              <a:rPr sz="1400" spc="55" dirty="0">
                <a:latin typeface="Arial"/>
                <a:cs typeface="Arial"/>
              </a:rPr>
              <a:t>т</a:t>
            </a:r>
            <a:r>
              <a:rPr sz="1400" spc="20" dirty="0">
                <a:latin typeface="Arial"/>
                <a:cs typeface="Arial"/>
              </a:rPr>
              <a:t>о</a:t>
            </a:r>
            <a:r>
              <a:rPr sz="1400" dirty="0">
                <a:latin typeface="Arial"/>
                <a:cs typeface="Arial"/>
              </a:rPr>
              <a:t>р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810000" y="2197100"/>
            <a:ext cx="2171700" cy="2070100"/>
          </a:xfrm>
          <a:custGeom>
            <a:avLst/>
            <a:gdLst/>
            <a:ahLst/>
            <a:cxnLst/>
            <a:rect l="l" t="t" r="r" b="b"/>
            <a:pathLst>
              <a:path w="2171700" h="2070100">
                <a:moveTo>
                  <a:pt x="1193800" y="0"/>
                </a:moveTo>
                <a:lnTo>
                  <a:pt x="977900" y="0"/>
                </a:lnTo>
                <a:lnTo>
                  <a:pt x="863600" y="12700"/>
                </a:lnTo>
                <a:lnTo>
                  <a:pt x="762000" y="38100"/>
                </a:lnTo>
                <a:lnTo>
                  <a:pt x="660400" y="76200"/>
                </a:lnTo>
                <a:lnTo>
                  <a:pt x="571500" y="127000"/>
                </a:lnTo>
                <a:lnTo>
                  <a:pt x="469900" y="177800"/>
                </a:lnTo>
                <a:lnTo>
                  <a:pt x="393700" y="228600"/>
                </a:lnTo>
                <a:lnTo>
                  <a:pt x="241300" y="381000"/>
                </a:lnTo>
                <a:lnTo>
                  <a:pt x="177800" y="457200"/>
                </a:lnTo>
                <a:lnTo>
                  <a:pt x="76200" y="635000"/>
                </a:lnTo>
                <a:lnTo>
                  <a:pt x="38100" y="723900"/>
                </a:lnTo>
                <a:lnTo>
                  <a:pt x="12700" y="825500"/>
                </a:lnTo>
                <a:lnTo>
                  <a:pt x="0" y="927100"/>
                </a:lnTo>
                <a:lnTo>
                  <a:pt x="0" y="1143000"/>
                </a:lnTo>
                <a:lnTo>
                  <a:pt x="12700" y="1244600"/>
                </a:lnTo>
                <a:lnTo>
                  <a:pt x="38100" y="1346200"/>
                </a:lnTo>
                <a:lnTo>
                  <a:pt x="76200" y="1447800"/>
                </a:lnTo>
                <a:lnTo>
                  <a:pt x="177800" y="1625600"/>
                </a:lnTo>
                <a:lnTo>
                  <a:pt x="241300" y="1701800"/>
                </a:lnTo>
                <a:lnTo>
                  <a:pt x="317500" y="1778000"/>
                </a:lnTo>
                <a:lnTo>
                  <a:pt x="393700" y="1841500"/>
                </a:lnTo>
                <a:lnTo>
                  <a:pt x="482600" y="1905000"/>
                </a:lnTo>
                <a:lnTo>
                  <a:pt x="571500" y="1955800"/>
                </a:lnTo>
                <a:lnTo>
                  <a:pt x="660400" y="1993900"/>
                </a:lnTo>
                <a:lnTo>
                  <a:pt x="762000" y="2032000"/>
                </a:lnTo>
                <a:lnTo>
                  <a:pt x="863600" y="2057400"/>
                </a:lnTo>
                <a:lnTo>
                  <a:pt x="977900" y="2070100"/>
                </a:lnTo>
                <a:lnTo>
                  <a:pt x="1193800" y="2070100"/>
                </a:lnTo>
                <a:lnTo>
                  <a:pt x="1308100" y="2057400"/>
                </a:lnTo>
                <a:lnTo>
                  <a:pt x="1409700" y="2032000"/>
                </a:lnTo>
                <a:lnTo>
                  <a:pt x="1443566" y="2019300"/>
                </a:lnTo>
                <a:lnTo>
                  <a:pt x="977900" y="2019300"/>
                </a:lnTo>
                <a:lnTo>
                  <a:pt x="876300" y="2006600"/>
                </a:lnTo>
                <a:lnTo>
                  <a:pt x="774700" y="1981200"/>
                </a:lnTo>
                <a:lnTo>
                  <a:pt x="673100" y="1943100"/>
                </a:lnTo>
                <a:lnTo>
                  <a:pt x="584200" y="1905000"/>
                </a:lnTo>
                <a:lnTo>
                  <a:pt x="508000" y="1854200"/>
                </a:lnTo>
                <a:lnTo>
                  <a:pt x="419100" y="1803400"/>
                </a:lnTo>
                <a:lnTo>
                  <a:pt x="342900" y="1739900"/>
                </a:lnTo>
                <a:lnTo>
                  <a:pt x="215900" y="1587500"/>
                </a:lnTo>
                <a:lnTo>
                  <a:pt x="165100" y="1511300"/>
                </a:lnTo>
                <a:lnTo>
                  <a:pt x="88900" y="1333500"/>
                </a:lnTo>
                <a:lnTo>
                  <a:pt x="63500" y="1231900"/>
                </a:lnTo>
                <a:lnTo>
                  <a:pt x="50800" y="1130300"/>
                </a:lnTo>
                <a:lnTo>
                  <a:pt x="50800" y="939800"/>
                </a:lnTo>
                <a:lnTo>
                  <a:pt x="63500" y="838200"/>
                </a:lnTo>
                <a:lnTo>
                  <a:pt x="88900" y="736600"/>
                </a:lnTo>
                <a:lnTo>
                  <a:pt x="127000" y="647700"/>
                </a:lnTo>
                <a:lnTo>
                  <a:pt x="177800" y="558800"/>
                </a:lnTo>
                <a:lnTo>
                  <a:pt x="279400" y="406400"/>
                </a:lnTo>
                <a:lnTo>
                  <a:pt x="355600" y="342900"/>
                </a:lnTo>
                <a:lnTo>
                  <a:pt x="419100" y="266700"/>
                </a:lnTo>
                <a:lnTo>
                  <a:pt x="596900" y="165100"/>
                </a:lnTo>
                <a:lnTo>
                  <a:pt x="774700" y="88900"/>
                </a:lnTo>
                <a:lnTo>
                  <a:pt x="876300" y="63500"/>
                </a:lnTo>
                <a:lnTo>
                  <a:pt x="977900" y="50800"/>
                </a:lnTo>
                <a:lnTo>
                  <a:pt x="1443566" y="50800"/>
                </a:lnTo>
                <a:lnTo>
                  <a:pt x="1409700" y="38100"/>
                </a:lnTo>
                <a:lnTo>
                  <a:pt x="1308100" y="12700"/>
                </a:lnTo>
                <a:lnTo>
                  <a:pt x="1193800" y="0"/>
                </a:lnTo>
                <a:close/>
              </a:path>
              <a:path w="2171700" h="2070100">
                <a:moveTo>
                  <a:pt x="1443566" y="50800"/>
                </a:moveTo>
                <a:lnTo>
                  <a:pt x="1193800" y="50800"/>
                </a:lnTo>
                <a:lnTo>
                  <a:pt x="1295400" y="63500"/>
                </a:lnTo>
                <a:lnTo>
                  <a:pt x="1397000" y="88900"/>
                </a:lnTo>
                <a:lnTo>
                  <a:pt x="1498600" y="127000"/>
                </a:lnTo>
                <a:lnTo>
                  <a:pt x="1587500" y="165100"/>
                </a:lnTo>
                <a:lnTo>
                  <a:pt x="1663700" y="215900"/>
                </a:lnTo>
                <a:lnTo>
                  <a:pt x="1752600" y="279400"/>
                </a:lnTo>
                <a:lnTo>
                  <a:pt x="1828800" y="342900"/>
                </a:lnTo>
                <a:lnTo>
                  <a:pt x="1892300" y="406400"/>
                </a:lnTo>
                <a:lnTo>
                  <a:pt x="1955800" y="482600"/>
                </a:lnTo>
                <a:lnTo>
                  <a:pt x="2006600" y="571500"/>
                </a:lnTo>
                <a:lnTo>
                  <a:pt x="2044700" y="647700"/>
                </a:lnTo>
                <a:lnTo>
                  <a:pt x="2082800" y="749300"/>
                </a:lnTo>
                <a:lnTo>
                  <a:pt x="2108200" y="838200"/>
                </a:lnTo>
                <a:lnTo>
                  <a:pt x="2120900" y="939800"/>
                </a:lnTo>
                <a:lnTo>
                  <a:pt x="2120900" y="1143000"/>
                </a:lnTo>
                <a:lnTo>
                  <a:pt x="2108200" y="1231900"/>
                </a:lnTo>
                <a:lnTo>
                  <a:pt x="2082800" y="1333500"/>
                </a:lnTo>
                <a:lnTo>
                  <a:pt x="2006600" y="1511300"/>
                </a:lnTo>
                <a:lnTo>
                  <a:pt x="1943100" y="1587500"/>
                </a:lnTo>
                <a:lnTo>
                  <a:pt x="1892300" y="1663700"/>
                </a:lnTo>
                <a:lnTo>
                  <a:pt x="1752600" y="1803400"/>
                </a:lnTo>
                <a:lnTo>
                  <a:pt x="1663700" y="1854200"/>
                </a:lnTo>
                <a:lnTo>
                  <a:pt x="1587500" y="1905000"/>
                </a:lnTo>
                <a:lnTo>
                  <a:pt x="1485900" y="1943100"/>
                </a:lnTo>
                <a:lnTo>
                  <a:pt x="1397000" y="1981200"/>
                </a:lnTo>
                <a:lnTo>
                  <a:pt x="1295400" y="2006600"/>
                </a:lnTo>
                <a:lnTo>
                  <a:pt x="1193800" y="2019300"/>
                </a:lnTo>
                <a:lnTo>
                  <a:pt x="1443566" y="2019300"/>
                </a:lnTo>
                <a:lnTo>
                  <a:pt x="1612900" y="1955800"/>
                </a:lnTo>
                <a:lnTo>
                  <a:pt x="1701800" y="1892300"/>
                </a:lnTo>
                <a:lnTo>
                  <a:pt x="1778000" y="1841500"/>
                </a:lnTo>
                <a:lnTo>
                  <a:pt x="1854200" y="1765300"/>
                </a:lnTo>
                <a:lnTo>
                  <a:pt x="1930400" y="1701800"/>
                </a:lnTo>
                <a:lnTo>
                  <a:pt x="1993900" y="1612900"/>
                </a:lnTo>
                <a:lnTo>
                  <a:pt x="2044700" y="1536700"/>
                </a:lnTo>
                <a:lnTo>
                  <a:pt x="2095500" y="1435100"/>
                </a:lnTo>
                <a:lnTo>
                  <a:pt x="2133600" y="1346200"/>
                </a:lnTo>
                <a:lnTo>
                  <a:pt x="2159000" y="1244600"/>
                </a:lnTo>
                <a:lnTo>
                  <a:pt x="2171700" y="1143000"/>
                </a:lnTo>
                <a:lnTo>
                  <a:pt x="2171700" y="927100"/>
                </a:lnTo>
                <a:lnTo>
                  <a:pt x="2159000" y="825500"/>
                </a:lnTo>
                <a:lnTo>
                  <a:pt x="2133600" y="723900"/>
                </a:lnTo>
                <a:lnTo>
                  <a:pt x="2095500" y="635000"/>
                </a:lnTo>
                <a:lnTo>
                  <a:pt x="2044700" y="533400"/>
                </a:lnTo>
                <a:lnTo>
                  <a:pt x="1993900" y="457200"/>
                </a:lnTo>
                <a:lnTo>
                  <a:pt x="1930400" y="368300"/>
                </a:lnTo>
                <a:lnTo>
                  <a:pt x="1854200" y="304800"/>
                </a:lnTo>
                <a:lnTo>
                  <a:pt x="1778000" y="228600"/>
                </a:lnTo>
                <a:lnTo>
                  <a:pt x="1511300" y="76200"/>
                </a:lnTo>
                <a:lnTo>
                  <a:pt x="1443566" y="50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55700" y="4965700"/>
            <a:ext cx="7504430" cy="1076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50" dirty="0">
                <a:latin typeface="Arial"/>
                <a:cs typeface="Arial"/>
              </a:rPr>
              <a:t>ц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</a:t>
            </a:r>
            <a:endParaRPr sz="2000">
              <a:latin typeface="Arial"/>
              <a:cs typeface="Arial"/>
            </a:endParaRPr>
          </a:p>
          <a:p>
            <a:pPr marL="1104900" lvl="1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1049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SV</a:t>
            </a:r>
            <a:r>
              <a:rPr sz="2000" dirty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81304" y="366712"/>
            <a:ext cx="10412095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ки</a:t>
            </a:r>
            <a:r>
              <a:rPr b="1" spc="1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кс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й</a:t>
            </a:r>
          </a:p>
        </p:txBody>
      </p:sp>
      <p:sp>
        <p:nvSpPr>
          <p:cNvPr id="3" name="object 3"/>
          <p:cNvSpPr/>
          <p:nvPr/>
        </p:nvSpPr>
        <p:spPr>
          <a:xfrm>
            <a:off x="7188200" y="1346200"/>
            <a:ext cx="2006600" cy="1968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27900" y="3162300"/>
            <a:ext cx="16402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6350" indent="-12700">
              <a:lnSpc>
                <a:spcPct val="100000"/>
              </a:lnSpc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L</a:t>
            </a:r>
            <a:r>
              <a:rPr sz="2000" spc="20" dirty="0">
                <a:latin typeface="Arial"/>
                <a:cs typeface="Arial"/>
              </a:rPr>
              <a:t>*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20" dirty="0">
                <a:latin typeface="Arial"/>
                <a:cs typeface="Arial"/>
              </a:rPr>
              <a:t>*</a:t>
            </a:r>
            <a:r>
              <a:rPr sz="2000" spc="-15" dirty="0">
                <a:latin typeface="Arial"/>
                <a:cs typeface="Arial"/>
              </a:rPr>
              <a:t>b</a:t>
            </a:r>
            <a:r>
              <a:rPr sz="200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3400" y="1333500"/>
            <a:ext cx="2184400" cy="1930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59300" y="3314700"/>
            <a:ext cx="16402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 marR="6350" indent="-127000">
              <a:lnSpc>
                <a:spcPct val="100000"/>
              </a:lnSpc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H</a:t>
            </a:r>
            <a:r>
              <a:rPr sz="2000" spc="-3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20800" y="1346200"/>
            <a:ext cx="1981200" cy="1778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35100" y="3314700"/>
            <a:ext cx="16402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6350" indent="-101600">
              <a:lnSpc>
                <a:spcPct val="100000"/>
              </a:lnSpc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R</a:t>
            </a:r>
            <a:r>
              <a:rPr sz="2000" spc="40" dirty="0">
                <a:latin typeface="Arial"/>
                <a:cs typeface="Arial"/>
              </a:rPr>
              <a:t>G</a:t>
            </a:r>
            <a:r>
              <a:rPr sz="200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56000" y="4229100"/>
            <a:ext cx="1714500" cy="1778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9200" y="4229100"/>
            <a:ext cx="2184400" cy="1778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1500" y="6159500"/>
            <a:ext cx="246126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0" marR="6350" indent="-762000">
              <a:lnSpc>
                <a:spcPct val="100000"/>
              </a:lnSpc>
            </a:pPr>
            <a:r>
              <a:rPr sz="2000" spc="-85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е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00800" y="4152900"/>
            <a:ext cx="2349500" cy="1905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97600" y="6223000"/>
            <a:ext cx="269430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2700">
              <a:lnSpc>
                <a:spcPct val="100000"/>
              </a:lnSpc>
              <a:tabLst>
                <a:tab pos="1130300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	и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е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28600" y="244792"/>
            <a:ext cx="10464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Ис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льз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229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я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dirty="0">
                <a:solidFill>
                  <a:schemeClr val="bg1"/>
                </a:solidFill>
                <a:latin typeface="+mn-lt"/>
              </a:rPr>
              <a:t>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3300" y="1460500"/>
            <a:ext cx="4469130" cy="351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6700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ую?</a:t>
            </a:r>
            <a:endParaRPr sz="200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 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сс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ут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  <a:p>
            <a:pPr marL="355600" marR="30162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  <a:tab pos="2058035" algn="l"/>
                <a:tab pos="3759835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	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,	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40" dirty="0">
                <a:latin typeface="Arial"/>
                <a:cs typeface="Arial"/>
              </a:rPr>
              <a:t>.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.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у</a:t>
            </a:r>
            <a:endParaRPr sz="2000">
              <a:latin typeface="Arial"/>
              <a:cs typeface="Arial"/>
            </a:endParaRPr>
          </a:p>
          <a:p>
            <a:pPr marL="355600" marR="27622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  <a:tab pos="31242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	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ут 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ор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1562100"/>
            <a:ext cx="3429000" cy="337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9900" y="5454650"/>
            <a:ext cx="975360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algn="ctr">
              <a:lnSpc>
                <a:spcPct val="100000"/>
              </a:lnSpc>
            </a:pPr>
            <a:r>
              <a:rPr sz="2000" b="1" spc="4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000" b="1" spc="-65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я</a:t>
            </a:r>
            <a:r>
              <a:rPr sz="2000" b="1" spc="5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ра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000" b="1" spc="-85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spc="35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15" dirty="0">
                <a:solidFill>
                  <a:srgbClr val="0000CC"/>
                </a:solidFill>
                <a:latin typeface="Arial"/>
                <a:cs typeface="Arial"/>
              </a:rPr>
              <a:t>я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, </a:t>
            </a:r>
            <a:r>
              <a:rPr sz="2000" b="1" spc="-27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б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ра</a:t>
            </a:r>
            <a:r>
              <a:rPr sz="2000" b="1" spc="-40" dirty="0">
                <a:solidFill>
                  <a:srgbClr val="0000CC"/>
                </a:solidFill>
                <a:latin typeface="Arial"/>
                <a:cs typeface="Arial"/>
              </a:rPr>
              <a:t>ж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е </a:t>
            </a:r>
            <a:r>
              <a:rPr sz="2000" b="1" spc="-1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3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-65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000" b="1" spc="-40" dirty="0">
                <a:solidFill>
                  <a:srgbClr val="0000CC"/>
                </a:solidFill>
                <a:latin typeface="Arial"/>
                <a:cs typeface="Arial"/>
              </a:rPr>
              <a:t>ж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1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-85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000" b="1" spc="-40" dirty="0">
                <a:solidFill>
                  <a:srgbClr val="0000CC"/>
                </a:solidFill>
                <a:latin typeface="Arial"/>
                <a:cs typeface="Arial"/>
              </a:rPr>
              <a:t>ы</a:t>
            </a:r>
            <a:r>
              <a:rPr sz="2000" b="1" spc="35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b="1" spc="55" dirty="0">
                <a:solidFill>
                  <a:srgbClr val="0000CC"/>
                </a:solidFill>
                <a:latin typeface="Arial"/>
                <a:cs typeface="Arial"/>
              </a:rPr>
              <a:t>ь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ся</a:t>
            </a:r>
            <a:r>
              <a:rPr sz="2000" b="1" spc="15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35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spc="-1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- </a:t>
            </a:r>
            <a:r>
              <a:rPr sz="2000" b="1" spc="-85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м </a:t>
            </a:r>
            <a:r>
              <a:rPr sz="2000" b="1" spc="-19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45" dirty="0">
                <a:solidFill>
                  <a:srgbClr val="0000CC"/>
                </a:solidFill>
                <a:latin typeface="Arial"/>
                <a:cs typeface="Arial"/>
              </a:rPr>
              <a:t>ф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20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ро</a:t>
            </a:r>
            <a:r>
              <a:rPr sz="2000" b="1" spc="35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нн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й </a:t>
            </a:r>
            <a:r>
              <a:rPr sz="2000" b="1" spc="-1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30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000" b="1" spc="-65" dirty="0">
                <a:solidFill>
                  <a:srgbClr val="0000CC"/>
                </a:solidFill>
                <a:latin typeface="Arial"/>
                <a:cs typeface="Arial"/>
              </a:rPr>
              <a:t>л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000" b="1" spc="-10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000" b="1" spc="-40" dirty="0">
                <a:solidFill>
                  <a:srgbClr val="0000CC"/>
                </a:solidFill>
                <a:latin typeface="Arial"/>
                <a:cs typeface="Arial"/>
              </a:rPr>
              <a:t>ы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87400" y="348149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Г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dirty="0">
                <a:solidFill>
                  <a:schemeClr val="bg1"/>
                </a:solidFill>
                <a:latin typeface="+mn-lt"/>
              </a:rPr>
              <a:t>ммы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5700" y="4353539"/>
            <a:ext cx="8348980" cy="191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 marR="1357630" indent="-165100">
              <a:lnSpc>
                <a:spcPct val="100699"/>
              </a:lnSpc>
              <a:buFont typeface="Arial"/>
              <a:buChar char="•"/>
              <a:tabLst>
                <a:tab pos="1778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30" dirty="0">
                <a:latin typeface="Arial"/>
                <a:cs typeface="Arial"/>
              </a:rPr>
              <a:t>f</a:t>
            </a:r>
            <a:r>
              <a:rPr sz="2400" spc="-35" dirty="0">
                <a:latin typeface="Arial"/>
                <a:cs typeface="Arial"/>
              </a:rPr>
              <a:t>ea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60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s)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endParaRPr sz="2400">
              <a:latin typeface="Arial"/>
              <a:cs typeface="Arial"/>
            </a:endParaRPr>
          </a:p>
          <a:p>
            <a:pPr marL="660400" lvl="1" indent="-2413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660400" algn="l"/>
              </a:tabLst>
            </a:pPr>
            <a:r>
              <a:rPr sz="2000" spc="20" dirty="0">
                <a:latin typeface="Arial"/>
                <a:cs typeface="Arial"/>
              </a:rPr>
              <a:t>Ц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40" dirty="0">
                <a:latin typeface="Arial"/>
                <a:cs typeface="Arial"/>
              </a:rPr>
              <a:t>.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77800" marR="6350" indent="-165100">
              <a:lnSpc>
                <a:spcPts val="2800"/>
              </a:lnSpc>
              <a:spcBef>
                <a:spcPts val="760"/>
              </a:spcBef>
              <a:buFont typeface="Arial"/>
              <a:buChar char="•"/>
              <a:tabLst>
                <a:tab pos="177800" algn="l"/>
              </a:tabLst>
            </a:pPr>
            <a:r>
              <a:rPr sz="240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б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84400" y="1333500"/>
            <a:ext cx="2946400" cy="294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0" y="1638300"/>
            <a:ext cx="2235200" cy="2235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37500" y="6985000"/>
            <a:ext cx="186753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35" dirty="0">
                <a:latin typeface="Trebuchet MS"/>
                <a:cs typeface="Trebuchet MS"/>
              </a:rPr>
              <a:t>I</a:t>
            </a:r>
            <a:r>
              <a:rPr sz="1200" spc="-95" dirty="0">
                <a:latin typeface="Trebuchet MS"/>
                <a:cs typeface="Trebuchet MS"/>
              </a:rPr>
              <a:t>m</a:t>
            </a:r>
            <a:r>
              <a:rPr sz="1200" spc="-30" dirty="0">
                <a:latin typeface="Trebuchet MS"/>
                <a:cs typeface="Trebuchet MS"/>
              </a:rPr>
              <a:t>a</a:t>
            </a:r>
            <a:r>
              <a:rPr sz="1200" spc="-5" dirty="0">
                <a:latin typeface="Trebuchet MS"/>
                <a:cs typeface="Trebuchet MS"/>
              </a:rPr>
              <a:t>g</a:t>
            </a:r>
            <a:r>
              <a:rPr sz="1200" spc="45" dirty="0">
                <a:latin typeface="Trebuchet MS"/>
                <a:cs typeface="Trebuchet MS"/>
              </a:rPr>
              <a:t>e</a:t>
            </a:r>
            <a:r>
              <a:rPr sz="1200" dirty="0">
                <a:latin typeface="Trebuchet MS"/>
                <a:cs typeface="Trebuchet MS"/>
              </a:rPr>
              <a:t>s</a:t>
            </a:r>
            <a:r>
              <a:rPr sz="1200" spc="150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f</a:t>
            </a:r>
            <a:r>
              <a:rPr sz="1200" spc="30" dirty="0">
                <a:latin typeface="Trebuchet MS"/>
                <a:cs typeface="Trebuchet MS"/>
              </a:rPr>
              <a:t>r</a:t>
            </a:r>
            <a:r>
              <a:rPr sz="1200" spc="55" dirty="0">
                <a:latin typeface="Trebuchet MS"/>
                <a:cs typeface="Trebuchet MS"/>
              </a:rPr>
              <a:t>o</a:t>
            </a:r>
            <a:r>
              <a:rPr sz="1200" dirty="0">
                <a:latin typeface="Trebuchet MS"/>
                <a:cs typeface="Trebuchet MS"/>
              </a:rPr>
              <a:t>m</a:t>
            </a:r>
            <a:r>
              <a:rPr sz="1200" spc="-6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D</a:t>
            </a:r>
            <a:r>
              <a:rPr sz="1200" spc="-30" dirty="0">
                <a:latin typeface="Trebuchet MS"/>
                <a:cs typeface="Trebuchet MS"/>
              </a:rPr>
              <a:t>a</a:t>
            </a:r>
            <a:r>
              <a:rPr sz="1200" spc="-90" dirty="0">
                <a:latin typeface="Trebuchet MS"/>
                <a:cs typeface="Trebuchet MS"/>
              </a:rPr>
              <a:t>v</a:t>
            </a:r>
            <a:r>
              <a:rPr sz="1200" dirty="0">
                <a:latin typeface="Trebuchet MS"/>
                <a:cs typeface="Trebuchet MS"/>
              </a:rPr>
              <a:t>e</a:t>
            </a:r>
            <a:r>
              <a:rPr sz="1200" spc="80" dirty="0">
                <a:latin typeface="Trebuchet MS"/>
                <a:cs typeface="Trebuchet MS"/>
              </a:rPr>
              <a:t> </a:t>
            </a:r>
            <a:r>
              <a:rPr sz="1200" spc="5" dirty="0">
                <a:latin typeface="Trebuchet MS"/>
                <a:cs typeface="Trebuchet MS"/>
              </a:rPr>
              <a:t>K</a:t>
            </a:r>
            <a:r>
              <a:rPr sz="1200" spc="-30" dirty="0">
                <a:latin typeface="Trebuchet MS"/>
                <a:cs typeface="Trebuchet MS"/>
              </a:rPr>
              <a:t>a</a:t>
            </a:r>
            <a:r>
              <a:rPr sz="1200" spc="40" dirty="0">
                <a:latin typeface="Trebuchet MS"/>
                <a:cs typeface="Trebuchet MS"/>
              </a:rPr>
              <a:t>u</a:t>
            </a:r>
            <a:r>
              <a:rPr sz="1200" dirty="0">
                <a:latin typeface="Trebuchet MS"/>
                <a:cs typeface="Trebuchet MS"/>
              </a:rPr>
              <a:t>c</a:t>
            </a:r>
            <a:r>
              <a:rPr sz="1200" spc="-260" dirty="0">
                <a:latin typeface="Trebuchet MS"/>
                <a:cs typeface="Trebuchet MS"/>
              </a:rPr>
              <a:t> </a:t>
            </a:r>
            <a:r>
              <a:rPr sz="1200" spc="40" dirty="0">
                <a:latin typeface="Trebuchet MS"/>
                <a:cs typeface="Trebuchet MS"/>
              </a:rPr>
              <a:t>h</a:t>
            </a:r>
            <a:r>
              <a:rPr sz="1200" spc="-30" dirty="0">
                <a:latin typeface="Trebuchet MS"/>
                <a:cs typeface="Trebuchet MS"/>
              </a:rPr>
              <a:t>a</a:t>
            </a:r>
            <a:r>
              <a:rPr sz="1200" dirty="0">
                <a:latin typeface="Trebuchet MS"/>
                <a:cs typeface="Trebuchet MS"/>
              </a:rPr>
              <a:t>k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52400" y="316399"/>
            <a:ext cx="105410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229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900" y="4124939"/>
            <a:ext cx="7703820" cy="267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016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е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яются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?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ли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ое</a:t>
            </a:r>
            <a:r>
              <a:rPr sz="2400" dirty="0">
                <a:latin typeface="Arial"/>
                <a:cs typeface="Arial"/>
              </a:rPr>
              <a:t>?</a:t>
            </a: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«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b="1" spc="20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b="1" spc="-2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b="1" spc="20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b="1" spc="-2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400" b="1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»</a:t>
            </a:r>
            <a:r>
              <a:rPr sz="2400" b="1" spc="1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-</a:t>
            </a:r>
            <a:r>
              <a:rPr sz="2400" b="1" spc="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д</a:t>
            </a:r>
            <a:r>
              <a:rPr sz="2400" b="1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с</a:t>
            </a:r>
            <a:r>
              <a:rPr sz="2400" b="1" spc="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b="1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т</a:t>
            </a:r>
            <a:r>
              <a:rPr sz="2400" b="1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b="1" spc="20" dirty="0">
                <a:solidFill>
                  <a:srgbClr val="0000CC"/>
                </a:solidFill>
                <a:latin typeface="Arial"/>
                <a:cs typeface="Arial"/>
              </a:rPr>
              <a:t>ц</a:t>
            </a:r>
            <a:r>
              <a:rPr sz="2400" b="1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я</a:t>
            </a:r>
            <a:r>
              <a:rPr sz="2400" b="1" spc="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п</a:t>
            </a:r>
            <a:r>
              <a:rPr sz="2400" b="1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b="1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400" b="1" spc="-25" dirty="0">
                <a:solidFill>
                  <a:srgbClr val="0000CC"/>
                </a:solidFill>
                <a:latin typeface="Arial"/>
                <a:cs typeface="Arial"/>
              </a:rPr>
              <a:t>н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b="1" spc="45" dirty="0">
                <a:solidFill>
                  <a:srgbClr val="0000CC"/>
                </a:solidFill>
                <a:latin typeface="Arial"/>
                <a:cs typeface="Arial"/>
              </a:rPr>
              <a:t>к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о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в</a:t>
            </a: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  <a:tab pos="3314065" algn="l"/>
              </a:tabLst>
            </a:pPr>
            <a:r>
              <a:rPr sz="2000" spc="-140" dirty="0" err="1" smtClean="0">
                <a:latin typeface="Arial"/>
                <a:cs typeface="Arial"/>
              </a:rPr>
              <a:t>П</a:t>
            </a:r>
            <a:r>
              <a:rPr sz="2000" spc="-15" dirty="0" err="1" smtClean="0">
                <a:latin typeface="Arial"/>
                <a:cs typeface="Arial"/>
              </a:rPr>
              <a:t>р</a:t>
            </a:r>
            <a:r>
              <a:rPr lang="ru-RU" sz="2000" spc="-15" dirty="0" err="1" smtClean="0">
                <a:latin typeface="Arial"/>
                <a:cs typeface="Arial"/>
              </a:rPr>
              <a:t>имер</a:t>
            </a:r>
            <a:r>
              <a:rPr sz="2000" dirty="0" smtClean="0">
                <a:latin typeface="Arial"/>
                <a:cs typeface="Arial"/>
              </a:rPr>
              <a:t>:</a:t>
            </a:r>
            <a:r>
              <a:rPr sz="2000" spc="180" dirty="0" smtClean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	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8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3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8</a:t>
            </a:r>
          </a:p>
        </p:txBody>
      </p:sp>
      <p:sp>
        <p:nvSpPr>
          <p:cNvPr id="4" name="object 4"/>
          <p:cNvSpPr/>
          <p:nvPr/>
        </p:nvSpPr>
        <p:spPr>
          <a:xfrm>
            <a:off x="1447800" y="1333500"/>
            <a:ext cx="2540000" cy="264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5800" y="1689100"/>
            <a:ext cx="1866900" cy="1866900"/>
          </a:xfrm>
          <a:custGeom>
            <a:avLst/>
            <a:gdLst/>
            <a:ahLst/>
            <a:cxnLst/>
            <a:rect l="l" t="t" r="r" b="b"/>
            <a:pathLst>
              <a:path w="1866900" h="1866900">
                <a:moveTo>
                  <a:pt x="1028700" y="0"/>
                </a:moveTo>
                <a:lnTo>
                  <a:pt x="838200" y="0"/>
                </a:lnTo>
                <a:lnTo>
                  <a:pt x="749300" y="12700"/>
                </a:lnTo>
                <a:lnTo>
                  <a:pt x="660400" y="38100"/>
                </a:lnTo>
                <a:lnTo>
                  <a:pt x="571500" y="76200"/>
                </a:lnTo>
                <a:lnTo>
                  <a:pt x="419100" y="152400"/>
                </a:lnTo>
                <a:lnTo>
                  <a:pt x="342900" y="215900"/>
                </a:lnTo>
                <a:lnTo>
                  <a:pt x="279400" y="266700"/>
                </a:lnTo>
                <a:lnTo>
                  <a:pt x="215900" y="342900"/>
                </a:lnTo>
                <a:lnTo>
                  <a:pt x="165100" y="406400"/>
                </a:lnTo>
                <a:lnTo>
                  <a:pt x="114300" y="482600"/>
                </a:lnTo>
                <a:lnTo>
                  <a:pt x="38100" y="660400"/>
                </a:lnTo>
                <a:lnTo>
                  <a:pt x="0" y="927100"/>
                </a:lnTo>
                <a:lnTo>
                  <a:pt x="12700" y="1028700"/>
                </a:lnTo>
                <a:lnTo>
                  <a:pt x="38100" y="1206500"/>
                </a:lnTo>
                <a:lnTo>
                  <a:pt x="114300" y="1384300"/>
                </a:lnTo>
                <a:lnTo>
                  <a:pt x="165100" y="1460500"/>
                </a:lnTo>
                <a:lnTo>
                  <a:pt x="215900" y="1524000"/>
                </a:lnTo>
                <a:lnTo>
                  <a:pt x="342900" y="1651000"/>
                </a:lnTo>
                <a:lnTo>
                  <a:pt x="495300" y="1752600"/>
                </a:lnTo>
                <a:lnTo>
                  <a:pt x="571500" y="1790700"/>
                </a:lnTo>
                <a:lnTo>
                  <a:pt x="660400" y="1828800"/>
                </a:lnTo>
                <a:lnTo>
                  <a:pt x="749300" y="1854200"/>
                </a:lnTo>
                <a:lnTo>
                  <a:pt x="838200" y="1866900"/>
                </a:lnTo>
                <a:lnTo>
                  <a:pt x="1028700" y="1866900"/>
                </a:lnTo>
                <a:lnTo>
                  <a:pt x="1130300" y="1841500"/>
                </a:lnTo>
                <a:lnTo>
                  <a:pt x="1219200" y="1828800"/>
                </a:lnTo>
                <a:lnTo>
                  <a:pt x="838200" y="1828800"/>
                </a:lnTo>
                <a:lnTo>
                  <a:pt x="762000" y="1816100"/>
                </a:lnTo>
                <a:lnTo>
                  <a:pt x="673100" y="1790700"/>
                </a:lnTo>
                <a:lnTo>
                  <a:pt x="584200" y="1752600"/>
                </a:lnTo>
                <a:lnTo>
                  <a:pt x="431800" y="1676400"/>
                </a:lnTo>
                <a:lnTo>
                  <a:pt x="368300" y="1625600"/>
                </a:lnTo>
                <a:lnTo>
                  <a:pt x="241300" y="1498600"/>
                </a:lnTo>
                <a:lnTo>
                  <a:pt x="190500" y="1435100"/>
                </a:lnTo>
                <a:lnTo>
                  <a:pt x="114300" y="1282700"/>
                </a:lnTo>
                <a:lnTo>
                  <a:pt x="76200" y="1193800"/>
                </a:lnTo>
                <a:lnTo>
                  <a:pt x="63500" y="1117600"/>
                </a:lnTo>
                <a:lnTo>
                  <a:pt x="50800" y="1028700"/>
                </a:lnTo>
                <a:lnTo>
                  <a:pt x="38100" y="927100"/>
                </a:lnTo>
                <a:lnTo>
                  <a:pt x="76200" y="660400"/>
                </a:lnTo>
                <a:lnTo>
                  <a:pt x="190500" y="431800"/>
                </a:lnTo>
                <a:lnTo>
                  <a:pt x="241300" y="355600"/>
                </a:lnTo>
                <a:lnTo>
                  <a:pt x="304800" y="292100"/>
                </a:lnTo>
                <a:lnTo>
                  <a:pt x="431800" y="190500"/>
                </a:lnTo>
                <a:lnTo>
                  <a:pt x="508000" y="139700"/>
                </a:lnTo>
                <a:lnTo>
                  <a:pt x="584200" y="101600"/>
                </a:lnTo>
                <a:lnTo>
                  <a:pt x="762000" y="50800"/>
                </a:lnTo>
                <a:lnTo>
                  <a:pt x="850900" y="38100"/>
                </a:lnTo>
                <a:lnTo>
                  <a:pt x="1219200" y="38100"/>
                </a:lnTo>
                <a:lnTo>
                  <a:pt x="1130300" y="12700"/>
                </a:lnTo>
                <a:lnTo>
                  <a:pt x="1028700" y="0"/>
                </a:lnTo>
                <a:close/>
              </a:path>
              <a:path w="1866900" h="1866900">
                <a:moveTo>
                  <a:pt x="1219200" y="38100"/>
                </a:moveTo>
                <a:lnTo>
                  <a:pt x="1028700" y="38100"/>
                </a:lnTo>
                <a:lnTo>
                  <a:pt x="1117600" y="50800"/>
                </a:lnTo>
                <a:lnTo>
                  <a:pt x="1206500" y="76200"/>
                </a:lnTo>
                <a:lnTo>
                  <a:pt x="1282700" y="101600"/>
                </a:lnTo>
                <a:lnTo>
                  <a:pt x="1371600" y="139700"/>
                </a:lnTo>
                <a:lnTo>
                  <a:pt x="1435100" y="190500"/>
                </a:lnTo>
                <a:lnTo>
                  <a:pt x="1511300" y="241300"/>
                </a:lnTo>
                <a:lnTo>
                  <a:pt x="1574800" y="304800"/>
                </a:lnTo>
                <a:lnTo>
                  <a:pt x="1676400" y="431800"/>
                </a:lnTo>
                <a:lnTo>
                  <a:pt x="1727200" y="508000"/>
                </a:lnTo>
                <a:lnTo>
                  <a:pt x="1765300" y="584200"/>
                </a:lnTo>
                <a:lnTo>
                  <a:pt x="1790700" y="660400"/>
                </a:lnTo>
                <a:lnTo>
                  <a:pt x="1816100" y="749300"/>
                </a:lnTo>
                <a:lnTo>
                  <a:pt x="1828800" y="838200"/>
                </a:lnTo>
                <a:lnTo>
                  <a:pt x="1828800" y="1028700"/>
                </a:lnTo>
                <a:lnTo>
                  <a:pt x="1816100" y="1117600"/>
                </a:lnTo>
                <a:lnTo>
                  <a:pt x="1790700" y="1193800"/>
                </a:lnTo>
                <a:lnTo>
                  <a:pt x="1765300" y="1282700"/>
                </a:lnTo>
                <a:lnTo>
                  <a:pt x="1727200" y="1358900"/>
                </a:lnTo>
                <a:lnTo>
                  <a:pt x="1676400" y="1435100"/>
                </a:lnTo>
                <a:lnTo>
                  <a:pt x="1574800" y="1562100"/>
                </a:lnTo>
                <a:lnTo>
                  <a:pt x="1511300" y="1625600"/>
                </a:lnTo>
                <a:lnTo>
                  <a:pt x="1358900" y="1727200"/>
                </a:lnTo>
                <a:lnTo>
                  <a:pt x="1282700" y="1752600"/>
                </a:lnTo>
                <a:lnTo>
                  <a:pt x="1206500" y="1790700"/>
                </a:lnTo>
                <a:lnTo>
                  <a:pt x="1117600" y="1816100"/>
                </a:lnTo>
                <a:lnTo>
                  <a:pt x="1028700" y="1828800"/>
                </a:lnTo>
                <a:lnTo>
                  <a:pt x="1219200" y="1828800"/>
                </a:lnTo>
                <a:lnTo>
                  <a:pt x="1295400" y="1790700"/>
                </a:lnTo>
                <a:lnTo>
                  <a:pt x="1384300" y="1752600"/>
                </a:lnTo>
                <a:lnTo>
                  <a:pt x="1536700" y="1651000"/>
                </a:lnTo>
                <a:lnTo>
                  <a:pt x="1663700" y="1524000"/>
                </a:lnTo>
                <a:lnTo>
                  <a:pt x="1714500" y="1460500"/>
                </a:lnTo>
                <a:lnTo>
                  <a:pt x="1765300" y="1371600"/>
                </a:lnTo>
                <a:lnTo>
                  <a:pt x="1803400" y="1295400"/>
                </a:lnTo>
                <a:lnTo>
                  <a:pt x="1854200" y="1117600"/>
                </a:lnTo>
                <a:lnTo>
                  <a:pt x="1866900" y="1028700"/>
                </a:lnTo>
                <a:lnTo>
                  <a:pt x="1866900" y="838200"/>
                </a:lnTo>
                <a:lnTo>
                  <a:pt x="1854200" y="749300"/>
                </a:lnTo>
                <a:lnTo>
                  <a:pt x="1828800" y="647700"/>
                </a:lnTo>
                <a:lnTo>
                  <a:pt x="1803400" y="571500"/>
                </a:lnTo>
                <a:lnTo>
                  <a:pt x="1752600" y="482600"/>
                </a:lnTo>
                <a:lnTo>
                  <a:pt x="1714500" y="406400"/>
                </a:lnTo>
                <a:lnTo>
                  <a:pt x="1663700" y="342900"/>
                </a:lnTo>
                <a:lnTo>
                  <a:pt x="1600200" y="266700"/>
                </a:lnTo>
                <a:lnTo>
                  <a:pt x="1536700" y="215900"/>
                </a:lnTo>
                <a:lnTo>
                  <a:pt x="1460500" y="152400"/>
                </a:lnTo>
                <a:lnTo>
                  <a:pt x="1384300" y="114300"/>
                </a:lnTo>
                <a:lnTo>
                  <a:pt x="1295400" y="76200"/>
                </a:lnTo>
                <a:lnTo>
                  <a:pt x="1219200" y="38100"/>
                </a:lnTo>
                <a:close/>
              </a:path>
            </a:pathLst>
          </a:custGeom>
          <a:solidFill>
            <a:srgbClr val="2525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35600" y="17018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26670">
            <a:solidFill>
              <a:srgbClr val="3333CC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21200" y="2616200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26670">
            <a:solidFill>
              <a:srgbClr val="3333CC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75200" y="1968500"/>
            <a:ext cx="1308100" cy="1308100"/>
          </a:xfrm>
          <a:custGeom>
            <a:avLst/>
            <a:gdLst/>
            <a:ahLst/>
            <a:cxnLst/>
            <a:rect l="l" t="t" r="r" b="b"/>
            <a:pathLst>
              <a:path w="1308100" h="1308100">
                <a:moveTo>
                  <a:pt x="12700" y="0"/>
                </a:moveTo>
                <a:lnTo>
                  <a:pt x="0" y="12700"/>
                </a:lnTo>
                <a:lnTo>
                  <a:pt x="1295400" y="1308100"/>
                </a:lnTo>
                <a:lnTo>
                  <a:pt x="1308100" y="1295400"/>
                </a:lnTo>
                <a:lnTo>
                  <a:pt x="127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5200" y="1968500"/>
            <a:ext cx="1308100" cy="1308100"/>
          </a:xfrm>
          <a:custGeom>
            <a:avLst/>
            <a:gdLst/>
            <a:ahLst/>
            <a:cxnLst/>
            <a:rect l="l" t="t" r="r" b="b"/>
            <a:pathLst>
              <a:path w="1308100" h="1308100">
                <a:moveTo>
                  <a:pt x="1295400" y="0"/>
                </a:moveTo>
                <a:lnTo>
                  <a:pt x="0" y="1295400"/>
                </a:lnTo>
                <a:lnTo>
                  <a:pt x="12700" y="1308100"/>
                </a:lnTo>
                <a:lnTo>
                  <a:pt x="1308100" y="12700"/>
                </a:lnTo>
                <a:lnTo>
                  <a:pt x="12954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22900" y="1968500"/>
            <a:ext cx="203200" cy="660400"/>
          </a:xfrm>
          <a:custGeom>
            <a:avLst/>
            <a:gdLst/>
            <a:ahLst/>
            <a:cxnLst/>
            <a:rect l="l" t="t" r="r" b="b"/>
            <a:pathLst>
              <a:path w="203200" h="660400">
                <a:moveTo>
                  <a:pt x="168275" y="34925"/>
                </a:moveTo>
                <a:lnTo>
                  <a:pt x="156175" y="47024"/>
                </a:lnTo>
                <a:lnTo>
                  <a:pt x="0" y="647700"/>
                </a:lnTo>
                <a:lnTo>
                  <a:pt x="12700" y="660400"/>
                </a:lnTo>
                <a:lnTo>
                  <a:pt x="172234" y="46804"/>
                </a:lnTo>
                <a:lnTo>
                  <a:pt x="168275" y="34925"/>
                </a:lnTo>
                <a:close/>
              </a:path>
              <a:path w="203200" h="660400">
                <a:moveTo>
                  <a:pt x="177800" y="0"/>
                </a:moveTo>
                <a:lnTo>
                  <a:pt x="166254" y="13854"/>
                </a:lnTo>
                <a:lnTo>
                  <a:pt x="177800" y="25400"/>
                </a:lnTo>
                <a:lnTo>
                  <a:pt x="172234" y="46804"/>
                </a:lnTo>
                <a:lnTo>
                  <a:pt x="190500" y="101600"/>
                </a:lnTo>
                <a:lnTo>
                  <a:pt x="203200" y="114300"/>
                </a:lnTo>
                <a:lnTo>
                  <a:pt x="203200" y="101600"/>
                </a:lnTo>
                <a:lnTo>
                  <a:pt x="177800" y="0"/>
                </a:lnTo>
                <a:close/>
              </a:path>
              <a:path w="203200" h="660400">
                <a:moveTo>
                  <a:pt x="164140" y="16391"/>
                </a:moveTo>
                <a:lnTo>
                  <a:pt x="114300" y="76200"/>
                </a:lnTo>
                <a:lnTo>
                  <a:pt x="104881" y="77335"/>
                </a:lnTo>
                <a:lnTo>
                  <a:pt x="110702" y="85287"/>
                </a:lnTo>
                <a:lnTo>
                  <a:pt x="114300" y="88900"/>
                </a:lnTo>
                <a:lnTo>
                  <a:pt x="156175" y="47024"/>
                </a:lnTo>
                <a:lnTo>
                  <a:pt x="164140" y="16391"/>
                </a:lnTo>
                <a:close/>
              </a:path>
              <a:path w="203200" h="660400">
                <a:moveTo>
                  <a:pt x="166254" y="13854"/>
                </a:moveTo>
                <a:lnTo>
                  <a:pt x="164140" y="16391"/>
                </a:lnTo>
                <a:lnTo>
                  <a:pt x="156175" y="47024"/>
                </a:lnTo>
                <a:lnTo>
                  <a:pt x="168275" y="34925"/>
                </a:lnTo>
                <a:lnTo>
                  <a:pt x="165100" y="25400"/>
                </a:lnTo>
                <a:lnTo>
                  <a:pt x="177800" y="25400"/>
                </a:lnTo>
                <a:lnTo>
                  <a:pt x="166254" y="13854"/>
                </a:lnTo>
                <a:close/>
              </a:path>
              <a:path w="203200" h="660400">
                <a:moveTo>
                  <a:pt x="177800" y="25400"/>
                </a:moveTo>
                <a:lnTo>
                  <a:pt x="168275" y="34925"/>
                </a:lnTo>
                <a:lnTo>
                  <a:pt x="172234" y="46804"/>
                </a:lnTo>
                <a:lnTo>
                  <a:pt x="177800" y="25400"/>
                </a:lnTo>
                <a:close/>
              </a:path>
              <a:path w="203200" h="660400">
                <a:moveTo>
                  <a:pt x="177800" y="25400"/>
                </a:moveTo>
                <a:lnTo>
                  <a:pt x="165100" y="25400"/>
                </a:lnTo>
                <a:lnTo>
                  <a:pt x="168275" y="34925"/>
                </a:lnTo>
                <a:lnTo>
                  <a:pt x="177800" y="25400"/>
                </a:lnTo>
                <a:close/>
              </a:path>
              <a:path w="203200" h="660400">
                <a:moveTo>
                  <a:pt x="165100" y="12700"/>
                </a:moveTo>
                <a:lnTo>
                  <a:pt x="164140" y="16391"/>
                </a:lnTo>
                <a:lnTo>
                  <a:pt x="166254" y="13854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48300" y="2108200"/>
            <a:ext cx="292100" cy="508000"/>
          </a:xfrm>
          <a:custGeom>
            <a:avLst/>
            <a:gdLst/>
            <a:ahLst/>
            <a:cxnLst/>
            <a:rect l="l" t="t" r="r" b="b"/>
            <a:pathLst>
              <a:path w="292100" h="508000">
                <a:moveTo>
                  <a:pt x="279400" y="19957"/>
                </a:moveTo>
                <a:lnTo>
                  <a:pt x="273121" y="23544"/>
                </a:lnTo>
                <a:lnTo>
                  <a:pt x="0" y="495300"/>
                </a:lnTo>
                <a:lnTo>
                  <a:pt x="0" y="508000"/>
                </a:lnTo>
                <a:lnTo>
                  <a:pt x="279400" y="34234"/>
                </a:lnTo>
                <a:lnTo>
                  <a:pt x="279400" y="19957"/>
                </a:lnTo>
                <a:close/>
              </a:path>
              <a:path w="292100" h="508000">
                <a:moveTo>
                  <a:pt x="292100" y="12700"/>
                </a:moveTo>
                <a:lnTo>
                  <a:pt x="279400" y="34234"/>
                </a:lnTo>
                <a:lnTo>
                  <a:pt x="279400" y="101600"/>
                </a:lnTo>
                <a:lnTo>
                  <a:pt x="292100" y="101600"/>
                </a:lnTo>
                <a:lnTo>
                  <a:pt x="292100" y="12700"/>
                </a:lnTo>
                <a:close/>
              </a:path>
              <a:path w="292100" h="508000">
                <a:moveTo>
                  <a:pt x="292100" y="0"/>
                </a:moveTo>
                <a:lnTo>
                  <a:pt x="203200" y="50800"/>
                </a:lnTo>
                <a:lnTo>
                  <a:pt x="203200" y="63500"/>
                </a:lnTo>
                <a:lnTo>
                  <a:pt x="273121" y="23544"/>
                </a:lnTo>
                <a:lnTo>
                  <a:pt x="279400" y="12700"/>
                </a:lnTo>
                <a:lnTo>
                  <a:pt x="292100" y="12700"/>
                </a:lnTo>
                <a:lnTo>
                  <a:pt x="292100" y="0"/>
                </a:lnTo>
                <a:close/>
              </a:path>
              <a:path w="292100" h="508000">
                <a:moveTo>
                  <a:pt x="292100" y="12700"/>
                </a:moveTo>
                <a:lnTo>
                  <a:pt x="279400" y="19957"/>
                </a:lnTo>
                <a:lnTo>
                  <a:pt x="279400" y="34234"/>
                </a:lnTo>
                <a:lnTo>
                  <a:pt x="292100" y="12700"/>
                </a:lnTo>
                <a:close/>
              </a:path>
              <a:path w="292100" h="508000">
                <a:moveTo>
                  <a:pt x="279400" y="12700"/>
                </a:moveTo>
                <a:lnTo>
                  <a:pt x="273121" y="23544"/>
                </a:lnTo>
                <a:lnTo>
                  <a:pt x="279400" y="19957"/>
                </a:lnTo>
                <a:lnTo>
                  <a:pt x="279400" y="12700"/>
                </a:lnTo>
                <a:close/>
              </a:path>
              <a:path w="292100" h="508000">
                <a:moveTo>
                  <a:pt x="292100" y="12700"/>
                </a:moveTo>
                <a:lnTo>
                  <a:pt x="279400" y="12700"/>
                </a:lnTo>
                <a:lnTo>
                  <a:pt x="279400" y="19957"/>
                </a:lnTo>
                <a:lnTo>
                  <a:pt x="2921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22900" y="2616200"/>
            <a:ext cx="190500" cy="495300"/>
          </a:xfrm>
          <a:custGeom>
            <a:avLst/>
            <a:gdLst/>
            <a:ahLst/>
            <a:cxnLst/>
            <a:rect l="l" t="t" r="r" b="b"/>
            <a:pathLst>
              <a:path w="190500" h="495300">
                <a:moveTo>
                  <a:pt x="101600" y="419100"/>
                </a:moveTo>
                <a:lnTo>
                  <a:pt x="88900" y="419100"/>
                </a:lnTo>
                <a:lnTo>
                  <a:pt x="88900" y="431800"/>
                </a:lnTo>
                <a:lnTo>
                  <a:pt x="165100" y="495300"/>
                </a:lnTo>
                <a:lnTo>
                  <a:pt x="168275" y="482600"/>
                </a:lnTo>
                <a:lnTo>
                  <a:pt x="152400" y="482600"/>
                </a:lnTo>
                <a:lnTo>
                  <a:pt x="146303" y="463803"/>
                </a:lnTo>
                <a:lnTo>
                  <a:pt x="101600" y="419100"/>
                </a:lnTo>
                <a:close/>
              </a:path>
              <a:path w="190500" h="495300">
                <a:moveTo>
                  <a:pt x="146303" y="463803"/>
                </a:moveTo>
                <a:lnTo>
                  <a:pt x="152400" y="482600"/>
                </a:lnTo>
                <a:lnTo>
                  <a:pt x="155222" y="472722"/>
                </a:lnTo>
                <a:lnTo>
                  <a:pt x="146303" y="463803"/>
                </a:lnTo>
                <a:close/>
              </a:path>
              <a:path w="190500" h="495300">
                <a:moveTo>
                  <a:pt x="155222" y="472722"/>
                </a:moveTo>
                <a:lnTo>
                  <a:pt x="152400" y="482600"/>
                </a:lnTo>
                <a:lnTo>
                  <a:pt x="165100" y="482600"/>
                </a:lnTo>
                <a:lnTo>
                  <a:pt x="155222" y="472722"/>
                </a:lnTo>
                <a:close/>
              </a:path>
              <a:path w="190500" h="495300">
                <a:moveTo>
                  <a:pt x="158432" y="461486"/>
                </a:moveTo>
                <a:lnTo>
                  <a:pt x="155222" y="472722"/>
                </a:lnTo>
                <a:lnTo>
                  <a:pt x="165100" y="482600"/>
                </a:lnTo>
                <a:lnTo>
                  <a:pt x="158432" y="461486"/>
                </a:lnTo>
                <a:close/>
              </a:path>
              <a:path w="190500" h="495300">
                <a:moveTo>
                  <a:pt x="190500" y="393700"/>
                </a:moveTo>
                <a:lnTo>
                  <a:pt x="177800" y="393700"/>
                </a:lnTo>
                <a:lnTo>
                  <a:pt x="158432" y="461486"/>
                </a:lnTo>
                <a:lnTo>
                  <a:pt x="165100" y="482600"/>
                </a:lnTo>
                <a:lnTo>
                  <a:pt x="168275" y="482600"/>
                </a:lnTo>
                <a:lnTo>
                  <a:pt x="190500" y="393700"/>
                </a:lnTo>
                <a:close/>
              </a:path>
              <a:path w="190500" h="495300">
                <a:moveTo>
                  <a:pt x="12700" y="0"/>
                </a:moveTo>
                <a:lnTo>
                  <a:pt x="0" y="12700"/>
                </a:lnTo>
                <a:lnTo>
                  <a:pt x="146303" y="463803"/>
                </a:lnTo>
                <a:lnTo>
                  <a:pt x="155222" y="472722"/>
                </a:lnTo>
                <a:lnTo>
                  <a:pt x="158432" y="461486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4100" y="2603500"/>
            <a:ext cx="571500" cy="279400"/>
          </a:xfrm>
          <a:custGeom>
            <a:avLst/>
            <a:gdLst/>
            <a:ahLst/>
            <a:cxnLst/>
            <a:rect l="l" t="t" r="r" b="b"/>
            <a:pathLst>
              <a:path w="571500" h="279400">
                <a:moveTo>
                  <a:pt x="58151" y="185293"/>
                </a:moveTo>
                <a:lnTo>
                  <a:pt x="51194" y="190120"/>
                </a:lnTo>
                <a:lnTo>
                  <a:pt x="50800" y="190500"/>
                </a:lnTo>
                <a:lnTo>
                  <a:pt x="0" y="266700"/>
                </a:lnTo>
                <a:lnTo>
                  <a:pt x="101600" y="279400"/>
                </a:lnTo>
                <a:lnTo>
                  <a:pt x="101600" y="266700"/>
                </a:lnTo>
                <a:lnTo>
                  <a:pt x="12700" y="266700"/>
                </a:lnTo>
                <a:lnTo>
                  <a:pt x="12700" y="254000"/>
                </a:lnTo>
                <a:lnTo>
                  <a:pt x="24847" y="248478"/>
                </a:lnTo>
                <a:lnTo>
                  <a:pt x="63500" y="190500"/>
                </a:lnTo>
                <a:lnTo>
                  <a:pt x="58151" y="185293"/>
                </a:lnTo>
                <a:close/>
              </a:path>
              <a:path w="571500" h="279400">
                <a:moveTo>
                  <a:pt x="12700" y="254000"/>
                </a:moveTo>
                <a:lnTo>
                  <a:pt x="12700" y="266700"/>
                </a:lnTo>
                <a:lnTo>
                  <a:pt x="20430" y="255104"/>
                </a:lnTo>
                <a:lnTo>
                  <a:pt x="12700" y="254000"/>
                </a:lnTo>
                <a:close/>
              </a:path>
              <a:path w="571500" h="279400">
                <a:moveTo>
                  <a:pt x="20430" y="255104"/>
                </a:moveTo>
                <a:lnTo>
                  <a:pt x="12700" y="266700"/>
                </a:lnTo>
                <a:lnTo>
                  <a:pt x="33958" y="257036"/>
                </a:lnTo>
                <a:lnTo>
                  <a:pt x="20430" y="255104"/>
                </a:lnTo>
                <a:close/>
              </a:path>
              <a:path w="571500" h="279400">
                <a:moveTo>
                  <a:pt x="33958" y="257036"/>
                </a:moveTo>
                <a:lnTo>
                  <a:pt x="12700" y="266700"/>
                </a:lnTo>
                <a:lnTo>
                  <a:pt x="101600" y="266700"/>
                </a:lnTo>
                <a:lnTo>
                  <a:pt x="33958" y="257036"/>
                </a:lnTo>
                <a:close/>
              </a:path>
              <a:path w="571500" h="279400">
                <a:moveTo>
                  <a:pt x="571500" y="0"/>
                </a:moveTo>
                <a:lnTo>
                  <a:pt x="24847" y="248478"/>
                </a:lnTo>
                <a:lnTo>
                  <a:pt x="20430" y="255104"/>
                </a:lnTo>
                <a:lnTo>
                  <a:pt x="33958" y="257036"/>
                </a:lnTo>
                <a:lnTo>
                  <a:pt x="571500" y="12700"/>
                </a:lnTo>
                <a:lnTo>
                  <a:pt x="571500" y="0"/>
                </a:lnTo>
                <a:close/>
              </a:path>
              <a:path w="571500" h="279400">
                <a:moveTo>
                  <a:pt x="24847" y="248478"/>
                </a:moveTo>
                <a:lnTo>
                  <a:pt x="12700" y="254000"/>
                </a:lnTo>
                <a:lnTo>
                  <a:pt x="20430" y="255104"/>
                </a:lnTo>
                <a:lnTo>
                  <a:pt x="24847" y="248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23100" y="1651000"/>
            <a:ext cx="1841500" cy="1930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08100" y="4279900"/>
            <a:ext cx="7915275" cy="2065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Есть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й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5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ся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ту</a:t>
            </a:r>
            <a:endParaRPr sz="2400">
              <a:latin typeface="Arial"/>
              <a:cs typeface="Arial"/>
            </a:endParaRPr>
          </a:p>
          <a:p>
            <a:pPr marL="355600" marR="6350" indent="-342900">
              <a:lnSpc>
                <a:spcPct val="100699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ли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[</a:t>
            </a:r>
            <a:r>
              <a:rPr sz="2400" spc="-35" dirty="0">
                <a:latin typeface="Arial"/>
                <a:cs typeface="Arial"/>
              </a:rPr>
              <a:t>0</a:t>
            </a:r>
            <a:r>
              <a:rPr sz="2400" spc="3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255</a:t>
            </a:r>
            <a:r>
              <a:rPr sz="2400" spc="30" dirty="0">
                <a:latin typeface="Arial"/>
                <a:cs typeface="Arial"/>
              </a:rPr>
              <a:t>]</a:t>
            </a:r>
            <a:r>
              <a:rPr sz="2400" dirty="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се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ются!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5400" y="1257300"/>
            <a:ext cx="3733800" cy="280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81600" y="1282700"/>
            <a:ext cx="4191000" cy="2781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152400" y="316399"/>
            <a:ext cx="105410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8019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46100" algn="ctr">
              <a:lnSpc>
                <a:spcPct val="100000"/>
              </a:lnSpc>
            </a:pPr>
            <a:r>
              <a:rPr lang="uk-UA" b="1" spc="30" smtClean="0">
                <a:solidFill>
                  <a:schemeClr val="bg1"/>
                </a:solidFill>
                <a:latin typeface="+mn-lt"/>
              </a:rPr>
              <a:t>К</a:t>
            </a:r>
            <a:r>
              <a:rPr lang="uk-UA" b="1" spc="-100" smtClean="0">
                <a:solidFill>
                  <a:schemeClr val="bg1"/>
                </a:solidFill>
                <a:latin typeface="+mn-lt"/>
              </a:rPr>
              <a:t>в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нт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pc="-100" smtClean="0">
                <a:solidFill>
                  <a:schemeClr val="bg1"/>
                </a:solidFill>
                <a:latin typeface="+mn-lt"/>
              </a:rPr>
              <a:t>в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н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е</a:t>
            </a:r>
            <a:r>
              <a:rPr lang="uk-UA" b="1" spc="229" smtClean="0">
                <a:solidFill>
                  <a:schemeClr val="bg1"/>
                </a:solidFill>
                <a:latin typeface="+mn-lt"/>
              </a:rPr>
              <a:t> </a:t>
            </a:r>
            <a:r>
              <a:rPr lang="uk-UA" b="1" spc="-35" smtClean="0">
                <a:solidFill>
                  <a:schemeClr val="bg1"/>
                </a:solidFill>
                <a:latin typeface="+mn-lt"/>
              </a:rPr>
              <a:t>п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р</a:t>
            </a:r>
            <a:r>
              <a:rPr lang="uk-UA" b="1" spc="5" smtClean="0">
                <a:solidFill>
                  <a:schemeClr val="bg1"/>
                </a:solidFill>
                <a:latin typeface="+mn-lt"/>
              </a:rPr>
              <a:t>и</a:t>
            </a:r>
            <a:r>
              <a:rPr lang="uk-UA" b="1" spc="30" smtClean="0">
                <a:solidFill>
                  <a:schemeClr val="bg1"/>
                </a:solidFill>
                <a:latin typeface="+mn-lt"/>
              </a:rPr>
              <a:t>зн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а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к</a:t>
            </a:r>
            <a:r>
              <a:rPr lang="uk-UA" b="1" spc="-80" smtClean="0">
                <a:solidFill>
                  <a:schemeClr val="bg1"/>
                </a:solidFill>
                <a:latin typeface="+mn-lt"/>
              </a:rPr>
              <a:t>о</a:t>
            </a:r>
            <a:r>
              <a:rPr lang="uk-UA" b="1" smtClean="0">
                <a:solidFill>
                  <a:schemeClr val="bg1"/>
                </a:solidFill>
                <a:latin typeface="+mn-lt"/>
              </a:rPr>
              <a:t>в</a:t>
            </a:r>
            <a:endParaRPr lang="uk-UA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4000" y="272280"/>
            <a:ext cx="104394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229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2900" y="3972539"/>
            <a:ext cx="7459980" cy="236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73685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5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 err="1">
                <a:latin typeface="Arial"/>
                <a:cs typeface="Arial"/>
              </a:rPr>
              <a:t>э</a:t>
            </a:r>
            <a:r>
              <a:rPr sz="2400" dirty="0" err="1">
                <a:latin typeface="Arial"/>
                <a:cs typeface="Arial"/>
              </a:rPr>
              <a:t>л</a:t>
            </a:r>
            <a:r>
              <a:rPr sz="2400" spc="-35" dirty="0" err="1">
                <a:latin typeface="Arial"/>
                <a:cs typeface="Arial"/>
              </a:rPr>
              <a:t>е</a:t>
            </a:r>
            <a:r>
              <a:rPr sz="2400" spc="45" dirty="0" err="1">
                <a:latin typeface="Arial"/>
                <a:cs typeface="Arial"/>
              </a:rPr>
              <a:t>м</a:t>
            </a:r>
            <a:r>
              <a:rPr sz="2400" spc="-35" dirty="0" err="1">
                <a:latin typeface="Arial"/>
                <a:cs typeface="Arial"/>
              </a:rPr>
              <a:t>е</a:t>
            </a:r>
            <a:r>
              <a:rPr sz="2400" spc="-25" dirty="0" err="1">
                <a:latin typeface="Arial"/>
                <a:cs typeface="Arial"/>
              </a:rPr>
              <a:t>н</a:t>
            </a:r>
            <a:r>
              <a:rPr sz="2400" dirty="0" err="1">
                <a:latin typeface="Arial"/>
                <a:cs typeface="Arial"/>
              </a:rPr>
              <a:t>ты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 smtClean="0">
                <a:latin typeface="Arial"/>
                <a:cs typeface="Arial"/>
              </a:rPr>
              <a:t>(</a:t>
            </a:r>
            <a:r>
              <a:rPr sz="2400" dirty="0" err="1" smtClean="0">
                <a:latin typeface="Arial"/>
                <a:cs typeface="Arial"/>
              </a:rPr>
              <a:t>п</a:t>
            </a:r>
            <a:r>
              <a:rPr sz="2400" spc="-45" dirty="0" err="1" smtClean="0">
                <a:latin typeface="Arial"/>
                <a:cs typeface="Arial"/>
              </a:rPr>
              <a:t>и</a:t>
            </a:r>
            <a:r>
              <a:rPr sz="2400" spc="45" dirty="0" err="1" smtClean="0">
                <a:latin typeface="Arial"/>
                <a:cs typeface="Arial"/>
              </a:rPr>
              <a:t>к</a:t>
            </a:r>
            <a:r>
              <a:rPr sz="2400" dirty="0" err="1" smtClean="0">
                <a:latin typeface="Arial"/>
                <a:cs typeface="Arial"/>
              </a:rPr>
              <a:t>с</a:t>
            </a:r>
            <a:r>
              <a:rPr sz="2400" spc="-35" dirty="0" err="1" smtClean="0">
                <a:latin typeface="Arial"/>
                <a:cs typeface="Arial"/>
              </a:rPr>
              <a:t>е</a:t>
            </a:r>
            <a:r>
              <a:rPr sz="2400" dirty="0" err="1" smtClean="0">
                <a:latin typeface="Arial"/>
                <a:cs typeface="Arial"/>
              </a:rPr>
              <a:t>л</a:t>
            </a:r>
            <a:r>
              <a:rPr sz="2400" spc="-45" dirty="0" err="1" smtClean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сто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уппы</a:t>
            </a:r>
          </a:p>
          <a:p>
            <a:pPr marL="355600" marR="6350" indent="-342900">
              <a:lnSpc>
                <a:spcPct val="100699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5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э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ое</a:t>
            </a:r>
            <a:r>
              <a:rPr sz="2400" dirty="0">
                <a:latin typeface="Arial"/>
                <a:cs typeface="Arial"/>
              </a:rPr>
              <a:t>й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уппе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р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упп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Кл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ст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е</a:t>
            </a:r>
            <a:r>
              <a:rPr sz="2400" b="1" spc="60" dirty="0">
                <a:solidFill>
                  <a:srgbClr val="0000CC"/>
                </a:solidFill>
                <a:latin typeface="Arial"/>
                <a:cs typeface="Arial"/>
              </a:rPr>
              <a:t>р</a:t>
            </a:r>
            <a:r>
              <a:rPr sz="2400" b="1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з</a:t>
            </a:r>
            <a:r>
              <a:rPr sz="2400" b="1" spc="-35" dirty="0">
                <a:solidFill>
                  <a:srgbClr val="0000CC"/>
                </a:solidFill>
                <a:latin typeface="Arial"/>
                <a:cs typeface="Arial"/>
              </a:rPr>
              <a:t>а</a:t>
            </a:r>
            <a:r>
              <a:rPr sz="2400" b="1" spc="20" dirty="0">
                <a:solidFill>
                  <a:srgbClr val="0000CC"/>
                </a:solidFill>
                <a:latin typeface="Arial"/>
                <a:cs typeface="Arial"/>
              </a:rPr>
              <a:t>ц</a:t>
            </a:r>
            <a:r>
              <a:rPr sz="2400" b="1" spc="-45" dirty="0">
                <a:solidFill>
                  <a:srgbClr val="0000CC"/>
                </a:solidFill>
                <a:latin typeface="Arial"/>
                <a:cs typeface="Arial"/>
              </a:rPr>
              <a:t>и</a:t>
            </a:r>
            <a:r>
              <a:rPr sz="2400" b="1" dirty="0">
                <a:solidFill>
                  <a:srgbClr val="0000CC"/>
                </a:solidFill>
                <a:latin typeface="Arial"/>
                <a:cs typeface="Arial"/>
              </a:rPr>
              <a:t>я</a:t>
            </a:r>
            <a:r>
              <a:rPr sz="2400" dirty="0">
                <a:latin typeface="Arial"/>
                <a:cs typeface="Arial"/>
              </a:rPr>
              <a:t>!</a:t>
            </a: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  <a:tab pos="2107565" algn="l"/>
              </a:tabLst>
            </a:pPr>
            <a:r>
              <a:rPr sz="2000" spc="-14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,	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</a:t>
            </a:r>
            <a:r>
              <a:rPr sz="2000" spc="3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х</a:t>
            </a:r>
          </a:p>
        </p:txBody>
      </p:sp>
      <p:sp>
        <p:nvSpPr>
          <p:cNvPr id="4" name="object 4"/>
          <p:cNvSpPr/>
          <p:nvPr/>
        </p:nvSpPr>
        <p:spPr>
          <a:xfrm>
            <a:off x="5791200" y="1358900"/>
            <a:ext cx="30353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62100" y="1409700"/>
            <a:ext cx="3035300" cy="1981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89500" y="21844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04800" y="0"/>
                </a:moveTo>
                <a:lnTo>
                  <a:pt x="304800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304800" y="342900"/>
                </a:lnTo>
                <a:lnTo>
                  <a:pt x="304800" y="457200"/>
                </a:lnTo>
                <a:lnTo>
                  <a:pt x="533400" y="228600"/>
                </a:lnTo>
                <a:lnTo>
                  <a:pt x="3048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89500" y="2171700"/>
            <a:ext cx="546100" cy="495300"/>
          </a:xfrm>
          <a:custGeom>
            <a:avLst/>
            <a:gdLst/>
            <a:ahLst/>
            <a:cxnLst/>
            <a:rect l="l" t="t" r="r" b="b"/>
            <a:pathLst>
              <a:path w="546100" h="495300">
                <a:moveTo>
                  <a:pt x="527050" y="247650"/>
                </a:moveTo>
                <a:lnTo>
                  <a:pt x="317500" y="457200"/>
                </a:lnTo>
                <a:lnTo>
                  <a:pt x="317500" y="469900"/>
                </a:lnTo>
                <a:lnTo>
                  <a:pt x="304800" y="469900"/>
                </a:lnTo>
                <a:lnTo>
                  <a:pt x="304800" y="495300"/>
                </a:lnTo>
                <a:lnTo>
                  <a:pt x="328929" y="469900"/>
                </a:lnTo>
                <a:lnTo>
                  <a:pt x="317500" y="469900"/>
                </a:lnTo>
                <a:lnTo>
                  <a:pt x="317500" y="457200"/>
                </a:lnTo>
                <a:lnTo>
                  <a:pt x="340994" y="457200"/>
                </a:lnTo>
                <a:lnTo>
                  <a:pt x="534035" y="254000"/>
                </a:lnTo>
                <a:lnTo>
                  <a:pt x="533400" y="254000"/>
                </a:lnTo>
                <a:lnTo>
                  <a:pt x="527050" y="247650"/>
                </a:lnTo>
                <a:close/>
              </a:path>
              <a:path w="546100" h="495300">
                <a:moveTo>
                  <a:pt x="317500" y="355600"/>
                </a:moveTo>
                <a:lnTo>
                  <a:pt x="304800" y="355600"/>
                </a:lnTo>
                <a:lnTo>
                  <a:pt x="304800" y="469900"/>
                </a:lnTo>
                <a:lnTo>
                  <a:pt x="317500" y="457200"/>
                </a:lnTo>
                <a:lnTo>
                  <a:pt x="317500" y="355600"/>
                </a:lnTo>
                <a:close/>
              </a:path>
              <a:path w="546100" h="495300">
                <a:moveTo>
                  <a:pt x="12700" y="127000"/>
                </a:moveTo>
                <a:lnTo>
                  <a:pt x="0" y="139700"/>
                </a:lnTo>
                <a:lnTo>
                  <a:pt x="0" y="368300"/>
                </a:lnTo>
                <a:lnTo>
                  <a:pt x="304800" y="368300"/>
                </a:lnTo>
                <a:lnTo>
                  <a:pt x="304800" y="355600"/>
                </a:lnTo>
                <a:lnTo>
                  <a:pt x="12700" y="355600"/>
                </a:lnTo>
                <a:lnTo>
                  <a:pt x="12700" y="127000"/>
                </a:lnTo>
                <a:close/>
              </a:path>
              <a:path w="546100" h="495300">
                <a:moveTo>
                  <a:pt x="533400" y="241300"/>
                </a:moveTo>
                <a:lnTo>
                  <a:pt x="527050" y="247650"/>
                </a:lnTo>
                <a:lnTo>
                  <a:pt x="533400" y="254000"/>
                </a:lnTo>
                <a:lnTo>
                  <a:pt x="533400" y="241300"/>
                </a:lnTo>
                <a:close/>
              </a:path>
              <a:path w="546100" h="495300">
                <a:moveTo>
                  <a:pt x="546100" y="241300"/>
                </a:moveTo>
                <a:lnTo>
                  <a:pt x="533400" y="241300"/>
                </a:lnTo>
                <a:lnTo>
                  <a:pt x="533400" y="254000"/>
                </a:lnTo>
                <a:lnTo>
                  <a:pt x="534035" y="254000"/>
                </a:lnTo>
                <a:lnTo>
                  <a:pt x="546100" y="241300"/>
                </a:lnTo>
                <a:close/>
              </a:path>
              <a:path w="546100" h="495300">
                <a:moveTo>
                  <a:pt x="317500" y="12700"/>
                </a:moveTo>
                <a:lnTo>
                  <a:pt x="317500" y="38100"/>
                </a:lnTo>
                <a:lnTo>
                  <a:pt x="527050" y="247650"/>
                </a:lnTo>
                <a:lnTo>
                  <a:pt x="533400" y="241300"/>
                </a:lnTo>
                <a:lnTo>
                  <a:pt x="546100" y="241300"/>
                </a:lnTo>
                <a:lnTo>
                  <a:pt x="317500" y="12700"/>
                </a:lnTo>
                <a:close/>
              </a:path>
              <a:path w="546100" h="495300">
                <a:moveTo>
                  <a:pt x="12700" y="127000"/>
                </a:moveTo>
                <a:lnTo>
                  <a:pt x="0" y="127000"/>
                </a:lnTo>
                <a:lnTo>
                  <a:pt x="0" y="139700"/>
                </a:lnTo>
                <a:lnTo>
                  <a:pt x="12700" y="127000"/>
                </a:lnTo>
                <a:close/>
              </a:path>
              <a:path w="546100" h="495300">
                <a:moveTo>
                  <a:pt x="304800" y="25400"/>
                </a:moveTo>
                <a:lnTo>
                  <a:pt x="304800" y="127000"/>
                </a:lnTo>
                <a:lnTo>
                  <a:pt x="12700" y="127000"/>
                </a:lnTo>
                <a:lnTo>
                  <a:pt x="12700" y="139700"/>
                </a:lnTo>
                <a:lnTo>
                  <a:pt x="317500" y="139700"/>
                </a:lnTo>
                <a:lnTo>
                  <a:pt x="317500" y="38100"/>
                </a:lnTo>
                <a:lnTo>
                  <a:pt x="304800" y="25400"/>
                </a:lnTo>
                <a:close/>
              </a:path>
              <a:path w="546100" h="495300">
                <a:moveTo>
                  <a:pt x="317500" y="12700"/>
                </a:moveTo>
                <a:lnTo>
                  <a:pt x="304800" y="25400"/>
                </a:lnTo>
                <a:lnTo>
                  <a:pt x="317500" y="38100"/>
                </a:lnTo>
                <a:lnTo>
                  <a:pt x="317500" y="12700"/>
                </a:lnTo>
                <a:close/>
              </a:path>
              <a:path w="546100" h="495300">
                <a:moveTo>
                  <a:pt x="304800" y="0"/>
                </a:moveTo>
                <a:lnTo>
                  <a:pt x="304800" y="25400"/>
                </a:lnTo>
                <a:lnTo>
                  <a:pt x="317500" y="12700"/>
                </a:lnTo>
                <a:lnTo>
                  <a:pt x="3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54367" y="404018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Дл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-2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ер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8100" y="4279900"/>
            <a:ext cx="8991600" cy="1997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5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100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Кл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м</a:t>
            </a:r>
          </a:p>
          <a:p>
            <a:pPr marL="762000" marR="25781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ут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ора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х</a:t>
            </a:r>
          </a:p>
          <a:p>
            <a:pPr marL="355600" marR="6350" indent="-342900">
              <a:lnSpc>
                <a:spcPct val="100699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Д</a:t>
            </a:r>
            <a:r>
              <a:rPr sz="2400" dirty="0">
                <a:latin typeface="Arial"/>
                <a:cs typeface="Arial"/>
              </a:rPr>
              <a:t>ля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у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м</a:t>
            </a:r>
          </a:p>
        </p:txBody>
      </p:sp>
      <p:sp>
        <p:nvSpPr>
          <p:cNvPr id="4" name="object 4"/>
          <p:cNvSpPr/>
          <p:nvPr/>
        </p:nvSpPr>
        <p:spPr>
          <a:xfrm>
            <a:off x="1295400" y="1257300"/>
            <a:ext cx="3733800" cy="280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81600" y="1282700"/>
            <a:ext cx="4191000" cy="2781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3467100"/>
            <a:ext cx="3073400" cy="203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165100" y="309562"/>
            <a:ext cx="105283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0" y="1333500"/>
            <a:ext cx="3073400" cy="203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81800" y="3441700"/>
            <a:ext cx="3073400" cy="203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8600" y="3467100"/>
            <a:ext cx="2616200" cy="2108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36040" y="5929157"/>
            <a:ext cx="851916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У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э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цв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7000" y="283368"/>
            <a:ext cx="105664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37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</a:p>
        </p:txBody>
      </p:sp>
      <p:sp>
        <p:nvSpPr>
          <p:cNvPr id="3" name="object 3"/>
          <p:cNvSpPr/>
          <p:nvPr/>
        </p:nvSpPr>
        <p:spPr>
          <a:xfrm>
            <a:off x="3657600" y="1485900"/>
            <a:ext cx="4140200" cy="273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02300" y="1511300"/>
            <a:ext cx="63500" cy="685800"/>
          </a:xfrm>
          <a:custGeom>
            <a:avLst/>
            <a:gdLst/>
            <a:ahLst/>
            <a:cxnLst/>
            <a:rect l="l" t="t" r="r" b="b"/>
            <a:pathLst>
              <a:path w="63500" h="685800">
                <a:moveTo>
                  <a:pt x="0" y="685800"/>
                </a:moveTo>
                <a:lnTo>
                  <a:pt x="63500" y="685800"/>
                </a:lnTo>
                <a:lnTo>
                  <a:pt x="635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02300" y="2260600"/>
            <a:ext cx="63500" cy="1244600"/>
          </a:xfrm>
          <a:custGeom>
            <a:avLst/>
            <a:gdLst/>
            <a:ahLst/>
            <a:cxnLst/>
            <a:rect l="l" t="t" r="r" b="b"/>
            <a:pathLst>
              <a:path w="63500" h="1244600">
                <a:moveTo>
                  <a:pt x="0" y="1244600"/>
                </a:moveTo>
                <a:lnTo>
                  <a:pt x="63500" y="1244600"/>
                </a:lnTo>
                <a:lnTo>
                  <a:pt x="63500" y="0"/>
                </a:lnTo>
                <a:lnTo>
                  <a:pt x="0" y="0"/>
                </a:lnTo>
                <a:lnTo>
                  <a:pt x="0" y="1244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02300" y="3568700"/>
            <a:ext cx="63500" cy="647700"/>
          </a:xfrm>
          <a:custGeom>
            <a:avLst/>
            <a:gdLst/>
            <a:ahLst/>
            <a:cxnLst/>
            <a:rect l="l" t="t" r="r" b="b"/>
            <a:pathLst>
              <a:path w="63500" h="647700">
                <a:moveTo>
                  <a:pt x="0" y="647700"/>
                </a:moveTo>
                <a:lnTo>
                  <a:pt x="63500" y="647700"/>
                </a:lnTo>
                <a:lnTo>
                  <a:pt x="63500" y="0"/>
                </a:lnTo>
                <a:lnTo>
                  <a:pt x="0" y="0"/>
                </a:lnTo>
                <a:lnTo>
                  <a:pt x="0" y="647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56400" y="285750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52069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73600" y="2857500"/>
            <a:ext cx="2019300" cy="0"/>
          </a:xfrm>
          <a:custGeom>
            <a:avLst/>
            <a:gdLst/>
            <a:ahLst/>
            <a:cxnLst/>
            <a:rect l="l" t="t" r="r" b="b"/>
            <a:pathLst>
              <a:path w="2019300">
                <a:moveTo>
                  <a:pt x="0" y="0"/>
                </a:moveTo>
                <a:lnTo>
                  <a:pt x="2019300" y="0"/>
                </a:lnTo>
              </a:path>
            </a:pathLst>
          </a:custGeom>
          <a:ln w="52069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70300" y="2857500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800" y="0"/>
                </a:lnTo>
              </a:path>
            </a:pathLst>
          </a:custGeom>
          <a:ln w="52069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10100" y="14986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10100" y="19050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10100" y="22987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10100" y="27051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48200" y="30988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52069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48200" y="3568700"/>
            <a:ext cx="0" cy="165100"/>
          </a:xfrm>
          <a:custGeom>
            <a:avLst/>
            <a:gdLst/>
            <a:ahLst/>
            <a:cxnLst/>
            <a:rect l="l" t="t" r="r" b="b"/>
            <a:pathLst>
              <a:path h="165100">
                <a:moveTo>
                  <a:pt x="0" y="0"/>
                </a:moveTo>
                <a:lnTo>
                  <a:pt x="0" y="165100"/>
                </a:lnTo>
              </a:path>
            </a:pathLst>
          </a:custGeom>
          <a:ln w="52069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8200" y="38989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52069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03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767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704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768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705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769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706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770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707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77100" y="35052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70800" y="3505200"/>
            <a:ext cx="114300" cy="63500"/>
          </a:xfrm>
          <a:custGeom>
            <a:avLst/>
            <a:gdLst/>
            <a:ahLst/>
            <a:cxnLst/>
            <a:rect l="l" t="t" r="r" b="b"/>
            <a:pathLst>
              <a:path w="114300" h="63500">
                <a:moveTo>
                  <a:pt x="114300" y="0"/>
                </a:moveTo>
                <a:lnTo>
                  <a:pt x="0" y="0"/>
                </a:lnTo>
                <a:lnTo>
                  <a:pt x="0" y="63500"/>
                </a:lnTo>
                <a:lnTo>
                  <a:pt x="114300" y="635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703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767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704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768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705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6769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706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770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707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77100" y="2197100"/>
            <a:ext cx="228600" cy="63500"/>
          </a:xfrm>
          <a:custGeom>
            <a:avLst/>
            <a:gdLst/>
            <a:ahLst/>
            <a:cxnLst/>
            <a:rect l="l" t="t" r="r" b="b"/>
            <a:pathLst>
              <a:path w="228600" h="63500">
                <a:moveTo>
                  <a:pt x="228600" y="0"/>
                </a:moveTo>
                <a:lnTo>
                  <a:pt x="0" y="0"/>
                </a:lnTo>
                <a:lnTo>
                  <a:pt x="0" y="63500"/>
                </a:lnTo>
                <a:lnTo>
                  <a:pt x="228600" y="63500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670800" y="2197100"/>
            <a:ext cx="114300" cy="63500"/>
          </a:xfrm>
          <a:custGeom>
            <a:avLst/>
            <a:gdLst/>
            <a:ahLst/>
            <a:cxnLst/>
            <a:rect l="l" t="t" r="r" b="b"/>
            <a:pathLst>
              <a:path w="114300" h="63500">
                <a:moveTo>
                  <a:pt x="114300" y="0"/>
                </a:moveTo>
                <a:lnTo>
                  <a:pt x="0" y="0"/>
                </a:lnTo>
                <a:lnTo>
                  <a:pt x="0" y="63500"/>
                </a:lnTo>
                <a:lnTo>
                  <a:pt x="114300" y="635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92900" y="14986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92900" y="19050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92900" y="22987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92900" y="27051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92900" y="30988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92900" y="35052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92900" y="3898900"/>
            <a:ext cx="63500" cy="228600"/>
          </a:xfrm>
          <a:custGeom>
            <a:avLst/>
            <a:gdLst/>
            <a:ahLst/>
            <a:cxnLst/>
            <a:rect l="l" t="t" r="r" b="b"/>
            <a:pathLst>
              <a:path w="63500" h="228600">
                <a:moveTo>
                  <a:pt x="63500" y="0"/>
                </a:moveTo>
                <a:lnTo>
                  <a:pt x="0" y="0"/>
                </a:lnTo>
                <a:lnTo>
                  <a:pt x="0" y="228600"/>
                </a:lnTo>
                <a:lnTo>
                  <a:pt x="63500" y="228600"/>
                </a:lnTo>
                <a:lnTo>
                  <a:pt x="63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17500" y="2245360"/>
            <a:ext cx="2952750" cy="1218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1900"/>
              </a:lnSpc>
            </a:pPr>
            <a:r>
              <a:rPr sz="2000" spc="30" dirty="0">
                <a:latin typeface="Arial"/>
                <a:cs typeface="Arial"/>
              </a:rPr>
              <a:t>В</a:t>
            </a:r>
            <a:r>
              <a:rPr sz="2000" spc="45" dirty="0">
                <a:latin typeface="Arial"/>
                <a:cs typeface="Arial"/>
              </a:rPr>
              <a:t>ы</a:t>
            </a:r>
            <a:r>
              <a:rPr sz="2000" spc="-35" dirty="0">
                <a:latin typeface="Arial"/>
                <a:cs typeface="Arial"/>
              </a:rPr>
              <a:t>ч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35" dirty="0">
                <a:latin typeface="Arial"/>
                <a:cs typeface="Arial"/>
              </a:rPr>
              <a:t>л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 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г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spc="15" dirty="0">
                <a:latin typeface="Arial"/>
                <a:cs typeface="Arial"/>
              </a:rPr>
              <a:t>г</a:t>
            </a:r>
            <a:r>
              <a:rPr sz="2000" spc="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му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 к</a:t>
            </a:r>
            <a:r>
              <a:rPr sz="2000" spc="5" dirty="0">
                <a:latin typeface="Arial"/>
                <a:cs typeface="Arial"/>
              </a:rPr>
              <a:t>а</a:t>
            </a:r>
            <a:r>
              <a:rPr sz="2000" spc="-75" dirty="0">
                <a:latin typeface="Arial"/>
                <a:cs typeface="Arial"/>
              </a:rPr>
              <a:t>ж</a:t>
            </a:r>
            <a:r>
              <a:rPr sz="2000" spc="-35" dirty="0">
                <a:latin typeface="Arial"/>
                <a:cs typeface="Arial"/>
              </a:rPr>
              <a:t>д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б</a:t>
            </a:r>
            <a:r>
              <a:rPr sz="2000" spc="-135" dirty="0">
                <a:latin typeface="Arial"/>
                <a:cs typeface="Arial"/>
              </a:rPr>
              <a:t>л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ке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 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ъ</a:t>
            </a:r>
            <a:r>
              <a:rPr sz="2000" spc="5" dirty="0">
                <a:latin typeface="Arial"/>
                <a:cs typeface="Arial"/>
              </a:rPr>
              <a:t>е</a:t>
            </a:r>
            <a:r>
              <a:rPr sz="2000" spc="-35" dirty="0">
                <a:latin typeface="Arial"/>
                <a:cs typeface="Arial"/>
              </a:rPr>
              <a:t>д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spc="-85" dirty="0">
                <a:latin typeface="Arial"/>
                <a:cs typeface="Arial"/>
              </a:rPr>
              <a:t>н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 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4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 </a:t>
            </a:r>
            <a:r>
              <a:rPr sz="2000" spc="15" dirty="0">
                <a:latin typeface="Arial"/>
                <a:cs typeface="Arial"/>
              </a:rPr>
              <a:t>г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spc="15" dirty="0">
                <a:latin typeface="Arial"/>
                <a:cs typeface="Arial"/>
              </a:rPr>
              <a:t>г</a:t>
            </a:r>
            <a:r>
              <a:rPr sz="2000" spc="5" dirty="0">
                <a:latin typeface="Arial"/>
                <a:cs typeface="Arial"/>
              </a:rPr>
              <a:t>ра</a:t>
            </a:r>
            <a:r>
              <a:rPr sz="2000" dirty="0">
                <a:latin typeface="Arial"/>
                <a:cs typeface="Arial"/>
              </a:rPr>
              <a:t>ммы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spc="-35" dirty="0">
                <a:latin typeface="Arial"/>
                <a:cs typeface="Arial"/>
              </a:rPr>
              <a:t>д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н </a:t>
            </a:r>
            <a:r>
              <a:rPr sz="2000" spc="45" dirty="0">
                <a:latin typeface="Arial"/>
                <a:cs typeface="Arial"/>
              </a:rPr>
              <a:t>в</a:t>
            </a:r>
            <a:r>
              <a:rPr sz="2000" spc="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-35" dirty="0">
                <a:latin typeface="Arial"/>
                <a:cs typeface="Arial"/>
              </a:rPr>
              <a:t>т</a:t>
            </a:r>
            <a:r>
              <a:rPr sz="2000" spc="5" dirty="0">
                <a:latin typeface="Arial"/>
                <a:cs typeface="Arial"/>
              </a:rPr>
              <a:t>о</a:t>
            </a:r>
            <a:r>
              <a:rPr sz="2000" spc="10" dirty="0">
                <a:latin typeface="Arial"/>
                <a:cs typeface="Arial"/>
              </a:rPr>
              <a:t>р</a:t>
            </a:r>
            <a:r>
              <a:rPr sz="2000" spc="-35" dirty="0">
                <a:latin typeface="Arial"/>
                <a:cs typeface="Arial"/>
              </a:rPr>
              <a:t>-</a:t>
            </a:r>
            <a:r>
              <a:rPr sz="2000" spc="-70" dirty="0">
                <a:latin typeface="Arial"/>
                <a:cs typeface="Arial"/>
              </a:rPr>
              <a:t>п</a:t>
            </a:r>
            <a:r>
              <a:rPr sz="2000" spc="5" dirty="0">
                <a:latin typeface="Arial"/>
                <a:cs typeface="Arial"/>
              </a:rPr>
              <a:t>р</a:t>
            </a:r>
            <a:r>
              <a:rPr sz="2000" spc="-95" dirty="0">
                <a:latin typeface="Arial"/>
                <a:cs typeface="Arial"/>
              </a:rPr>
              <a:t>и</a:t>
            </a:r>
            <a:r>
              <a:rPr sz="2000" spc="-35" dirty="0">
                <a:latin typeface="Arial"/>
                <a:cs typeface="Arial"/>
              </a:rPr>
              <a:t>з</a:t>
            </a:r>
            <a:r>
              <a:rPr sz="2000" spc="-85" dirty="0">
                <a:latin typeface="Arial"/>
                <a:cs typeface="Arial"/>
              </a:rPr>
              <a:t>н</a:t>
            </a:r>
            <a:r>
              <a:rPr sz="2000" spc="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к</a:t>
            </a:r>
          </a:p>
        </p:txBody>
      </p:sp>
      <p:sp>
        <p:nvSpPr>
          <p:cNvPr id="47" name="object 47"/>
          <p:cNvSpPr/>
          <p:nvPr/>
        </p:nvSpPr>
        <p:spPr>
          <a:xfrm>
            <a:off x="1447800" y="4813300"/>
            <a:ext cx="2019300" cy="1638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356100" y="4813300"/>
            <a:ext cx="1003300" cy="1638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384800" y="4813300"/>
            <a:ext cx="1003300" cy="1638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194300" y="4432300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241300"/>
                </a:moveTo>
                <a:lnTo>
                  <a:pt x="0" y="241300"/>
                </a:lnTo>
                <a:lnTo>
                  <a:pt x="177800" y="317500"/>
                </a:lnTo>
                <a:lnTo>
                  <a:pt x="342900" y="241300"/>
                </a:lnTo>
                <a:close/>
              </a:path>
              <a:path w="342900" h="317500">
                <a:moveTo>
                  <a:pt x="254000" y="0"/>
                </a:moveTo>
                <a:lnTo>
                  <a:pt x="88900" y="0"/>
                </a:lnTo>
                <a:lnTo>
                  <a:pt x="88900" y="241300"/>
                </a:lnTo>
                <a:lnTo>
                  <a:pt x="254000" y="2413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168900" y="4432300"/>
            <a:ext cx="406400" cy="317500"/>
          </a:xfrm>
          <a:custGeom>
            <a:avLst/>
            <a:gdLst/>
            <a:ahLst/>
            <a:cxnLst/>
            <a:rect l="l" t="t" r="r" b="b"/>
            <a:pathLst>
              <a:path w="406400" h="317500">
                <a:moveTo>
                  <a:pt x="25400" y="228600"/>
                </a:moveTo>
                <a:lnTo>
                  <a:pt x="25400" y="239712"/>
                </a:lnTo>
                <a:lnTo>
                  <a:pt x="203200" y="317500"/>
                </a:lnTo>
                <a:lnTo>
                  <a:pt x="232228" y="304800"/>
                </a:lnTo>
                <a:lnTo>
                  <a:pt x="190500" y="304800"/>
                </a:lnTo>
                <a:lnTo>
                  <a:pt x="196850" y="302078"/>
                </a:lnTo>
                <a:lnTo>
                  <a:pt x="25400" y="228600"/>
                </a:lnTo>
                <a:close/>
              </a:path>
              <a:path w="406400" h="317500">
                <a:moveTo>
                  <a:pt x="196850" y="302078"/>
                </a:moveTo>
                <a:lnTo>
                  <a:pt x="190500" y="304800"/>
                </a:lnTo>
                <a:lnTo>
                  <a:pt x="203200" y="304800"/>
                </a:lnTo>
                <a:lnTo>
                  <a:pt x="196850" y="302078"/>
                </a:lnTo>
                <a:close/>
              </a:path>
              <a:path w="406400" h="317500">
                <a:moveTo>
                  <a:pt x="368300" y="228600"/>
                </a:moveTo>
                <a:lnTo>
                  <a:pt x="196850" y="302078"/>
                </a:lnTo>
                <a:lnTo>
                  <a:pt x="203200" y="304800"/>
                </a:lnTo>
                <a:lnTo>
                  <a:pt x="232228" y="304800"/>
                </a:lnTo>
                <a:lnTo>
                  <a:pt x="377371" y="241300"/>
                </a:lnTo>
                <a:lnTo>
                  <a:pt x="368300" y="241300"/>
                </a:lnTo>
                <a:lnTo>
                  <a:pt x="368300" y="228600"/>
                </a:lnTo>
                <a:close/>
              </a:path>
              <a:path w="406400" h="317500">
                <a:moveTo>
                  <a:pt x="25400" y="239712"/>
                </a:moveTo>
                <a:lnTo>
                  <a:pt x="25400" y="241300"/>
                </a:lnTo>
                <a:lnTo>
                  <a:pt x="29028" y="241300"/>
                </a:lnTo>
                <a:lnTo>
                  <a:pt x="25400" y="239712"/>
                </a:lnTo>
                <a:close/>
              </a:path>
              <a:path w="406400" h="317500">
                <a:moveTo>
                  <a:pt x="101600" y="228600"/>
                </a:moveTo>
                <a:lnTo>
                  <a:pt x="25400" y="228600"/>
                </a:lnTo>
                <a:lnTo>
                  <a:pt x="55033" y="241300"/>
                </a:lnTo>
                <a:lnTo>
                  <a:pt x="101600" y="241300"/>
                </a:lnTo>
                <a:lnTo>
                  <a:pt x="101600" y="228600"/>
                </a:lnTo>
                <a:close/>
              </a:path>
              <a:path w="406400" h="317500">
                <a:moveTo>
                  <a:pt x="114300" y="0"/>
                </a:moveTo>
                <a:lnTo>
                  <a:pt x="101600" y="0"/>
                </a:lnTo>
                <a:lnTo>
                  <a:pt x="101600" y="241300"/>
                </a:lnTo>
                <a:lnTo>
                  <a:pt x="114300" y="228600"/>
                </a:lnTo>
                <a:lnTo>
                  <a:pt x="114300" y="0"/>
                </a:lnTo>
                <a:close/>
              </a:path>
              <a:path w="406400" h="317500">
                <a:moveTo>
                  <a:pt x="114300" y="228600"/>
                </a:moveTo>
                <a:lnTo>
                  <a:pt x="101600" y="241300"/>
                </a:lnTo>
                <a:lnTo>
                  <a:pt x="114300" y="241300"/>
                </a:lnTo>
                <a:lnTo>
                  <a:pt x="114300" y="228600"/>
                </a:lnTo>
                <a:close/>
              </a:path>
              <a:path w="406400" h="317500">
                <a:moveTo>
                  <a:pt x="279400" y="228600"/>
                </a:moveTo>
                <a:lnTo>
                  <a:pt x="279400" y="241300"/>
                </a:lnTo>
                <a:lnTo>
                  <a:pt x="292100" y="241300"/>
                </a:lnTo>
                <a:lnTo>
                  <a:pt x="279400" y="228600"/>
                </a:lnTo>
                <a:close/>
              </a:path>
              <a:path w="406400" h="317500">
                <a:moveTo>
                  <a:pt x="292100" y="0"/>
                </a:moveTo>
                <a:lnTo>
                  <a:pt x="279400" y="0"/>
                </a:lnTo>
                <a:lnTo>
                  <a:pt x="279400" y="228600"/>
                </a:lnTo>
                <a:lnTo>
                  <a:pt x="292100" y="241300"/>
                </a:lnTo>
                <a:lnTo>
                  <a:pt x="292100" y="0"/>
                </a:lnTo>
                <a:close/>
              </a:path>
              <a:path w="406400" h="317500">
                <a:moveTo>
                  <a:pt x="368300" y="228600"/>
                </a:moveTo>
                <a:lnTo>
                  <a:pt x="292100" y="228600"/>
                </a:lnTo>
                <a:lnTo>
                  <a:pt x="292100" y="241300"/>
                </a:lnTo>
                <a:lnTo>
                  <a:pt x="338666" y="241300"/>
                </a:lnTo>
                <a:lnTo>
                  <a:pt x="368300" y="228600"/>
                </a:lnTo>
                <a:close/>
              </a:path>
              <a:path w="406400" h="317500">
                <a:moveTo>
                  <a:pt x="406400" y="228600"/>
                </a:moveTo>
                <a:lnTo>
                  <a:pt x="368300" y="228600"/>
                </a:lnTo>
                <a:lnTo>
                  <a:pt x="368300" y="241300"/>
                </a:lnTo>
                <a:lnTo>
                  <a:pt x="377371" y="241300"/>
                </a:lnTo>
                <a:lnTo>
                  <a:pt x="406400" y="228600"/>
                </a:lnTo>
                <a:close/>
              </a:path>
              <a:path w="406400" h="317500">
                <a:moveTo>
                  <a:pt x="25400" y="228600"/>
                </a:moveTo>
                <a:lnTo>
                  <a:pt x="0" y="228600"/>
                </a:lnTo>
                <a:lnTo>
                  <a:pt x="25400" y="239712"/>
                </a:lnTo>
                <a:lnTo>
                  <a:pt x="25400" y="228600"/>
                </a:lnTo>
                <a:close/>
              </a:path>
              <a:path w="406400" h="317500">
                <a:moveTo>
                  <a:pt x="279400" y="0"/>
                </a:moveTo>
                <a:lnTo>
                  <a:pt x="114300" y="0"/>
                </a:lnTo>
                <a:lnTo>
                  <a:pt x="114300" y="12700"/>
                </a:lnTo>
                <a:lnTo>
                  <a:pt x="279400" y="12700"/>
                </a:lnTo>
                <a:lnTo>
                  <a:pt x="2794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29000" y="43815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127000"/>
                </a:moveTo>
                <a:lnTo>
                  <a:pt x="76200" y="292100"/>
                </a:lnTo>
                <a:lnTo>
                  <a:pt x="266700" y="342900"/>
                </a:lnTo>
                <a:lnTo>
                  <a:pt x="190500" y="292100"/>
                </a:lnTo>
                <a:lnTo>
                  <a:pt x="288471" y="177800"/>
                </a:lnTo>
                <a:lnTo>
                  <a:pt x="63500" y="177800"/>
                </a:lnTo>
                <a:lnTo>
                  <a:pt x="0" y="127000"/>
                </a:lnTo>
                <a:close/>
              </a:path>
              <a:path w="342900" h="342900">
                <a:moveTo>
                  <a:pt x="215900" y="0"/>
                </a:moveTo>
                <a:lnTo>
                  <a:pt x="63500" y="177800"/>
                </a:lnTo>
                <a:lnTo>
                  <a:pt x="288471" y="177800"/>
                </a:lnTo>
                <a:lnTo>
                  <a:pt x="342900" y="114300"/>
                </a:lnTo>
                <a:lnTo>
                  <a:pt x="215900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16300" y="4368800"/>
            <a:ext cx="279400" cy="368300"/>
          </a:xfrm>
          <a:custGeom>
            <a:avLst/>
            <a:gdLst/>
            <a:ahLst/>
            <a:cxnLst/>
            <a:rect l="l" t="t" r="r" b="b"/>
            <a:pathLst>
              <a:path w="279400" h="368300">
                <a:moveTo>
                  <a:pt x="250825" y="352425"/>
                </a:moveTo>
                <a:lnTo>
                  <a:pt x="266700" y="368300"/>
                </a:lnTo>
                <a:lnTo>
                  <a:pt x="275359" y="359640"/>
                </a:lnTo>
                <a:lnTo>
                  <a:pt x="250825" y="352425"/>
                </a:lnTo>
                <a:close/>
              </a:path>
              <a:path w="279400" h="368300">
                <a:moveTo>
                  <a:pt x="242570" y="12700"/>
                </a:moveTo>
                <a:lnTo>
                  <a:pt x="228600" y="12700"/>
                </a:lnTo>
                <a:lnTo>
                  <a:pt x="355600" y="127000"/>
                </a:lnTo>
                <a:lnTo>
                  <a:pt x="203200" y="304800"/>
                </a:lnTo>
                <a:lnTo>
                  <a:pt x="243839" y="345439"/>
                </a:lnTo>
                <a:lnTo>
                  <a:pt x="279400" y="355600"/>
                </a:lnTo>
                <a:lnTo>
                  <a:pt x="275359" y="359640"/>
                </a:lnTo>
                <a:lnTo>
                  <a:pt x="304800" y="368300"/>
                </a:lnTo>
                <a:lnTo>
                  <a:pt x="230716" y="304800"/>
                </a:lnTo>
                <a:lnTo>
                  <a:pt x="215900" y="304800"/>
                </a:lnTo>
                <a:lnTo>
                  <a:pt x="215900" y="292100"/>
                </a:lnTo>
                <a:lnTo>
                  <a:pt x="226785" y="292100"/>
                </a:lnTo>
                <a:lnTo>
                  <a:pt x="368300" y="127000"/>
                </a:lnTo>
                <a:lnTo>
                  <a:pt x="242570" y="12700"/>
                </a:lnTo>
                <a:close/>
              </a:path>
              <a:path w="279400" h="368300">
                <a:moveTo>
                  <a:pt x="243839" y="345439"/>
                </a:moveTo>
                <a:lnTo>
                  <a:pt x="250825" y="352425"/>
                </a:lnTo>
                <a:lnTo>
                  <a:pt x="275359" y="359640"/>
                </a:lnTo>
                <a:lnTo>
                  <a:pt x="279400" y="355600"/>
                </a:lnTo>
                <a:lnTo>
                  <a:pt x="243839" y="345439"/>
                </a:lnTo>
                <a:close/>
              </a:path>
              <a:path w="279400" h="368300">
                <a:moveTo>
                  <a:pt x="0" y="114300"/>
                </a:moveTo>
                <a:lnTo>
                  <a:pt x="88900" y="304800"/>
                </a:lnTo>
                <a:lnTo>
                  <a:pt x="250825" y="352425"/>
                </a:lnTo>
                <a:lnTo>
                  <a:pt x="243839" y="345439"/>
                </a:lnTo>
                <a:lnTo>
                  <a:pt x="101600" y="304800"/>
                </a:lnTo>
                <a:lnTo>
                  <a:pt x="25400" y="152400"/>
                </a:lnTo>
                <a:lnTo>
                  <a:pt x="12700" y="139700"/>
                </a:lnTo>
                <a:lnTo>
                  <a:pt x="12700" y="127000"/>
                </a:lnTo>
                <a:lnTo>
                  <a:pt x="0" y="114300"/>
                </a:lnTo>
                <a:close/>
              </a:path>
              <a:path w="279400" h="368300">
                <a:moveTo>
                  <a:pt x="215900" y="292100"/>
                </a:moveTo>
                <a:lnTo>
                  <a:pt x="215900" y="304800"/>
                </a:lnTo>
                <a:lnTo>
                  <a:pt x="222175" y="297478"/>
                </a:lnTo>
                <a:lnTo>
                  <a:pt x="215900" y="292100"/>
                </a:lnTo>
                <a:close/>
              </a:path>
              <a:path w="279400" h="368300">
                <a:moveTo>
                  <a:pt x="222175" y="297478"/>
                </a:moveTo>
                <a:lnTo>
                  <a:pt x="215900" y="304800"/>
                </a:lnTo>
                <a:lnTo>
                  <a:pt x="230716" y="304800"/>
                </a:lnTo>
                <a:lnTo>
                  <a:pt x="222175" y="297478"/>
                </a:lnTo>
                <a:close/>
              </a:path>
              <a:path w="279400" h="368300">
                <a:moveTo>
                  <a:pt x="226785" y="292100"/>
                </a:moveTo>
                <a:lnTo>
                  <a:pt x="215900" y="292100"/>
                </a:lnTo>
                <a:lnTo>
                  <a:pt x="222175" y="297478"/>
                </a:lnTo>
                <a:lnTo>
                  <a:pt x="226785" y="292100"/>
                </a:lnTo>
                <a:close/>
              </a:path>
              <a:path w="279400" h="368300">
                <a:moveTo>
                  <a:pt x="12700" y="127000"/>
                </a:moveTo>
                <a:lnTo>
                  <a:pt x="25400" y="152400"/>
                </a:lnTo>
                <a:lnTo>
                  <a:pt x="76200" y="203200"/>
                </a:lnTo>
                <a:lnTo>
                  <a:pt x="86360" y="190500"/>
                </a:lnTo>
                <a:lnTo>
                  <a:pt x="76200" y="190500"/>
                </a:lnTo>
                <a:lnTo>
                  <a:pt x="12700" y="127000"/>
                </a:lnTo>
                <a:close/>
              </a:path>
              <a:path w="279400" h="368300">
                <a:moveTo>
                  <a:pt x="228600" y="0"/>
                </a:moveTo>
                <a:lnTo>
                  <a:pt x="76200" y="190500"/>
                </a:lnTo>
                <a:lnTo>
                  <a:pt x="86360" y="190500"/>
                </a:lnTo>
                <a:lnTo>
                  <a:pt x="228600" y="12700"/>
                </a:lnTo>
                <a:lnTo>
                  <a:pt x="242570" y="12700"/>
                </a:lnTo>
                <a:lnTo>
                  <a:pt x="228600" y="0"/>
                </a:lnTo>
                <a:close/>
              </a:path>
              <a:path w="279400" h="368300">
                <a:moveTo>
                  <a:pt x="12700" y="127000"/>
                </a:moveTo>
                <a:lnTo>
                  <a:pt x="12700" y="139700"/>
                </a:lnTo>
                <a:lnTo>
                  <a:pt x="25400" y="152400"/>
                </a:lnTo>
                <a:lnTo>
                  <a:pt x="12700" y="12700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77100" y="4813300"/>
            <a:ext cx="482600" cy="393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797800" y="5232400"/>
            <a:ext cx="482600" cy="393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18500" y="4813300"/>
            <a:ext cx="482600" cy="393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839200" y="4826000"/>
            <a:ext cx="482600" cy="393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277100" y="5232400"/>
            <a:ext cx="482600" cy="3937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797800" y="4813300"/>
            <a:ext cx="482600" cy="3937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839200" y="5232400"/>
            <a:ext cx="482600" cy="3937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18500" y="5232400"/>
            <a:ext cx="482600" cy="3937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77100" y="5651500"/>
            <a:ext cx="482600" cy="3937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318500" y="6057900"/>
            <a:ext cx="482600" cy="393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318500" y="5651500"/>
            <a:ext cx="482600" cy="3937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797800" y="5651500"/>
            <a:ext cx="482600" cy="3937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289800" y="6057900"/>
            <a:ext cx="469900" cy="3937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797800" y="6057900"/>
            <a:ext cx="482600" cy="3937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839200" y="6057900"/>
            <a:ext cx="482600" cy="3937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839200" y="5651500"/>
            <a:ext cx="482600" cy="3937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959600" y="43815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27000" y="0"/>
                </a:moveTo>
                <a:lnTo>
                  <a:pt x="0" y="114300"/>
                </a:lnTo>
                <a:lnTo>
                  <a:pt x="152400" y="292100"/>
                </a:lnTo>
                <a:lnTo>
                  <a:pt x="88900" y="342900"/>
                </a:lnTo>
                <a:lnTo>
                  <a:pt x="266700" y="292100"/>
                </a:lnTo>
                <a:lnTo>
                  <a:pt x="319453" y="177800"/>
                </a:lnTo>
                <a:lnTo>
                  <a:pt x="279400" y="177800"/>
                </a:lnTo>
                <a:lnTo>
                  <a:pt x="127000" y="0"/>
                </a:lnTo>
                <a:close/>
              </a:path>
              <a:path w="342900" h="342900">
                <a:moveTo>
                  <a:pt x="342900" y="127000"/>
                </a:moveTo>
                <a:lnTo>
                  <a:pt x="279400" y="177800"/>
                </a:lnTo>
                <a:lnTo>
                  <a:pt x="319453" y="177800"/>
                </a:lnTo>
                <a:lnTo>
                  <a:pt x="342900" y="12700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946900" y="4368800"/>
            <a:ext cx="381000" cy="368300"/>
          </a:xfrm>
          <a:custGeom>
            <a:avLst/>
            <a:gdLst/>
            <a:ahLst/>
            <a:cxnLst/>
            <a:rect l="l" t="t" r="r" b="b"/>
            <a:pathLst>
              <a:path w="381000" h="368300">
                <a:moveTo>
                  <a:pt x="151503" y="303754"/>
                </a:moveTo>
                <a:lnTo>
                  <a:pt x="76200" y="368300"/>
                </a:lnTo>
                <a:lnTo>
                  <a:pt x="101600" y="361950"/>
                </a:lnTo>
                <a:lnTo>
                  <a:pt x="101600" y="355600"/>
                </a:lnTo>
                <a:lnTo>
                  <a:pt x="124791" y="348973"/>
                </a:lnTo>
                <a:lnTo>
                  <a:pt x="177800" y="304800"/>
                </a:lnTo>
                <a:lnTo>
                  <a:pt x="152400" y="304800"/>
                </a:lnTo>
                <a:lnTo>
                  <a:pt x="151503" y="303754"/>
                </a:lnTo>
                <a:close/>
              </a:path>
              <a:path w="381000" h="368300">
                <a:moveTo>
                  <a:pt x="112485" y="359228"/>
                </a:moveTo>
                <a:lnTo>
                  <a:pt x="101600" y="361950"/>
                </a:lnTo>
                <a:lnTo>
                  <a:pt x="101600" y="368300"/>
                </a:lnTo>
                <a:lnTo>
                  <a:pt x="112485" y="359228"/>
                </a:lnTo>
                <a:close/>
              </a:path>
              <a:path w="381000" h="368300">
                <a:moveTo>
                  <a:pt x="124791" y="348973"/>
                </a:moveTo>
                <a:lnTo>
                  <a:pt x="101600" y="355600"/>
                </a:lnTo>
                <a:lnTo>
                  <a:pt x="101600" y="361950"/>
                </a:lnTo>
                <a:lnTo>
                  <a:pt x="112485" y="359228"/>
                </a:lnTo>
                <a:lnTo>
                  <a:pt x="124791" y="348973"/>
                </a:lnTo>
                <a:close/>
              </a:path>
              <a:path w="381000" h="368300">
                <a:moveTo>
                  <a:pt x="368300" y="139700"/>
                </a:moveTo>
                <a:lnTo>
                  <a:pt x="335642" y="166914"/>
                </a:lnTo>
                <a:lnTo>
                  <a:pt x="266700" y="304800"/>
                </a:lnTo>
                <a:lnTo>
                  <a:pt x="279400" y="304800"/>
                </a:lnTo>
                <a:lnTo>
                  <a:pt x="124791" y="348973"/>
                </a:lnTo>
                <a:lnTo>
                  <a:pt x="112485" y="359228"/>
                </a:lnTo>
                <a:lnTo>
                  <a:pt x="279400" y="317500"/>
                </a:lnTo>
                <a:lnTo>
                  <a:pt x="368300" y="139700"/>
                </a:lnTo>
                <a:close/>
              </a:path>
              <a:path w="381000" h="368300">
                <a:moveTo>
                  <a:pt x="165100" y="292100"/>
                </a:moveTo>
                <a:lnTo>
                  <a:pt x="151503" y="303754"/>
                </a:lnTo>
                <a:lnTo>
                  <a:pt x="152400" y="304800"/>
                </a:lnTo>
                <a:lnTo>
                  <a:pt x="165100" y="292100"/>
                </a:lnTo>
                <a:close/>
              </a:path>
              <a:path w="381000" h="368300">
                <a:moveTo>
                  <a:pt x="166007" y="292100"/>
                </a:moveTo>
                <a:lnTo>
                  <a:pt x="165100" y="292100"/>
                </a:lnTo>
                <a:lnTo>
                  <a:pt x="152400" y="304800"/>
                </a:lnTo>
                <a:lnTo>
                  <a:pt x="177800" y="304800"/>
                </a:lnTo>
                <a:lnTo>
                  <a:pt x="166007" y="292100"/>
                </a:lnTo>
                <a:close/>
              </a:path>
              <a:path w="381000" h="368300">
                <a:moveTo>
                  <a:pt x="139700" y="0"/>
                </a:moveTo>
                <a:lnTo>
                  <a:pt x="0" y="127000"/>
                </a:lnTo>
                <a:lnTo>
                  <a:pt x="151503" y="303754"/>
                </a:lnTo>
                <a:lnTo>
                  <a:pt x="165100" y="292100"/>
                </a:lnTo>
                <a:lnTo>
                  <a:pt x="166007" y="292100"/>
                </a:lnTo>
                <a:lnTo>
                  <a:pt x="12700" y="127000"/>
                </a:lnTo>
                <a:lnTo>
                  <a:pt x="144724" y="18980"/>
                </a:lnTo>
                <a:lnTo>
                  <a:pt x="139700" y="12700"/>
                </a:lnTo>
                <a:lnTo>
                  <a:pt x="150706" y="12700"/>
                </a:lnTo>
                <a:lnTo>
                  <a:pt x="139700" y="0"/>
                </a:lnTo>
                <a:close/>
              </a:path>
              <a:path w="381000" h="368300">
                <a:moveTo>
                  <a:pt x="151409" y="13510"/>
                </a:moveTo>
                <a:lnTo>
                  <a:pt x="144724" y="18980"/>
                </a:lnTo>
                <a:lnTo>
                  <a:pt x="292100" y="203200"/>
                </a:lnTo>
                <a:lnTo>
                  <a:pt x="307340" y="190500"/>
                </a:lnTo>
                <a:lnTo>
                  <a:pt x="292100" y="190500"/>
                </a:lnTo>
                <a:lnTo>
                  <a:pt x="299386" y="184254"/>
                </a:lnTo>
                <a:lnTo>
                  <a:pt x="151409" y="13510"/>
                </a:lnTo>
                <a:close/>
              </a:path>
              <a:path w="381000" h="368300">
                <a:moveTo>
                  <a:pt x="299386" y="184254"/>
                </a:moveTo>
                <a:lnTo>
                  <a:pt x="292100" y="190500"/>
                </a:lnTo>
                <a:lnTo>
                  <a:pt x="304800" y="190500"/>
                </a:lnTo>
                <a:lnTo>
                  <a:pt x="299386" y="184254"/>
                </a:lnTo>
                <a:close/>
              </a:path>
              <a:path w="381000" h="368300">
                <a:moveTo>
                  <a:pt x="347662" y="142875"/>
                </a:moveTo>
                <a:lnTo>
                  <a:pt x="299386" y="184254"/>
                </a:lnTo>
                <a:lnTo>
                  <a:pt x="304800" y="190500"/>
                </a:lnTo>
                <a:lnTo>
                  <a:pt x="307340" y="190500"/>
                </a:lnTo>
                <a:lnTo>
                  <a:pt x="335642" y="166914"/>
                </a:lnTo>
                <a:lnTo>
                  <a:pt x="347662" y="142875"/>
                </a:lnTo>
                <a:close/>
              </a:path>
              <a:path w="381000" h="368300">
                <a:moveTo>
                  <a:pt x="360484" y="131884"/>
                </a:moveTo>
                <a:lnTo>
                  <a:pt x="347662" y="142875"/>
                </a:lnTo>
                <a:lnTo>
                  <a:pt x="335642" y="166914"/>
                </a:lnTo>
                <a:lnTo>
                  <a:pt x="368300" y="139700"/>
                </a:lnTo>
                <a:lnTo>
                  <a:pt x="360484" y="131884"/>
                </a:lnTo>
                <a:close/>
              </a:path>
              <a:path w="381000" h="368300">
                <a:moveTo>
                  <a:pt x="355600" y="127000"/>
                </a:moveTo>
                <a:lnTo>
                  <a:pt x="347662" y="142875"/>
                </a:lnTo>
                <a:lnTo>
                  <a:pt x="360484" y="131884"/>
                </a:lnTo>
                <a:lnTo>
                  <a:pt x="355600" y="127000"/>
                </a:lnTo>
                <a:close/>
              </a:path>
              <a:path w="381000" h="368300">
                <a:moveTo>
                  <a:pt x="381000" y="114300"/>
                </a:moveTo>
                <a:lnTo>
                  <a:pt x="360484" y="131884"/>
                </a:lnTo>
                <a:lnTo>
                  <a:pt x="368300" y="139700"/>
                </a:lnTo>
                <a:lnTo>
                  <a:pt x="381000" y="114300"/>
                </a:lnTo>
                <a:close/>
              </a:path>
              <a:path w="381000" h="368300">
                <a:moveTo>
                  <a:pt x="150706" y="12700"/>
                </a:moveTo>
                <a:lnTo>
                  <a:pt x="139700" y="12700"/>
                </a:lnTo>
                <a:lnTo>
                  <a:pt x="144724" y="18980"/>
                </a:lnTo>
                <a:lnTo>
                  <a:pt x="151409" y="13510"/>
                </a:lnTo>
                <a:lnTo>
                  <a:pt x="150706" y="12700"/>
                </a:lnTo>
                <a:close/>
              </a:path>
              <a:path w="381000" h="368300">
                <a:moveTo>
                  <a:pt x="152400" y="12700"/>
                </a:moveTo>
                <a:lnTo>
                  <a:pt x="150706" y="12700"/>
                </a:lnTo>
                <a:lnTo>
                  <a:pt x="151409" y="13510"/>
                </a:lnTo>
                <a:lnTo>
                  <a:pt x="152400" y="1270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171700" y="6502400"/>
            <a:ext cx="6550659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701665" algn="l"/>
              </a:tabLst>
            </a:pPr>
            <a:r>
              <a:rPr sz="1400" spc="-90" dirty="0">
                <a:latin typeface="Arial"/>
                <a:cs typeface="Arial"/>
              </a:rPr>
              <a:t>У</a:t>
            </a:r>
            <a:r>
              <a:rPr sz="1400" spc="20" dirty="0">
                <a:latin typeface="Arial"/>
                <a:cs typeface="Arial"/>
              </a:rPr>
              <a:t>ро</a:t>
            </a:r>
            <a:r>
              <a:rPr sz="1400" spc="-45" dirty="0">
                <a:latin typeface="Arial"/>
                <a:cs typeface="Arial"/>
              </a:rPr>
              <a:t>в</a:t>
            </a:r>
            <a:r>
              <a:rPr sz="1400" spc="20" dirty="0">
                <a:latin typeface="Arial"/>
                <a:cs typeface="Arial"/>
              </a:rPr>
              <a:t>е</a:t>
            </a:r>
            <a:r>
              <a:rPr sz="1400" spc="25" dirty="0">
                <a:latin typeface="Arial"/>
                <a:cs typeface="Arial"/>
              </a:rPr>
              <a:t>н</a:t>
            </a:r>
            <a:r>
              <a:rPr sz="1400" dirty="0">
                <a:latin typeface="Arial"/>
                <a:cs typeface="Arial"/>
              </a:rPr>
              <a:t>ь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	</a:t>
            </a:r>
            <a:r>
              <a:rPr sz="1400" spc="-90" dirty="0">
                <a:latin typeface="Arial"/>
                <a:cs typeface="Arial"/>
              </a:rPr>
              <a:t>У</a:t>
            </a:r>
            <a:r>
              <a:rPr sz="1400" spc="20" dirty="0">
                <a:latin typeface="Arial"/>
                <a:cs typeface="Arial"/>
              </a:rPr>
              <a:t>ро</a:t>
            </a:r>
            <a:r>
              <a:rPr sz="1400" spc="-45" dirty="0">
                <a:latin typeface="Arial"/>
                <a:cs typeface="Arial"/>
              </a:rPr>
              <a:t>в</a:t>
            </a:r>
            <a:r>
              <a:rPr sz="1400" spc="20" dirty="0">
                <a:latin typeface="Arial"/>
                <a:cs typeface="Arial"/>
              </a:rPr>
              <a:t>е</a:t>
            </a:r>
            <a:r>
              <a:rPr sz="1400" spc="25" dirty="0">
                <a:latin typeface="Arial"/>
                <a:cs typeface="Arial"/>
              </a:rPr>
              <a:t>н</a:t>
            </a:r>
            <a:r>
              <a:rPr sz="1400" dirty="0">
                <a:latin typeface="Arial"/>
                <a:cs typeface="Arial"/>
              </a:rPr>
              <a:t>ь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092700" y="6489700"/>
            <a:ext cx="8610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90" dirty="0">
                <a:latin typeface="Arial"/>
                <a:cs typeface="Arial"/>
              </a:rPr>
              <a:t>У</a:t>
            </a:r>
            <a:r>
              <a:rPr sz="1400" spc="20" dirty="0">
                <a:latin typeface="Arial"/>
                <a:cs typeface="Arial"/>
              </a:rPr>
              <a:t>ро</a:t>
            </a:r>
            <a:r>
              <a:rPr sz="1400" spc="-45" dirty="0">
                <a:latin typeface="Arial"/>
                <a:cs typeface="Arial"/>
              </a:rPr>
              <a:t>в</a:t>
            </a:r>
            <a:r>
              <a:rPr sz="1400" spc="20" dirty="0">
                <a:latin typeface="Arial"/>
                <a:cs typeface="Arial"/>
              </a:rPr>
              <a:t>е</a:t>
            </a:r>
            <a:r>
              <a:rPr sz="1400" spc="25" dirty="0">
                <a:latin typeface="Arial"/>
                <a:cs typeface="Arial"/>
              </a:rPr>
              <a:t>н</a:t>
            </a:r>
            <a:r>
              <a:rPr sz="1400" dirty="0">
                <a:latin typeface="Arial"/>
                <a:cs typeface="Arial"/>
              </a:rPr>
              <a:t>ь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50900" y="6985000"/>
            <a:ext cx="901319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S.</a:t>
            </a:r>
            <a:r>
              <a:rPr sz="1200" spc="30" dirty="0">
                <a:latin typeface="Arial"/>
                <a:cs typeface="Arial"/>
              </a:rPr>
              <a:t> La</a:t>
            </a:r>
            <a:r>
              <a:rPr sz="1200" spc="-100" dirty="0">
                <a:latin typeface="Arial"/>
                <a:cs typeface="Arial"/>
              </a:rPr>
              <a:t>z</a:t>
            </a:r>
            <a:r>
              <a:rPr sz="1200" spc="30" dirty="0">
                <a:latin typeface="Arial"/>
                <a:cs typeface="Arial"/>
              </a:rPr>
              <a:t>ebni</a:t>
            </a:r>
            <a:r>
              <a:rPr sz="1200" dirty="0">
                <a:latin typeface="Arial"/>
                <a:cs typeface="Arial"/>
              </a:rPr>
              <a:t>k</a:t>
            </a:r>
            <a:r>
              <a:rPr sz="1200" spc="-135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e</a:t>
            </a:r>
            <a:r>
              <a:rPr sz="1200" spc="-35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.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u="heavy" spc="-10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200" spc="30" dirty="0">
                <a:latin typeface="Arial"/>
                <a:cs typeface="Arial"/>
              </a:rPr>
              <a:t>l</a:t>
            </a:r>
            <a:r>
              <a:rPr sz="1200" dirty="0">
                <a:latin typeface="Arial"/>
                <a:cs typeface="Arial"/>
              </a:rPr>
              <a:t>.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b="1" u="heavy" spc="-70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200" b="1" u="heavy" spc="-7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d </a:t>
            </a:r>
            <a:r>
              <a:rPr sz="12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spc="-70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200" b="1" u="heavy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200" b="1" u="heavy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spc="-13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ea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res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200" b="1" u="heavy" spc="-7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ram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hin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200" b="1" u="heavy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spc="-7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ec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ogni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z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g </a:t>
            </a:r>
            <a:r>
              <a:rPr sz="12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spc="-7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ra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ce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200" b="1" u="heavy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spc="-70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go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200" b="1" u="heavy" spc="-3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200" b="1" u="heavy" spc="3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200" b="1" u="heavy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200" b="1" spc="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i="1" spc="30" dirty="0">
                <a:latin typeface="Arial"/>
                <a:cs typeface="Arial"/>
              </a:rPr>
              <a:t>C</a:t>
            </a:r>
            <a:r>
              <a:rPr sz="1200" i="1" dirty="0">
                <a:latin typeface="Arial"/>
                <a:cs typeface="Arial"/>
              </a:rPr>
              <a:t>VPR</a:t>
            </a:r>
            <a:r>
              <a:rPr sz="1200" i="1" spc="-100" dirty="0">
                <a:latin typeface="Arial"/>
                <a:cs typeface="Arial"/>
              </a:rPr>
              <a:t> </a:t>
            </a:r>
            <a:r>
              <a:rPr sz="1200" i="1" spc="30" dirty="0">
                <a:latin typeface="Arial"/>
                <a:cs typeface="Arial"/>
              </a:rPr>
              <a:t>200</a:t>
            </a:r>
            <a:r>
              <a:rPr sz="1200" i="1" dirty="0"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5622" y="131062"/>
            <a:ext cx="1043432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b="1" spc="5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щ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27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-200" dirty="0">
                <a:solidFill>
                  <a:schemeClr val="bg1"/>
                </a:solidFill>
                <a:latin typeface="+mn-lt"/>
              </a:rPr>
              <a:t>х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ма</a:t>
            </a:r>
            <a:r>
              <a:rPr b="1" spc="229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27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95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-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ка</a:t>
            </a:r>
          </a:p>
        </p:txBody>
      </p:sp>
      <p:sp>
        <p:nvSpPr>
          <p:cNvPr id="3" name="object 3"/>
          <p:cNvSpPr/>
          <p:nvPr/>
        </p:nvSpPr>
        <p:spPr>
          <a:xfrm>
            <a:off x="850900" y="1498600"/>
            <a:ext cx="1752600" cy="1219200"/>
          </a:xfrm>
          <a:custGeom>
            <a:avLst/>
            <a:gdLst/>
            <a:ahLst/>
            <a:cxnLst/>
            <a:rect l="l" t="t" r="r" b="b"/>
            <a:pathLst>
              <a:path w="1752600" h="1219200">
                <a:moveTo>
                  <a:pt x="1549400" y="0"/>
                </a:moveTo>
                <a:lnTo>
                  <a:pt x="203200" y="0"/>
                </a:lnTo>
                <a:lnTo>
                  <a:pt x="187972" y="749"/>
                </a:lnTo>
                <a:lnTo>
                  <a:pt x="143052" y="11379"/>
                </a:lnTo>
                <a:lnTo>
                  <a:pt x="100876" y="32981"/>
                </a:lnTo>
                <a:lnTo>
                  <a:pt x="63500" y="63500"/>
                </a:lnTo>
                <a:lnTo>
                  <a:pt x="32981" y="100876"/>
                </a:lnTo>
                <a:lnTo>
                  <a:pt x="11379" y="143052"/>
                </a:lnTo>
                <a:lnTo>
                  <a:pt x="749" y="187972"/>
                </a:lnTo>
                <a:lnTo>
                  <a:pt x="0" y="203200"/>
                </a:lnTo>
                <a:lnTo>
                  <a:pt x="0" y="1016000"/>
                </a:lnTo>
                <a:lnTo>
                  <a:pt x="6515" y="1065506"/>
                </a:lnTo>
                <a:lnTo>
                  <a:pt x="24688" y="1110297"/>
                </a:lnTo>
                <a:lnTo>
                  <a:pt x="52463" y="1149088"/>
                </a:lnTo>
                <a:lnTo>
                  <a:pt x="87782" y="1180591"/>
                </a:lnTo>
                <a:lnTo>
                  <a:pt x="128587" y="1203523"/>
                </a:lnTo>
                <a:lnTo>
                  <a:pt x="172821" y="1216596"/>
                </a:lnTo>
                <a:lnTo>
                  <a:pt x="203200" y="1219200"/>
                </a:lnTo>
                <a:lnTo>
                  <a:pt x="1549400" y="1219200"/>
                </a:lnTo>
                <a:lnTo>
                  <a:pt x="1598906" y="1213413"/>
                </a:lnTo>
                <a:lnTo>
                  <a:pt x="1643697" y="1196911"/>
                </a:lnTo>
                <a:lnTo>
                  <a:pt x="1682488" y="1170979"/>
                </a:lnTo>
                <a:lnTo>
                  <a:pt x="1713992" y="1136903"/>
                </a:lnTo>
                <a:lnTo>
                  <a:pt x="1736923" y="1095970"/>
                </a:lnTo>
                <a:lnTo>
                  <a:pt x="1749996" y="1049464"/>
                </a:lnTo>
                <a:lnTo>
                  <a:pt x="1752600" y="1016000"/>
                </a:lnTo>
                <a:lnTo>
                  <a:pt x="1752600" y="203200"/>
                </a:lnTo>
                <a:lnTo>
                  <a:pt x="1746813" y="157822"/>
                </a:lnTo>
                <a:lnTo>
                  <a:pt x="1730311" y="114503"/>
                </a:lnTo>
                <a:lnTo>
                  <a:pt x="1704379" y="75298"/>
                </a:lnTo>
                <a:lnTo>
                  <a:pt x="1670304" y="42265"/>
                </a:lnTo>
                <a:lnTo>
                  <a:pt x="1629370" y="17462"/>
                </a:lnTo>
                <a:lnTo>
                  <a:pt x="1582864" y="2946"/>
                </a:lnTo>
                <a:lnTo>
                  <a:pt x="15494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1485900"/>
            <a:ext cx="1778000" cy="1244600"/>
          </a:xfrm>
          <a:custGeom>
            <a:avLst/>
            <a:gdLst/>
            <a:ahLst/>
            <a:cxnLst/>
            <a:rect l="l" t="t" r="r" b="b"/>
            <a:pathLst>
              <a:path w="1778000" h="1244600">
                <a:moveTo>
                  <a:pt x="15621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76200" y="635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762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612900" y="1244600"/>
                </a:lnTo>
                <a:lnTo>
                  <a:pt x="1689100" y="1219200"/>
                </a:lnTo>
                <a:lnTo>
                  <a:pt x="190500" y="12192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90500" y="38100"/>
                </a:lnTo>
                <a:lnTo>
                  <a:pt x="177800" y="38100"/>
                </a:lnTo>
                <a:lnTo>
                  <a:pt x="228600" y="25400"/>
                </a:lnTo>
                <a:lnTo>
                  <a:pt x="1651000" y="25400"/>
                </a:lnTo>
                <a:lnTo>
                  <a:pt x="1612900" y="12700"/>
                </a:lnTo>
                <a:lnTo>
                  <a:pt x="1562100" y="0"/>
                </a:lnTo>
                <a:close/>
              </a:path>
              <a:path w="1778000" h="1244600">
                <a:moveTo>
                  <a:pt x="1752600" y="1066800"/>
                </a:moveTo>
                <a:lnTo>
                  <a:pt x="1727200" y="1143000"/>
                </a:lnTo>
                <a:lnTo>
                  <a:pt x="1676400" y="1193800"/>
                </a:lnTo>
                <a:lnTo>
                  <a:pt x="1600200" y="1219200"/>
                </a:lnTo>
                <a:lnTo>
                  <a:pt x="1689100" y="1219200"/>
                </a:lnTo>
                <a:lnTo>
                  <a:pt x="1689100" y="1206500"/>
                </a:lnTo>
                <a:lnTo>
                  <a:pt x="1714500" y="1193800"/>
                </a:lnTo>
                <a:lnTo>
                  <a:pt x="1727200" y="1181100"/>
                </a:lnTo>
                <a:lnTo>
                  <a:pt x="1739900" y="1155700"/>
                </a:lnTo>
                <a:lnTo>
                  <a:pt x="1752600" y="1155700"/>
                </a:lnTo>
                <a:lnTo>
                  <a:pt x="1778000" y="1079500"/>
                </a:lnTo>
                <a:lnTo>
                  <a:pt x="1752600" y="1079500"/>
                </a:lnTo>
                <a:lnTo>
                  <a:pt x="1752600" y="1066800"/>
                </a:lnTo>
                <a:close/>
              </a:path>
              <a:path w="17780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778000" h="1244600">
                <a:moveTo>
                  <a:pt x="1778000" y="177800"/>
                </a:moveTo>
                <a:lnTo>
                  <a:pt x="1752600" y="177800"/>
                </a:lnTo>
                <a:lnTo>
                  <a:pt x="1752600" y="1079500"/>
                </a:lnTo>
                <a:lnTo>
                  <a:pt x="1778000" y="1079500"/>
                </a:lnTo>
                <a:lnTo>
                  <a:pt x="1778000" y="177800"/>
                </a:lnTo>
                <a:close/>
              </a:path>
              <a:path w="17780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778000" h="1244600">
                <a:moveTo>
                  <a:pt x="1651000" y="25400"/>
                </a:moveTo>
                <a:lnTo>
                  <a:pt x="1562100" y="25400"/>
                </a:lnTo>
                <a:lnTo>
                  <a:pt x="1612900" y="38100"/>
                </a:lnTo>
                <a:lnTo>
                  <a:pt x="1600200" y="38100"/>
                </a:lnTo>
                <a:lnTo>
                  <a:pt x="1676400" y="63500"/>
                </a:lnTo>
                <a:lnTo>
                  <a:pt x="1727200" y="114300"/>
                </a:lnTo>
                <a:lnTo>
                  <a:pt x="1752600" y="190500"/>
                </a:lnTo>
                <a:lnTo>
                  <a:pt x="1752600" y="177800"/>
                </a:lnTo>
                <a:lnTo>
                  <a:pt x="1778000" y="177800"/>
                </a:lnTo>
                <a:lnTo>
                  <a:pt x="1752600" y="101600"/>
                </a:lnTo>
                <a:lnTo>
                  <a:pt x="1739900" y="101600"/>
                </a:lnTo>
                <a:lnTo>
                  <a:pt x="1727200" y="76200"/>
                </a:lnTo>
                <a:lnTo>
                  <a:pt x="1727200" y="63500"/>
                </a:lnTo>
                <a:lnTo>
                  <a:pt x="1714500" y="63500"/>
                </a:lnTo>
                <a:lnTo>
                  <a:pt x="1689100" y="38100"/>
                </a:lnTo>
                <a:lnTo>
                  <a:pt x="16510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0600" y="1703171"/>
            <a:ext cx="1468120" cy="82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0160" algn="ctr">
              <a:lnSpc>
                <a:spcPct val="99500"/>
              </a:lnSpc>
            </a:pPr>
            <a:r>
              <a:rPr sz="1800" dirty="0">
                <a:latin typeface="Arial"/>
                <a:cs typeface="Arial"/>
              </a:rPr>
              <a:t>В</a:t>
            </a:r>
            <a:r>
              <a:rPr sz="1800" spc="5" dirty="0">
                <a:latin typeface="Arial"/>
                <a:cs typeface="Arial"/>
              </a:rPr>
              <a:t>ы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м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о 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-35" dirty="0">
                <a:latin typeface="Arial"/>
                <a:cs typeface="Arial"/>
              </a:rPr>
              <a:t>б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5" dirty="0">
                <a:latin typeface="Arial"/>
                <a:cs typeface="Arial"/>
              </a:rPr>
              <a:t>ж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ю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37500" y="1498600"/>
            <a:ext cx="1752600" cy="1219200"/>
          </a:xfrm>
          <a:custGeom>
            <a:avLst/>
            <a:gdLst/>
            <a:ahLst/>
            <a:cxnLst/>
            <a:rect l="l" t="t" r="r" b="b"/>
            <a:pathLst>
              <a:path w="1752600" h="1219200">
                <a:moveTo>
                  <a:pt x="1549400" y="0"/>
                </a:moveTo>
                <a:lnTo>
                  <a:pt x="203200" y="0"/>
                </a:lnTo>
                <a:lnTo>
                  <a:pt x="187972" y="749"/>
                </a:lnTo>
                <a:lnTo>
                  <a:pt x="143052" y="11379"/>
                </a:lnTo>
                <a:lnTo>
                  <a:pt x="100876" y="32981"/>
                </a:lnTo>
                <a:lnTo>
                  <a:pt x="63500" y="63500"/>
                </a:lnTo>
                <a:lnTo>
                  <a:pt x="32981" y="100876"/>
                </a:lnTo>
                <a:lnTo>
                  <a:pt x="11379" y="143052"/>
                </a:lnTo>
                <a:lnTo>
                  <a:pt x="749" y="187972"/>
                </a:lnTo>
                <a:lnTo>
                  <a:pt x="0" y="203200"/>
                </a:lnTo>
                <a:lnTo>
                  <a:pt x="0" y="1016000"/>
                </a:lnTo>
                <a:lnTo>
                  <a:pt x="6515" y="1065506"/>
                </a:lnTo>
                <a:lnTo>
                  <a:pt x="24688" y="1110297"/>
                </a:lnTo>
                <a:lnTo>
                  <a:pt x="52463" y="1149088"/>
                </a:lnTo>
                <a:lnTo>
                  <a:pt x="87782" y="1180591"/>
                </a:lnTo>
                <a:lnTo>
                  <a:pt x="128587" y="1203523"/>
                </a:lnTo>
                <a:lnTo>
                  <a:pt x="172821" y="1216596"/>
                </a:lnTo>
                <a:lnTo>
                  <a:pt x="203200" y="1219200"/>
                </a:lnTo>
                <a:lnTo>
                  <a:pt x="1549400" y="1219200"/>
                </a:lnTo>
                <a:lnTo>
                  <a:pt x="1598906" y="1213413"/>
                </a:lnTo>
                <a:lnTo>
                  <a:pt x="1643697" y="1196911"/>
                </a:lnTo>
                <a:lnTo>
                  <a:pt x="1682488" y="1170979"/>
                </a:lnTo>
                <a:lnTo>
                  <a:pt x="1713992" y="1136903"/>
                </a:lnTo>
                <a:lnTo>
                  <a:pt x="1736923" y="1095970"/>
                </a:lnTo>
                <a:lnTo>
                  <a:pt x="1749996" y="1049464"/>
                </a:lnTo>
                <a:lnTo>
                  <a:pt x="1752600" y="1016000"/>
                </a:lnTo>
                <a:lnTo>
                  <a:pt x="1752600" y="203200"/>
                </a:lnTo>
                <a:lnTo>
                  <a:pt x="1746813" y="157822"/>
                </a:lnTo>
                <a:lnTo>
                  <a:pt x="1730311" y="114503"/>
                </a:lnTo>
                <a:lnTo>
                  <a:pt x="1704379" y="75298"/>
                </a:lnTo>
                <a:lnTo>
                  <a:pt x="1670304" y="42265"/>
                </a:lnTo>
                <a:lnTo>
                  <a:pt x="1629370" y="17462"/>
                </a:lnTo>
                <a:lnTo>
                  <a:pt x="1582864" y="2946"/>
                </a:lnTo>
                <a:lnTo>
                  <a:pt x="15494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4800" y="1485900"/>
            <a:ext cx="1778000" cy="1244600"/>
          </a:xfrm>
          <a:custGeom>
            <a:avLst/>
            <a:gdLst/>
            <a:ahLst/>
            <a:cxnLst/>
            <a:rect l="l" t="t" r="r" b="b"/>
            <a:pathLst>
              <a:path w="1778000" h="1244600">
                <a:moveTo>
                  <a:pt x="15621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76200" y="635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762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612900" y="1244600"/>
                </a:lnTo>
                <a:lnTo>
                  <a:pt x="1689100" y="1219200"/>
                </a:lnTo>
                <a:lnTo>
                  <a:pt x="190500" y="12192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90500" y="38100"/>
                </a:lnTo>
                <a:lnTo>
                  <a:pt x="177800" y="38100"/>
                </a:lnTo>
                <a:lnTo>
                  <a:pt x="228600" y="25400"/>
                </a:lnTo>
                <a:lnTo>
                  <a:pt x="1651000" y="25400"/>
                </a:lnTo>
                <a:lnTo>
                  <a:pt x="1612900" y="12700"/>
                </a:lnTo>
                <a:lnTo>
                  <a:pt x="1562100" y="0"/>
                </a:lnTo>
                <a:close/>
              </a:path>
              <a:path w="1778000" h="1244600">
                <a:moveTo>
                  <a:pt x="1752600" y="1066800"/>
                </a:moveTo>
                <a:lnTo>
                  <a:pt x="1727200" y="1143000"/>
                </a:lnTo>
                <a:lnTo>
                  <a:pt x="1676400" y="1193800"/>
                </a:lnTo>
                <a:lnTo>
                  <a:pt x="1600200" y="1219200"/>
                </a:lnTo>
                <a:lnTo>
                  <a:pt x="1689100" y="1219200"/>
                </a:lnTo>
                <a:lnTo>
                  <a:pt x="1689100" y="1206500"/>
                </a:lnTo>
                <a:lnTo>
                  <a:pt x="1714500" y="1193800"/>
                </a:lnTo>
                <a:lnTo>
                  <a:pt x="1727200" y="1181100"/>
                </a:lnTo>
                <a:lnTo>
                  <a:pt x="1739900" y="1155700"/>
                </a:lnTo>
                <a:lnTo>
                  <a:pt x="1752600" y="1155700"/>
                </a:lnTo>
                <a:lnTo>
                  <a:pt x="1778000" y="1079500"/>
                </a:lnTo>
                <a:lnTo>
                  <a:pt x="1752600" y="1079500"/>
                </a:lnTo>
                <a:lnTo>
                  <a:pt x="1752600" y="1066800"/>
                </a:lnTo>
                <a:close/>
              </a:path>
              <a:path w="17780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778000" h="1244600">
                <a:moveTo>
                  <a:pt x="1778000" y="177800"/>
                </a:moveTo>
                <a:lnTo>
                  <a:pt x="1752600" y="177800"/>
                </a:lnTo>
                <a:lnTo>
                  <a:pt x="1752600" y="1079500"/>
                </a:lnTo>
                <a:lnTo>
                  <a:pt x="1778000" y="1079500"/>
                </a:lnTo>
                <a:lnTo>
                  <a:pt x="1778000" y="177800"/>
                </a:lnTo>
                <a:close/>
              </a:path>
              <a:path w="17780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778000" h="1244600">
                <a:moveTo>
                  <a:pt x="1651000" y="25400"/>
                </a:moveTo>
                <a:lnTo>
                  <a:pt x="1562100" y="25400"/>
                </a:lnTo>
                <a:lnTo>
                  <a:pt x="1612900" y="38100"/>
                </a:lnTo>
                <a:lnTo>
                  <a:pt x="1600200" y="38100"/>
                </a:lnTo>
                <a:lnTo>
                  <a:pt x="1676400" y="63500"/>
                </a:lnTo>
                <a:lnTo>
                  <a:pt x="1727200" y="114300"/>
                </a:lnTo>
                <a:lnTo>
                  <a:pt x="1752600" y="190500"/>
                </a:lnTo>
                <a:lnTo>
                  <a:pt x="1752600" y="177800"/>
                </a:lnTo>
                <a:lnTo>
                  <a:pt x="1778000" y="177800"/>
                </a:lnTo>
                <a:lnTo>
                  <a:pt x="1752600" y="101600"/>
                </a:lnTo>
                <a:lnTo>
                  <a:pt x="1739900" y="101600"/>
                </a:lnTo>
                <a:lnTo>
                  <a:pt x="1727200" y="76200"/>
                </a:lnTo>
                <a:lnTo>
                  <a:pt x="1727200" y="63500"/>
                </a:lnTo>
                <a:lnTo>
                  <a:pt x="1714500" y="63500"/>
                </a:lnTo>
                <a:lnTo>
                  <a:pt x="1689100" y="38100"/>
                </a:lnTo>
                <a:lnTo>
                  <a:pt x="16510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91500" y="1844039"/>
            <a:ext cx="125031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 marR="6350" indent="-127000">
              <a:lnSpc>
                <a:spcPts val="2100"/>
              </a:lnSpc>
            </a:pPr>
            <a:r>
              <a:rPr sz="1800" spc="-100" dirty="0">
                <a:latin typeface="Arial"/>
                <a:cs typeface="Arial"/>
              </a:rPr>
              <a:t>А</a:t>
            </a:r>
            <a:r>
              <a:rPr sz="1800" spc="40" dirty="0">
                <a:latin typeface="Arial"/>
                <a:cs typeface="Arial"/>
              </a:rPr>
              <a:t>г</a:t>
            </a:r>
            <a:r>
              <a:rPr sz="1800" dirty="0">
                <a:latin typeface="Arial"/>
                <a:cs typeface="Arial"/>
              </a:rPr>
              <a:t>ре</a:t>
            </a:r>
            <a:r>
              <a:rPr sz="1800" spc="40" dirty="0">
                <a:latin typeface="Arial"/>
                <a:cs typeface="Arial"/>
              </a:rPr>
              <a:t>г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руем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и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89300" y="1498600"/>
            <a:ext cx="1600200" cy="1219200"/>
          </a:xfrm>
          <a:custGeom>
            <a:avLst/>
            <a:gdLst/>
            <a:ahLst/>
            <a:cxnLst/>
            <a:rect l="l" t="t" r="r" b="b"/>
            <a:pathLst>
              <a:path w="1600200" h="1219200">
                <a:moveTo>
                  <a:pt x="1397000" y="0"/>
                </a:moveTo>
                <a:lnTo>
                  <a:pt x="203200" y="0"/>
                </a:lnTo>
                <a:lnTo>
                  <a:pt x="187972" y="749"/>
                </a:lnTo>
                <a:lnTo>
                  <a:pt x="143052" y="11379"/>
                </a:lnTo>
                <a:lnTo>
                  <a:pt x="100876" y="32981"/>
                </a:lnTo>
                <a:lnTo>
                  <a:pt x="63500" y="63500"/>
                </a:lnTo>
                <a:lnTo>
                  <a:pt x="32981" y="100876"/>
                </a:lnTo>
                <a:lnTo>
                  <a:pt x="11379" y="143052"/>
                </a:lnTo>
                <a:lnTo>
                  <a:pt x="749" y="187972"/>
                </a:lnTo>
                <a:lnTo>
                  <a:pt x="0" y="203200"/>
                </a:lnTo>
                <a:lnTo>
                  <a:pt x="0" y="1016000"/>
                </a:lnTo>
                <a:lnTo>
                  <a:pt x="6515" y="1065506"/>
                </a:lnTo>
                <a:lnTo>
                  <a:pt x="24688" y="1110297"/>
                </a:lnTo>
                <a:lnTo>
                  <a:pt x="52463" y="1149088"/>
                </a:lnTo>
                <a:lnTo>
                  <a:pt x="87782" y="1180591"/>
                </a:lnTo>
                <a:lnTo>
                  <a:pt x="128587" y="1203523"/>
                </a:lnTo>
                <a:lnTo>
                  <a:pt x="172821" y="1216596"/>
                </a:lnTo>
                <a:lnTo>
                  <a:pt x="203200" y="1219200"/>
                </a:lnTo>
                <a:lnTo>
                  <a:pt x="1397000" y="1219200"/>
                </a:lnTo>
                <a:lnTo>
                  <a:pt x="1446506" y="1213413"/>
                </a:lnTo>
                <a:lnTo>
                  <a:pt x="1491297" y="1196911"/>
                </a:lnTo>
                <a:lnTo>
                  <a:pt x="1530088" y="1170979"/>
                </a:lnTo>
                <a:lnTo>
                  <a:pt x="1561592" y="1136903"/>
                </a:lnTo>
                <a:lnTo>
                  <a:pt x="1584523" y="1095970"/>
                </a:lnTo>
                <a:lnTo>
                  <a:pt x="1597596" y="1049464"/>
                </a:lnTo>
                <a:lnTo>
                  <a:pt x="1600200" y="1016000"/>
                </a:lnTo>
                <a:lnTo>
                  <a:pt x="1600200" y="203200"/>
                </a:lnTo>
                <a:lnTo>
                  <a:pt x="1594413" y="157822"/>
                </a:lnTo>
                <a:lnTo>
                  <a:pt x="1577911" y="114503"/>
                </a:lnTo>
                <a:lnTo>
                  <a:pt x="1551979" y="75298"/>
                </a:lnTo>
                <a:lnTo>
                  <a:pt x="1517903" y="42265"/>
                </a:lnTo>
                <a:lnTo>
                  <a:pt x="1476970" y="17462"/>
                </a:lnTo>
                <a:lnTo>
                  <a:pt x="1430464" y="2946"/>
                </a:lnTo>
                <a:lnTo>
                  <a:pt x="13970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76600" y="1485900"/>
            <a:ext cx="1625600" cy="1244600"/>
          </a:xfrm>
          <a:custGeom>
            <a:avLst/>
            <a:gdLst/>
            <a:ahLst/>
            <a:cxnLst/>
            <a:rect l="l" t="t" r="r" b="b"/>
            <a:pathLst>
              <a:path w="1625600" h="1244600">
                <a:moveTo>
                  <a:pt x="14097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76200" y="635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762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460500" y="1244600"/>
                </a:lnTo>
                <a:lnTo>
                  <a:pt x="1536700" y="1219200"/>
                </a:lnTo>
                <a:lnTo>
                  <a:pt x="190500" y="12192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90500" y="38100"/>
                </a:lnTo>
                <a:lnTo>
                  <a:pt x="177800" y="38100"/>
                </a:lnTo>
                <a:lnTo>
                  <a:pt x="228600" y="25400"/>
                </a:lnTo>
                <a:lnTo>
                  <a:pt x="1498600" y="25400"/>
                </a:lnTo>
                <a:lnTo>
                  <a:pt x="1460500" y="12700"/>
                </a:lnTo>
                <a:lnTo>
                  <a:pt x="1409700" y="0"/>
                </a:lnTo>
                <a:close/>
              </a:path>
              <a:path w="1625600" h="1244600">
                <a:moveTo>
                  <a:pt x="1600200" y="1066800"/>
                </a:moveTo>
                <a:lnTo>
                  <a:pt x="1574800" y="1143000"/>
                </a:lnTo>
                <a:lnTo>
                  <a:pt x="1524000" y="1193800"/>
                </a:lnTo>
                <a:lnTo>
                  <a:pt x="1447800" y="1219200"/>
                </a:lnTo>
                <a:lnTo>
                  <a:pt x="1536700" y="1219200"/>
                </a:lnTo>
                <a:lnTo>
                  <a:pt x="1536700" y="1206500"/>
                </a:lnTo>
                <a:lnTo>
                  <a:pt x="1562100" y="1193800"/>
                </a:lnTo>
                <a:lnTo>
                  <a:pt x="1574800" y="1181100"/>
                </a:lnTo>
                <a:lnTo>
                  <a:pt x="1587500" y="1155700"/>
                </a:lnTo>
                <a:lnTo>
                  <a:pt x="1600200" y="1155700"/>
                </a:lnTo>
                <a:lnTo>
                  <a:pt x="1625600" y="1079500"/>
                </a:lnTo>
                <a:lnTo>
                  <a:pt x="1600200" y="1079500"/>
                </a:lnTo>
                <a:lnTo>
                  <a:pt x="1600200" y="1066800"/>
                </a:lnTo>
                <a:close/>
              </a:path>
              <a:path w="16256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625600" h="1244600">
                <a:moveTo>
                  <a:pt x="1625600" y="177800"/>
                </a:moveTo>
                <a:lnTo>
                  <a:pt x="1600200" y="177800"/>
                </a:lnTo>
                <a:lnTo>
                  <a:pt x="1600200" y="1079500"/>
                </a:lnTo>
                <a:lnTo>
                  <a:pt x="1625600" y="1079500"/>
                </a:lnTo>
                <a:lnTo>
                  <a:pt x="1625600" y="177800"/>
                </a:lnTo>
                <a:close/>
              </a:path>
              <a:path w="16256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625600" h="1244600">
                <a:moveTo>
                  <a:pt x="1498600" y="25400"/>
                </a:moveTo>
                <a:lnTo>
                  <a:pt x="1409700" y="25400"/>
                </a:lnTo>
                <a:lnTo>
                  <a:pt x="1460500" y="38100"/>
                </a:lnTo>
                <a:lnTo>
                  <a:pt x="1447800" y="38100"/>
                </a:lnTo>
                <a:lnTo>
                  <a:pt x="1524000" y="63500"/>
                </a:lnTo>
                <a:lnTo>
                  <a:pt x="1574800" y="114300"/>
                </a:lnTo>
                <a:lnTo>
                  <a:pt x="1600200" y="190500"/>
                </a:lnTo>
                <a:lnTo>
                  <a:pt x="1600200" y="177800"/>
                </a:lnTo>
                <a:lnTo>
                  <a:pt x="1625600" y="177800"/>
                </a:lnTo>
                <a:lnTo>
                  <a:pt x="1600200" y="101600"/>
                </a:lnTo>
                <a:lnTo>
                  <a:pt x="1587500" y="101600"/>
                </a:lnTo>
                <a:lnTo>
                  <a:pt x="1574800" y="76200"/>
                </a:lnTo>
                <a:lnTo>
                  <a:pt x="1574800" y="63500"/>
                </a:lnTo>
                <a:lnTo>
                  <a:pt x="1562100" y="63500"/>
                </a:lnTo>
                <a:lnTo>
                  <a:pt x="1536700" y="38100"/>
                </a:lnTo>
                <a:lnTo>
                  <a:pt x="14986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68700" y="1844039"/>
            <a:ext cx="103378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6350" indent="-25400">
              <a:lnSpc>
                <a:spcPts val="2100"/>
              </a:lnSpc>
            </a:pPr>
            <a:r>
              <a:rPr sz="1800" spc="-50" dirty="0">
                <a:latin typeface="Arial"/>
                <a:cs typeface="Arial"/>
              </a:rPr>
              <a:t>К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уем 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р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10" dirty="0">
                <a:latin typeface="Arial"/>
                <a:cs typeface="Arial"/>
              </a:rPr>
              <a:t>к</a:t>
            </a:r>
            <a:r>
              <a:rPr sz="1800" dirty="0">
                <a:latin typeface="Arial"/>
                <a:cs typeface="Arial"/>
              </a:rPr>
              <a:t>и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79700" y="19558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304800" y="0"/>
                </a:moveTo>
                <a:lnTo>
                  <a:pt x="3048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04800" y="228600"/>
                </a:lnTo>
                <a:lnTo>
                  <a:pt x="304800" y="304800"/>
                </a:lnTo>
                <a:lnTo>
                  <a:pt x="457200" y="152400"/>
                </a:lnTo>
                <a:lnTo>
                  <a:pt x="3048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67000" y="1930400"/>
            <a:ext cx="495300" cy="368300"/>
          </a:xfrm>
          <a:custGeom>
            <a:avLst/>
            <a:gdLst/>
            <a:ahLst/>
            <a:cxnLst/>
            <a:rect l="l" t="t" r="r" b="b"/>
            <a:pathLst>
              <a:path w="495300" h="368300">
                <a:moveTo>
                  <a:pt x="304800" y="254000"/>
                </a:moveTo>
                <a:lnTo>
                  <a:pt x="304800" y="368300"/>
                </a:lnTo>
                <a:lnTo>
                  <a:pt x="342900" y="330200"/>
                </a:lnTo>
                <a:lnTo>
                  <a:pt x="317500" y="330200"/>
                </a:lnTo>
                <a:lnTo>
                  <a:pt x="330200" y="317500"/>
                </a:lnTo>
                <a:lnTo>
                  <a:pt x="330200" y="266700"/>
                </a:lnTo>
                <a:lnTo>
                  <a:pt x="317500" y="266700"/>
                </a:lnTo>
                <a:lnTo>
                  <a:pt x="304800" y="254000"/>
                </a:lnTo>
                <a:close/>
              </a:path>
              <a:path w="495300" h="368300">
                <a:moveTo>
                  <a:pt x="330200" y="317500"/>
                </a:moveTo>
                <a:lnTo>
                  <a:pt x="317500" y="330200"/>
                </a:lnTo>
                <a:lnTo>
                  <a:pt x="330200" y="330200"/>
                </a:lnTo>
                <a:lnTo>
                  <a:pt x="330200" y="317500"/>
                </a:lnTo>
                <a:close/>
              </a:path>
              <a:path w="495300" h="368300">
                <a:moveTo>
                  <a:pt x="463550" y="184150"/>
                </a:moveTo>
                <a:lnTo>
                  <a:pt x="330200" y="317500"/>
                </a:lnTo>
                <a:lnTo>
                  <a:pt x="330200" y="330200"/>
                </a:lnTo>
                <a:lnTo>
                  <a:pt x="342900" y="330200"/>
                </a:lnTo>
                <a:lnTo>
                  <a:pt x="482600" y="190500"/>
                </a:lnTo>
                <a:lnTo>
                  <a:pt x="469900" y="190500"/>
                </a:lnTo>
                <a:lnTo>
                  <a:pt x="463550" y="184150"/>
                </a:lnTo>
                <a:close/>
              </a:path>
              <a:path w="495300" h="368300">
                <a:moveTo>
                  <a:pt x="3048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04800" y="266700"/>
                </a:lnTo>
                <a:lnTo>
                  <a:pt x="3048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04800" y="101600"/>
                </a:lnTo>
                <a:lnTo>
                  <a:pt x="304800" y="88900"/>
                </a:lnTo>
                <a:close/>
              </a:path>
              <a:path w="495300" h="368300">
                <a:moveTo>
                  <a:pt x="3302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04800" y="254000"/>
                </a:lnTo>
                <a:lnTo>
                  <a:pt x="317500" y="266700"/>
                </a:lnTo>
                <a:lnTo>
                  <a:pt x="330200" y="266700"/>
                </a:lnTo>
                <a:lnTo>
                  <a:pt x="330200" y="241300"/>
                </a:lnTo>
                <a:close/>
              </a:path>
              <a:path w="4953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495300" h="368300">
                <a:moveTo>
                  <a:pt x="469900" y="177800"/>
                </a:moveTo>
                <a:lnTo>
                  <a:pt x="463550" y="184150"/>
                </a:lnTo>
                <a:lnTo>
                  <a:pt x="469900" y="190500"/>
                </a:lnTo>
                <a:lnTo>
                  <a:pt x="469900" y="177800"/>
                </a:lnTo>
                <a:close/>
              </a:path>
              <a:path w="495300" h="368300">
                <a:moveTo>
                  <a:pt x="495300" y="177800"/>
                </a:moveTo>
                <a:lnTo>
                  <a:pt x="469900" y="177800"/>
                </a:lnTo>
                <a:lnTo>
                  <a:pt x="469900" y="190500"/>
                </a:lnTo>
                <a:lnTo>
                  <a:pt x="482600" y="190500"/>
                </a:lnTo>
                <a:lnTo>
                  <a:pt x="495300" y="177800"/>
                </a:lnTo>
                <a:close/>
              </a:path>
              <a:path w="495300" h="368300">
                <a:moveTo>
                  <a:pt x="332014" y="25400"/>
                </a:moveTo>
                <a:lnTo>
                  <a:pt x="330200" y="25400"/>
                </a:lnTo>
                <a:lnTo>
                  <a:pt x="330200" y="50800"/>
                </a:lnTo>
                <a:lnTo>
                  <a:pt x="463550" y="184150"/>
                </a:lnTo>
                <a:lnTo>
                  <a:pt x="469900" y="177800"/>
                </a:lnTo>
                <a:lnTo>
                  <a:pt x="495300" y="177800"/>
                </a:lnTo>
                <a:lnTo>
                  <a:pt x="332014" y="25400"/>
                </a:lnTo>
                <a:close/>
              </a:path>
              <a:path w="4953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495300" h="368300">
                <a:moveTo>
                  <a:pt x="330200" y="88900"/>
                </a:moveTo>
                <a:lnTo>
                  <a:pt x="317500" y="88900"/>
                </a:lnTo>
                <a:lnTo>
                  <a:pt x="3048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330200" y="114300"/>
                </a:lnTo>
                <a:lnTo>
                  <a:pt x="330200" y="88900"/>
                </a:lnTo>
                <a:close/>
              </a:path>
              <a:path w="495300" h="368300">
                <a:moveTo>
                  <a:pt x="304800" y="0"/>
                </a:moveTo>
                <a:lnTo>
                  <a:pt x="304800" y="101600"/>
                </a:lnTo>
                <a:lnTo>
                  <a:pt x="317500" y="88900"/>
                </a:lnTo>
                <a:lnTo>
                  <a:pt x="330200" y="88900"/>
                </a:lnTo>
                <a:lnTo>
                  <a:pt x="330200" y="50800"/>
                </a:lnTo>
                <a:lnTo>
                  <a:pt x="317500" y="38100"/>
                </a:lnTo>
                <a:lnTo>
                  <a:pt x="330200" y="25400"/>
                </a:lnTo>
                <a:lnTo>
                  <a:pt x="332014" y="25400"/>
                </a:lnTo>
                <a:lnTo>
                  <a:pt x="304800" y="0"/>
                </a:lnTo>
                <a:close/>
              </a:path>
              <a:path w="495300" h="368300">
                <a:moveTo>
                  <a:pt x="330200" y="25400"/>
                </a:moveTo>
                <a:lnTo>
                  <a:pt x="317500" y="38100"/>
                </a:lnTo>
                <a:lnTo>
                  <a:pt x="330200" y="50800"/>
                </a:lnTo>
                <a:lnTo>
                  <a:pt x="3302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1900" y="19558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304800" y="0"/>
                </a:moveTo>
                <a:lnTo>
                  <a:pt x="3048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04800" y="228600"/>
                </a:lnTo>
                <a:lnTo>
                  <a:pt x="304800" y="304800"/>
                </a:lnTo>
                <a:lnTo>
                  <a:pt x="457200" y="152400"/>
                </a:lnTo>
                <a:lnTo>
                  <a:pt x="3048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29200" y="1930400"/>
            <a:ext cx="495300" cy="368300"/>
          </a:xfrm>
          <a:custGeom>
            <a:avLst/>
            <a:gdLst/>
            <a:ahLst/>
            <a:cxnLst/>
            <a:rect l="l" t="t" r="r" b="b"/>
            <a:pathLst>
              <a:path w="495300" h="368300">
                <a:moveTo>
                  <a:pt x="304800" y="254000"/>
                </a:moveTo>
                <a:lnTo>
                  <a:pt x="304800" y="368300"/>
                </a:lnTo>
                <a:lnTo>
                  <a:pt x="342900" y="330200"/>
                </a:lnTo>
                <a:lnTo>
                  <a:pt x="317500" y="330200"/>
                </a:lnTo>
                <a:lnTo>
                  <a:pt x="330200" y="317500"/>
                </a:lnTo>
                <a:lnTo>
                  <a:pt x="330200" y="266700"/>
                </a:lnTo>
                <a:lnTo>
                  <a:pt x="317500" y="266700"/>
                </a:lnTo>
                <a:lnTo>
                  <a:pt x="304800" y="254000"/>
                </a:lnTo>
                <a:close/>
              </a:path>
              <a:path w="495300" h="368300">
                <a:moveTo>
                  <a:pt x="330200" y="317500"/>
                </a:moveTo>
                <a:lnTo>
                  <a:pt x="317500" y="330200"/>
                </a:lnTo>
                <a:lnTo>
                  <a:pt x="330200" y="330200"/>
                </a:lnTo>
                <a:lnTo>
                  <a:pt x="330200" y="317500"/>
                </a:lnTo>
                <a:close/>
              </a:path>
              <a:path w="495300" h="368300">
                <a:moveTo>
                  <a:pt x="463550" y="184150"/>
                </a:moveTo>
                <a:lnTo>
                  <a:pt x="330200" y="317500"/>
                </a:lnTo>
                <a:lnTo>
                  <a:pt x="330200" y="330200"/>
                </a:lnTo>
                <a:lnTo>
                  <a:pt x="342900" y="330200"/>
                </a:lnTo>
                <a:lnTo>
                  <a:pt x="482600" y="190500"/>
                </a:lnTo>
                <a:lnTo>
                  <a:pt x="469900" y="190500"/>
                </a:lnTo>
                <a:lnTo>
                  <a:pt x="463550" y="184150"/>
                </a:lnTo>
                <a:close/>
              </a:path>
              <a:path w="495300" h="368300">
                <a:moveTo>
                  <a:pt x="3048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04800" y="266700"/>
                </a:lnTo>
                <a:lnTo>
                  <a:pt x="3048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04800" y="101600"/>
                </a:lnTo>
                <a:lnTo>
                  <a:pt x="304800" y="88900"/>
                </a:lnTo>
                <a:close/>
              </a:path>
              <a:path w="495300" h="368300">
                <a:moveTo>
                  <a:pt x="3302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04800" y="254000"/>
                </a:lnTo>
                <a:lnTo>
                  <a:pt x="317500" y="266700"/>
                </a:lnTo>
                <a:lnTo>
                  <a:pt x="330200" y="266700"/>
                </a:lnTo>
                <a:lnTo>
                  <a:pt x="330200" y="241300"/>
                </a:lnTo>
                <a:close/>
              </a:path>
              <a:path w="4953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495300" h="368300">
                <a:moveTo>
                  <a:pt x="469900" y="177800"/>
                </a:moveTo>
                <a:lnTo>
                  <a:pt x="463550" y="184150"/>
                </a:lnTo>
                <a:lnTo>
                  <a:pt x="469900" y="190500"/>
                </a:lnTo>
                <a:lnTo>
                  <a:pt x="469900" y="177800"/>
                </a:lnTo>
                <a:close/>
              </a:path>
              <a:path w="495300" h="368300">
                <a:moveTo>
                  <a:pt x="495300" y="177800"/>
                </a:moveTo>
                <a:lnTo>
                  <a:pt x="469900" y="177800"/>
                </a:lnTo>
                <a:lnTo>
                  <a:pt x="469900" y="190500"/>
                </a:lnTo>
                <a:lnTo>
                  <a:pt x="482600" y="190500"/>
                </a:lnTo>
                <a:lnTo>
                  <a:pt x="495300" y="177800"/>
                </a:lnTo>
                <a:close/>
              </a:path>
              <a:path w="495300" h="368300">
                <a:moveTo>
                  <a:pt x="332014" y="25400"/>
                </a:moveTo>
                <a:lnTo>
                  <a:pt x="330200" y="25400"/>
                </a:lnTo>
                <a:lnTo>
                  <a:pt x="330200" y="50800"/>
                </a:lnTo>
                <a:lnTo>
                  <a:pt x="463550" y="184150"/>
                </a:lnTo>
                <a:lnTo>
                  <a:pt x="469900" y="177800"/>
                </a:lnTo>
                <a:lnTo>
                  <a:pt x="495300" y="177800"/>
                </a:lnTo>
                <a:lnTo>
                  <a:pt x="332014" y="25400"/>
                </a:lnTo>
                <a:close/>
              </a:path>
              <a:path w="4953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495300" h="368300">
                <a:moveTo>
                  <a:pt x="330200" y="88900"/>
                </a:moveTo>
                <a:lnTo>
                  <a:pt x="317500" y="88900"/>
                </a:lnTo>
                <a:lnTo>
                  <a:pt x="3048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330200" y="114300"/>
                </a:lnTo>
                <a:lnTo>
                  <a:pt x="330200" y="88900"/>
                </a:lnTo>
                <a:close/>
              </a:path>
              <a:path w="495300" h="368300">
                <a:moveTo>
                  <a:pt x="304800" y="0"/>
                </a:moveTo>
                <a:lnTo>
                  <a:pt x="304800" y="101600"/>
                </a:lnTo>
                <a:lnTo>
                  <a:pt x="317500" y="88900"/>
                </a:lnTo>
                <a:lnTo>
                  <a:pt x="330200" y="88900"/>
                </a:lnTo>
                <a:lnTo>
                  <a:pt x="330200" y="50800"/>
                </a:lnTo>
                <a:lnTo>
                  <a:pt x="317500" y="38100"/>
                </a:lnTo>
                <a:lnTo>
                  <a:pt x="330200" y="25400"/>
                </a:lnTo>
                <a:lnTo>
                  <a:pt x="332014" y="25400"/>
                </a:lnTo>
                <a:lnTo>
                  <a:pt x="304800" y="0"/>
                </a:lnTo>
                <a:close/>
              </a:path>
              <a:path w="495300" h="368300">
                <a:moveTo>
                  <a:pt x="330200" y="25400"/>
                </a:moveTo>
                <a:lnTo>
                  <a:pt x="317500" y="38100"/>
                </a:lnTo>
                <a:lnTo>
                  <a:pt x="330200" y="50800"/>
                </a:lnTo>
                <a:lnTo>
                  <a:pt x="3302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75300" y="1498600"/>
            <a:ext cx="1752600" cy="1219200"/>
          </a:xfrm>
          <a:custGeom>
            <a:avLst/>
            <a:gdLst/>
            <a:ahLst/>
            <a:cxnLst/>
            <a:rect l="l" t="t" r="r" b="b"/>
            <a:pathLst>
              <a:path w="1752600" h="1219200">
                <a:moveTo>
                  <a:pt x="1549400" y="0"/>
                </a:moveTo>
                <a:lnTo>
                  <a:pt x="203200" y="0"/>
                </a:lnTo>
                <a:lnTo>
                  <a:pt x="187972" y="749"/>
                </a:lnTo>
                <a:lnTo>
                  <a:pt x="143052" y="11379"/>
                </a:lnTo>
                <a:lnTo>
                  <a:pt x="100876" y="32981"/>
                </a:lnTo>
                <a:lnTo>
                  <a:pt x="63500" y="63500"/>
                </a:lnTo>
                <a:lnTo>
                  <a:pt x="32981" y="100876"/>
                </a:lnTo>
                <a:lnTo>
                  <a:pt x="11379" y="143052"/>
                </a:lnTo>
                <a:lnTo>
                  <a:pt x="749" y="187972"/>
                </a:lnTo>
                <a:lnTo>
                  <a:pt x="0" y="203200"/>
                </a:lnTo>
                <a:lnTo>
                  <a:pt x="0" y="1016000"/>
                </a:lnTo>
                <a:lnTo>
                  <a:pt x="6515" y="1065506"/>
                </a:lnTo>
                <a:lnTo>
                  <a:pt x="24688" y="1110297"/>
                </a:lnTo>
                <a:lnTo>
                  <a:pt x="52463" y="1149088"/>
                </a:lnTo>
                <a:lnTo>
                  <a:pt x="87782" y="1180591"/>
                </a:lnTo>
                <a:lnTo>
                  <a:pt x="128587" y="1203523"/>
                </a:lnTo>
                <a:lnTo>
                  <a:pt x="172821" y="1216596"/>
                </a:lnTo>
                <a:lnTo>
                  <a:pt x="203200" y="1219200"/>
                </a:lnTo>
                <a:lnTo>
                  <a:pt x="1549400" y="1219200"/>
                </a:lnTo>
                <a:lnTo>
                  <a:pt x="1598906" y="1213413"/>
                </a:lnTo>
                <a:lnTo>
                  <a:pt x="1643697" y="1196911"/>
                </a:lnTo>
                <a:lnTo>
                  <a:pt x="1682488" y="1170979"/>
                </a:lnTo>
                <a:lnTo>
                  <a:pt x="1713992" y="1136903"/>
                </a:lnTo>
                <a:lnTo>
                  <a:pt x="1736923" y="1095970"/>
                </a:lnTo>
                <a:lnTo>
                  <a:pt x="1749996" y="1049464"/>
                </a:lnTo>
                <a:lnTo>
                  <a:pt x="1752600" y="1016000"/>
                </a:lnTo>
                <a:lnTo>
                  <a:pt x="1752600" y="203200"/>
                </a:lnTo>
                <a:lnTo>
                  <a:pt x="1746813" y="157822"/>
                </a:lnTo>
                <a:lnTo>
                  <a:pt x="1730311" y="114503"/>
                </a:lnTo>
                <a:lnTo>
                  <a:pt x="1704379" y="75298"/>
                </a:lnTo>
                <a:lnTo>
                  <a:pt x="1670304" y="42265"/>
                </a:lnTo>
                <a:lnTo>
                  <a:pt x="1629370" y="17462"/>
                </a:lnTo>
                <a:lnTo>
                  <a:pt x="1582864" y="2946"/>
                </a:lnTo>
                <a:lnTo>
                  <a:pt x="15494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62600" y="1485900"/>
            <a:ext cx="1778000" cy="1244600"/>
          </a:xfrm>
          <a:custGeom>
            <a:avLst/>
            <a:gdLst/>
            <a:ahLst/>
            <a:cxnLst/>
            <a:rect l="l" t="t" r="r" b="b"/>
            <a:pathLst>
              <a:path w="1778000" h="1244600">
                <a:moveTo>
                  <a:pt x="15621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76200" y="635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762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612900" y="1244600"/>
                </a:lnTo>
                <a:lnTo>
                  <a:pt x="1689100" y="1219200"/>
                </a:lnTo>
                <a:lnTo>
                  <a:pt x="190500" y="12192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90500" y="38100"/>
                </a:lnTo>
                <a:lnTo>
                  <a:pt x="177800" y="38100"/>
                </a:lnTo>
                <a:lnTo>
                  <a:pt x="228600" y="25400"/>
                </a:lnTo>
                <a:lnTo>
                  <a:pt x="1651000" y="25400"/>
                </a:lnTo>
                <a:lnTo>
                  <a:pt x="1612900" y="12700"/>
                </a:lnTo>
                <a:lnTo>
                  <a:pt x="1562100" y="0"/>
                </a:lnTo>
                <a:close/>
              </a:path>
              <a:path w="1778000" h="1244600">
                <a:moveTo>
                  <a:pt x="1752600" y="1066800"/>
                </a:moveTo>
                <a:lnTo>
                  <a:pt x="1727200" y="1143000"/>
                </a:lnTo>
                <a:lnTo>
                  <a:pt x="1676400" y="1193800"/>
                </a:lnTo>
                <a:lnTo>
                  <a:pt x="1600200" y="1219200"/>
                </a:lnTo>
                <a:lnTo>
                  <a:pt x="1689100" y="1219200"/>
                </a:lnTo>
                <a:lnTo>
                  <a:pt x="1689100" y="1206500"/>
                </a:lnTo>
                <a:lnTo>
                  <a:pt x="1714500" y="1193800"/>
                </a:lnTo>
                <a:lnTo>
                  <a:pt x="1727200" y="1181100"/>
                </a:lnTo>
                <a:lnTo>
                  <a:pt x="1739900" y="1155700"/>
                </a:lnTo>
                <a:lnTo>
                  <a:pt x="1752600" y="1155700"/>
                </a:lnTo>
                <a:lnTo>
                  <a:pt x="1778000" y="1079500"/>
                </a:lnTo>
                <a:lnTo>
                  <a:pt x="1752600" y="1079500"/>
                </a:lnTo>
                <a:lnTo>
                  <a:pt x="1752600" y="1066800"/>
                </a:lnTo>
                <a:close/>
              </a:path>
              <a:path w="17780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778000" h="1244600">
                <a:moveTo>
                  <a:pt x="1778000" y="177800"/>
                </a:moveTo>
                <a:lnTo>
                  <a:pt x="1752600" y="177800"/>
                </a:lnTo>
                <a:lnTo>
                  <a:pt x="1752600" y="1079500"/>
                </a:lnTo>
                <a:lnTo>
                  <a:pt x="1778000" y="1079500"/>
                </a:lnTo>
                <a:lnTo>
                  <a:pt x="1778000" y="177800"/>
                </a:lnTo>
                <a:close/>
              </a:path>
              <a:path w="17780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778000" h="1244600">
                <a:moveTo>
                  <a:pt x="1651000" y="25400"/>
                </a:moveTo>
                <a:lnTo>
                  <a:pt x="1562100" y="25400"/>
                </a:lnTo>
                <a:lnTo>
                  <a:pt x="1612900" y="38100"/>
                </a:lnTo>
                <a:lnTo>
                  <a:pt x="1600200" y="38100"/>
                </a:lnTo>
                <a:lnTo>
                  <a:pt x="1676400" y="63500"/>
                </a:lnTo>
                <a:lnTo>
                  <a:pt x="1727200" y="114300"/>
                </a:lnTo>
                <a:lnTo>
                  <a:pt x="1752600" y="190500"/>
                </a:lnTo>
                <a:lnTo>
                  <a:pt x="1752600" y="177800"/>
                </a:lnTo>
                <a:lnTo>
                  <a:pt x="1778000" y="177800"/>
                </a:lnTo>
                <a:lnTo>
                  <a:pt x="1752600" y="101600"/>
                </a:lnTo>
                <a:lnTo>
                  <a:pt x="1739900" y="101600"/>
                </a:lnTo>
                <a:lnTo>
                  <a:pt x="1727200" y="76200"/>
                </a:lnTo>
                <a:lnTo>
                  <a:pt x="1727200" y="63500"/>
                </a:lnTo>
                <a:lnTo>
                  <a:pt x="1714500" y="63500"/>
                </a:lnTo>
                <a:lnTo>
                  <a:pt x="1689100" y="38100"/>
                </a:lnTo>
                <a:lnTo>
                  <a:pt x="16510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78500" y="1703171"/>
            <a:ext cx="1343660" cy="82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38100" algn="just">
              <a:lnSpc>
                <a:spcPct val="99500"/>
              </a:lnSpc>
            </a:pPr>
            <a:r>
              <a:rPr sz="1800" dirty="0">
                <a:latin typeface="Arial"/>
                <a:cs typeface="Arial"/>
              </a:rPr>
              <a:t>О</a:t>
            </a:r>
            <a:r>
              <a:rPr sz="1800" spc="20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ре</a:t>
            </a:r>
            <a:r>
              <a:rPr sz="1800" spc="50" dirty="0">
                <a:latin typeface="Arial"/>
                <a:cs typeface="Arial"/>
              </a:rPr>
              <a:t>д</a:t>
            </a:r>
            <a:r>
              <a:rPr sz="1800" spc="-105" dirty="0">
                <a:latin typeface="Arial"/>
                <a:cs typeface="Arial"/>
              </a:rPr>
              <a:t>е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м о</a:t>
            </a:r>
            <a:r>
              <a:rPr sz="1800" spc="-130" dirty="0">
                <a:latin typeface="Arial"/>
                <a:cs typeface="Arial"/>
              </a:rPr>
              <a:t>б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dirty="0">
                <a:latin typeface="Arial"/>
                <a:cs typeface="Arial"/>
              </a:rPr>
              <a:t>ас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ь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50" dirty="0">
                <a:latin typeface="Arial"/>
                <a:cs typeface="Arial"/>
              </a:rPr>
              <a:t>дл</a:t>
            </a:r>
            <a:r>
              <a:rPr sz="1800" dirty="0">
                <a:latin typeface="Arial"/>
                <a:cs typeface="Arial"/>
              </a:rPr>
              <a:t>я 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spc="5" dirty="0">
                <a:latin typeface="Arial"/>
                <a:cs typeface="Arial"/>
              </a:rPr>
              <a:t>ы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04100" y="19558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304800" y="0"/>
                </a:moveTo>
                <a:lnTo>
                  <a:pt x="3048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04800" y="228600"/>
                </a:lnTo>
                <a:lnTo>
                  <a:pt x="304800" y="304800"/>
                </a:lnTo>
                <a:lnTo>
                  <a:pt x="457200" y="152400"/>
                </a:lnTo>
                <a:lnTo>
                  <a:pt x="3048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91400" y="1930400"/>
            <a:ext cx="495300" cy="368300"/>
          </a:xfrm>
          <a:custGeom>
            <a:avLst/>
            <a:gdLst/>
            <a:ahLst/>
            <a:cxnLst/>
            <a:rect l="l" t="t" r="r" b="b"/>
            <a:pathLst>
              <a:path w="495300" h="368300">
                <a:moveTo>
                  <a:pt x="304800" y="254000"/>
                </a:moveTo>
                <a:lnTo>
                  <a:pt x="304800" y="368300"/>
                </a:lnTo>
                <a:lnTo>
                  <a:pt x="342900" y="330200"/>
                </a:lnTo>
                <a:lnTo>
                  <a:pt x="317500" y="330200"/>
                </a:lnTo>
                <a:lnTo>
                  <a:pt x="330200" y="317500"/>
                </a:lnTo>
                <a:lnTo>
                  <a:pt x="330200" y="266700"/>
                </a:lnTo>
                <a:lnTo>
                  <a:pt x="317500" y="266700"/>
                </a:lnTo>
                <a:lnTo>
                  <a:pt x="304800" y="254000"/>
                </a:lnTo>
                <a:close/>
              </a:path>
              <a:path w="495300" h="368300">
                <a:moveTo>
                  <a:pt x="330200" y="317500"/>
                </a:moveTo>
                <a:lnTo>
                  <a:pt x="317500" y="330200"/>
                </a:lnTo>
                <a:lnTo>
                  <a:pt x="330200" y="330200"/>
                </a:lnTo>
                <a:lnTo>
                  <a:pt x="330200" y="317500"/>
                </a:lnTo>
                <a:close/>
              </a:path>
              <a:path w="495300" h="368300">
                <a:moveTo>
                  <a:pt x="463550" y="184150"/>
                </a:moveTo>
                <a:lnTo>
                  <a:pt x="330200" y="317500"/>
                </a:lnTo>
                <a:lnTo>
                  <a:pt x="330200" y="330200"/>
                </a:lnTo>
                <a:lnTo>
                  <a:pt x="342900" y="330200"/>
                </a:lnTo>
                <a:lnTo>
                  <a:pt x="482600" y="190500"/>
                </a:lnTo>
                <a:lnTo>
                  <a:pt x="469900" y="190500"/>
                </a:lnTo>
                <a:lnTo>
                  <a:pt x="463550" y="184150"/>
                </a:lnTo>
                <a:close/>
              </a:path>
              <a:path w="495300" h="368300">
                <a:moveTo>
                  <a:pt x="3048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04800" y="266700"/>
                </a:lnTo>
                <a:lnTo>
                  <a:pt x="3048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04800" y="101600"/>
                </a:lnTo>
                <a:lnTo>
                  <a:pt x="304800" y="88900"/>
                </a:lnTo>
                <a:close/>
              </a:path>
              <a:path w="495300" h="368300">
                <a:moveTo>
                  <a:pt x="3302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04800" y="254000"/>
                </a:lnTo>
                <a:lnTo>
                  <a:pt x="317500" y="266700"/>
                </a:lnTo>
                <a:lnTo>
                  <a:pt x="330200" y="266700"/>
                </a:lnTo>
                <a:lnTo>
                  <a:pt x="330200" y="241300"/>
                </a:lnTo>
                <a:close/>
              </a:path>
              <a:path w="4953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495300" h="368300">
                <a:moveTo>
                  <a:pt x="469900" y="177800"/>
                </a:moveTo>
                <a:lnTo>
                  <a:pt x="463550" y="184150"/>
                </a:lnTo>
                <a:lnTo>
                  <a:pt x="469900" y="190500"/>
                </a:lnTo>
                <a:lnTo>
                  <a:pt x="469900" y="177800"/>
                </a:lnTo>
                <a:close/>
              </a:path>
              <a:path w="495300" h="368300">
                <a:moveTo>
                  <a:pt x="495300" y="177800"/>
                </a:moveTo>
                <a:lnTo>
                  <a:pt x="469900" y="177800"/>
                </a:lnTo>
                <a:lnTo>
                  <a:pt x="469900" y="190500"/>
                </a:lnTo>
                <a:lnTo>
                  <a:pt x="482600" y="190500"/>
                </a:lnTo>
                <a:lnTo>
                  <a:pt x="495300" y="177800"/>
                </a:lnTo>
                <a:close/>
              </a:path>
              <a:path w="495300" h="368300">
                <a:moveTo>
                  <a:pt x="332014" y="25400"/>
                </a:moveTo>
                <a:lnTo>
                  <a:pt x="330200" y="25400"/>
                </a:lnTo>
                <a:lnTo>
                  <a:pt x="330200" y="50800"/>
                </a:lnTo>
                <a:lnTo>
                  <a:pt x="463550" y="184150"/>
                </a:lnTo>
                <a:lnTo>
                  <a:pt x="469900" y="177800"/>
                </a:lnTo>
                <a:lnTo>
                  <a:pt x="495300" y="177800"/>
                </a:lnTo>
                <a:lnTo>
                  <a:pt x="332014" y="25400"/>
                </a:lnTo>
                <a:close/>
              </a:path>
              <a:path w="4953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495300" h="368300">
                <a:moveTo>
                  <a:pt x="330200" y="88900"/>
                </a:moveTo>
                <a:lnTo>
                  <a:pt x="317500" y="88900"/>
                </a:lnTo>
                <a:lnTo>
                  <a:pt x="3048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330200" y="114300"/>
                </a:lnTo>
                <a:lnTo>
                  <a:pt x="330200" y="88900"/>
                </a:lnTo>
                <a:close/>
              </a:path>
              <a:path w="495300" h="368300">
                <a:moveTo>
                  <a:pt x="304800" y="0"/>
                </a:moveTo>
                <a:lnTo>
                  <a:pt x="304800" y="101600"/>
                </a:lnTo>
                <a:lnTo>
                  <a:pt x="317500" y="88900"/>
                </a:lnTo>
                <a:lnTo>
                  <a:pt x="330200" y="88900"/>
                </a:lnTo>
                <a:lnTo>
                  <a:pt x="330200" y="50800"/>
                </a:lnTo>
                <a:lnTo>
                  <a:pt x="317500" y="38100"/>
                </a:lnTo>
                <a:lnTo>
                  <a:pt x="330200" y="25400"/>
                </a:lnTo>
                <a:lnTo>
                  <a:pt x="332014" y="25400"/>
                </a:lnTo>
                <a:lnTo>
                  <a:pt x="304800" y="0"/>
                </a:lnTo>
                <a:close/>
              </a:path>
              <a:path w="495300" h="368300">
                <a:moveTo>
                  <a:pt x="330200" y="25400"/>
                </a:moveTo>
                <a:lnTo>
                  <a:pt x="317500" y="38100"/>
                </a:lnTo>
                <a:lnTo>
                  <a:pt x="330200" y="50800"/>
                </a:lnTo>
                <a:lnTo>
                  <a:pt x="3302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33600" y="4902200"/>
            <a:ext cx="5213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RGB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02100" y="3086100"/>
            <a:ext cx="2578100" cy="177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58900" y="3086100"/>
            <a:ext cx="25400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114800" y="4917440"/>
            <a:ext cx="201993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2100"/>
              </a:lnSpc>
            </a:pPr>
            <a:r>
              <a:rPr sz="1800" spc="-50" dirty="0">
                <a:latin typeface="Arial"/>
                <a:cs typeface="Arial"/>
              </a:rPr>
              <a:t>К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е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10 уро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ей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21300" y="4229100"/>
            <a:ext cx="863600" cy="482600"/>
          </a:xfrm>
          <a:custGeom>
            <a:avLst/>
            <a:gdLst/>
            <a:ahLst/>
            <a:cxnLst/>
            <a:rect l="l" t="t" r="r" b="b"/>
            <a:pathLst>
              <a:path w="863600" h="482600">
                <a:moveTo>
                  <a:pt x="431800" y="0"/>
                </a:moveTo>
                <a:lnTo>
                  <a:pt x="342900" y="12700"/>
                </a:lnTo>
                <a:lnTo>
                  <a:pt x="266700" y="25400"/>
                </a:lnTo>
                <a:lnTo>
                  <a:pt x="190500" y="50800"/>
                </a:lnTo>
                <a:lnTo>
                  <a:pt x="127000" y="76200"/>
                </a:lnTo>
                <a:lnTo>
                  <a:pt x="76200" y="114300"/>
                </a:lnTo>
                <a:lnTo>
                  <a:pt x="38100" y="152400"/>
                </a:lnTo>
                <a:lnTo>
                  <a:pt x="12700" y="190500"/>
                </a:lnTo>
                <a:lnTo>
                  <a:pt x="12700" y="203200"/>
                </a:lnTo>
                <a:lnTo>
                  <a:pt x="0" y="241300"/>
                </a:lnTo>
                <a:lnTo>
                  <a:pt x="0" y="254000"/>
                </a:lnTo>
                <a:lnTo>
                  <a:pt x="12700" y="292100"/>
                </a:lnTo>
                <a:lnTo>
                  <a:pt x="12700" y="304800"/>
                </a:lnTo>
                <a:lnTo>
                  <a:pt x="38100" y="342900"/>
                </a:lnTo>
                <a:lnTo>
                  <a:pt x="76200" y="381000"/>
                </a:lnTo>
                <a:lnTo>
                  <a:pt x="127000" y="419100"/>
                </a:lnTo>
                <a:lnTo>
                  <a:pt x="190500" y="444500"/>
                </a:lnTo>
                <a:lnTo>
                  <a:pt x="266700" y="469900"/>
                </a:lnTo>
                <a:lnTo>
                  <a:pt x="342900" y="482600"/>
                </a:lnTo>
                <a:lnTo>
                  <a:pt x="520700" y="482600"/>
                </a:lnTo>
                <a:lnTo>
                  <a:pt x="596900" y="469900"/>
                </a:lnTo>
                <a:lnTo>
                  <a:pt x="635000" y="457200"/>
                </a:lnTo>
                <a:lnTo>
                  <a:pt x="355600" y="457200"/>
                </a:lnTo>
                <a:lnTo>
                  <a:pt x="266700" y="444500"/>
                </a:lnTo>
                <a:lnTo>
                  <a:pt x="139700" y="393700"/>
                </a:lnTo>
                <a:lnTo>
                  <a:pt x="88900" y="368300"/>
                </a:lnTo>
                <a:lnTo>
                  <a:pt x="50800" y="330200"/>
                </a:lnTo>
                <a:lnTo>
                  <a:pt x="63500" y="330200"/>
                </a:lnTo>
                <a:lnTo>
                  <a:pt x="38100" y="292100"/>
                </a:lnTo>
                <a:lnTo>
                  <a:pt x="28575" y="254000"/>
                </a:lnTo>
                <a:lnTo>
                  <a:pt x="25400" y="254000"/>
                </a:lnTo>
                <a:lnTo>
                  <a:pt x="25400" y="241300"/>
                </a:lnTo>
                <a:lnTo>
                  <a:pt x="28575" y="241300"/>
                </a:lnTo>
                <a:lnTo>
                  <a:pt x="38100" y="203200"/>
                </a:lnTo>
                <a:lnTo>
                  <a:pt x="63500" y="165100"/>
                </a:lnTo>
                <a:lnTo>
                  <a:pt x="50800" y="165100"/>
                </a:lnTo>
                <a:lnTo>
                  <a:pt x="88900" y="127000"/>
                </a:lnTo>
                <a:lnTo>
                  <a:pt x="139700" y="101600"/>
                </a:lnTo>
                <a:lnTo>
                  <a:pt x="203200" y="63500"/>
                </a:lnTo>
                <a:lnTo>
                  <a:pt x="431800" y="25400"/>
                </a:lnTo>
                <a:lnTo>
                  <a:pt x="596900" y="25400"/>
                </a:lnTo>
                <a:lnTo>
                  <a:pt x="520700" y="12700"/>
                </a:lnTo>
                <a:lnTo>
                  <a:pt x="431800" y="0"/>
                </a:lnTo>
                <a:close/>
              </a:path>
              <a:path w="863600" h="482600">
                <a:moveTo>
                  <a:pt x="836612" y="247650"/>
                </a:moveTo>
                <a:lnTo>
                  <a:pt x="825500" y="292100"/>
                </a:lnTo>
                <a:lnTo>
                  <a:pt x="838200" y="292100"/>
                </a:lnTo>
                <a:lnTo>
                  <a:pt x="812800" y="330200"/>
                </a:lnTo>
                <a:lnTo>
                  <a:pt x="774700" y="368300"/>
                </a:lnTo>
                <a:lnTo>
                  <a:pt x="723900" y="393700"/>
                </a:lnTo>
                <a:lnTo>
                  <a:pt x="596900" y="444500"/>
                </a:lnTo>
                <a:lnTo>
                  <a:pt x="520700" y="457200"/>
                </a:lnTo>
                <a:lnTo>
                  <a:pt x="635000" y="457200"/>
                </a:lnTo>
                <a:lnTo>
                  <a:pt x="673100" y="444500"/>
                </a:lnTo>
                <a:lnTo>
                  <a:pt x="736600" y="419100"/>
                </a:lnTo>
                <a:lnTo>
                  <a:pt x="787400" y="381000"/>
                </a:lnTo>
                <a:lnTo>
                  <a:pt x="825500" y="342900"/>
                </a:lnTo>
                <a:lnTo>
                  <a:pt x="850900" y="304800"/>
                </a:lnTo>
                <a:lnTo>
                  <a:pt x="850900" y="292100"/>
                </a:lnTo>
                <a:lnTo>
                  <a:pt x="863600" y="254000"/>
                </a:lnTo>
                <a:lnTo>
                  <a:pt x="838200" y="254000"/>
                </a:lnTo>
                <a:lnTo>
                  <a:pt x="836612" y="247650"/>
                </a:lnTo>
                <a:close/>
              </a:path>
              <a:path w="863600" h="482600">
                <a:moveTo>
                  <a:pt x="25400" y="241300"/>
                </a:moveTo>
                <a:lnTo>
                  <a:pt x="25400" y="254000"/>
                </a:lnTo>
                <a:lnTo>
                  <a:pt x="26987" y="247650"/>
                </a:lnTo>
                <a:lnTo>
                  <a:pt x="25400" y="241300"/>
                </a:lnTo>
                <a:close/>
              </a:path>
              <a:path w="863600" h="482600">
                <a:moveTo>
                  <a:pt x="26987" y="247650"/>
                </a:moveTo>
                <a:lnTo>
                  <a:pt x="25400" y="254000"/>
                </a:lnTo>
                <a:lnTo>
                  <a:pt x="28575" y="254000"/>
                </a:lnTo>
                <a:lnTo>
                  <a:pt x="26987" y="247650"/>
                </a:lnTo>
                <a:close/>
              </a:path>
              <a:path w="863600" h="482600">
                <a:moveTo>
                  <a:pt x="838200" y="241300"/>
                </a:moveTo>
                <a:lnTo>
                  <a:pt x="836612" y="247650"/>
                </a:lnTo>
                <a:lnTo>
                  <a:pt x="838200" y="254000"/>
                </a:lnTo>
                <a:lnTo>
                  <a:pt x="838200" y="241300"/>
                </a:lnTo>
                <a:close/>
              </a:path>
              <a:path w="863600" h="482600">
                <a:moveTo>
                  <a:pt x="863600" y="241300"/>
                </a:moveTo>
                <a:lnTo>
                  <a:pt x="838200" y="241300"/>
                </a:lnTo>
                <a:lnTo>
                  <a:pt x="838200" y="254000"/>
                </a:lnTo>
                <a:lnTo>
                  <a:pt x="863600" y="254000"/>
                </a:lnTo>
                <a:lnTo>
                  <a:pt x="863600" y="241300"/>
                </a:lnTo>
                <a:close/>
              </a:path>
              <a:path w="863600" h="482600">
                <a:moveTo>
                  <a:pt x="28575" y="241300"/>
                </a:moveTo>
                <a:lnTo>
                  <a:pt x="25400" y="241300"/>
                </a:lnTo>
                <a:lnTo>
                  <a:pt x="26987" y="247650"/>
                </a:lnTo>
                <a:lnTo>
                  <a:pt x="28575" y="241300"/>
                </a:lnTo>
                <a:close/>
              </a:path>
              <a:path w="863600" h="482600">
                <a:moveTo>
                  <a:pt x="596900" y="25400"/>
                </a:moveTo>
                <a:lnTo>
                  <a:pt x="431800" y="25400"/>
                </a:lnTo>
                <a:lnTo>
                  <a:pt x="520700" y="38100"/>
                </a:lnTo>
                <a:lnTo>
                  <a:pt x="596900" y="50800"/>
                </a:lnTo>
                <a:lnTo>
                  <a:pt x="660400" y="63500"/>
                </a:lnTo>
                <a:lnTo>
                  <a:pt x="723900" y="101600"/>
                </a:lnTo>
                <a:lnTo>
                  <a:pt x="774700" y="127000"/>
                </a:lnTo>
                <a:lnTo>
                  <a:pt x="812800" y="165100"/>
                </a:lnTo>
                <a:lnTo>
                  <a:pt x="838200" y="203200"/>
                </a:lnTo>
                <a:lnTo>
                  <a:pt x="825500" y="203200"/>
                </a:lnTo>
                <a:lnTo>
                  <a:pt x="836612" y="247650"/>
                </a:lnTo>
                <a:lnTo>
                  <a:pt x="838200" y="241300"/>
                </a:lnTo>
                <a:lnTo>
                  <a:pt x="863600" y="241300"/>
                </a:lnTo>
                <a:lnTo>
                  <a:pt x="850900" y="203200"/>
                </a:lnTo>
                <a:lnTo>
                  <a:pt x="850900" y="190500"/>
                </a:lnTo>
                <a:lnTo>
                  <a:pt x="825500" y="152400"/>
                </a:lnTo>
                <a:lnTo>
                  <a:pt x="787400" y="114300"/>
                </a:lnTo>
                <a:lnTo>
                  <a:pt x="736600" y="76200"/>
                </a:lnTo>
                <a:lnTo>
                  <a:pt x="673100" y="50800"/>
                </a:lnTo>
                <a:lnTo>
                  <a:pt x="596900" y="2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73900" y="3771900"/>
            <a:ext cx="711200" cy="711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64500" y="3771900"/>
            <a:ext cx="711200" cy="711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62800" y="3454400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71%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29600" y="3454400"/>
            <a:ext cx="483234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29%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39000" y="4841240"/>
            <a:ext cx="140716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2100"/>
              </a:lnSpc>
            </a:pPr>
            <a:r>
              <a:rPr sz="1800" spc="5" dirty="0">
                <a:latin typeface="Arial"/>
                <a:cs typeface="Arial"/>
              </a:rPr>
              <a:t>П</a:t>
            </a:r>
            <a:r>
              <a:rPr sz="1800" dirty="0">
                <a:latin typeface="Arial"/>
                <a:cs typeface="Arial"/>
              </a:rPr>
              <a:t>ос</a:t>
            </a:r>
            <a:r>
              <a:rPr sz="1800" spc="-40" dirty="0">
                <a:latin typeface="Arial"/>
                <a:cs typeface="Arial"/>
              </a:rPr>
              <a:t>ч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5" dirty="0">
                <a:latin typeface="Arial"/>
                <a:cs typeface="Arial"/>
              </a:rPr>
              <a:t>нн</a:t>
            </a:r>
            <a:r>
              <a:rPr sz="1800" dirty="0">
                <a:latin typeface="Arial"/>
                <a:cs typeface="Arial"/>
              </a:rPr>
              <a:t>ая </a:t>
            </a:r>
            <a:r>
              <a:rPr sz="1800" spc="40" dirty="0">
                <a:latin typeface="Arial"/>
                <a:cs typeface="Arial"/>
              </a:rPr>
              <a:t>г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40" dirty="0">
                <a:latin typeface="Arial"/>
                <a:cs typeface="Arial"/>
              </a:rPr>
              <a:t>г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40" dirty="0">
                <a:latin typeface="Arial"/>
                <a:cs typeface="Arial"/>
              </a:rPr>
              <a:t>мм</a:t>
            </a:r>
            <a:r>
              <a:rPr sz="1800" dirty="0">
                <a:latin typeface="Arial"/>
                <a:cs typeface="Arial"/>
              </a:rPr>
              <a:t>а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41500" y="5765800"/>
            <a:ext cx="1752600" cy="1219200"/>
          </a:xfrm>
          <a:custGeom>
            <a:avLst/>
            <a:gdLst/>
            <a:ahLst/>
            <a:cxnLst/>
            <a:rect l="l" t="t" r="r" b="b"/>
            <a:pathLst>
              <a:path w="1752600" h="1219200">
                <a:moveTo>
                  <a:pt x="1549400" y="0"/>
                </a:moveTo>
                <a:lnTo>
                  <a:pt x="203200" y="0"/>
                </a:lnTo>
                <a:lnTo>
                  <a:pt x="187972" y="749"/>
                </a:lnTo>
                <a:lnTo>
                  <a:pt x="143052" y="11379"/>
                </a:lnTo>
                <a:lnTo>
                  <a:pt x="100876" y="32981"/>
                </a:lnTo>
                <a:lnTo>
                  <a:pt x="63500" y="63500"/>
                </a:lnTo>
                <a:lnTo>
                  <a:pt x="32981" y="100876"/>
                </a:lnTo>
                <a:lnTo>
                  <a:pt x="11379" y="143052"/>
                </a:lnTo>
                <a:lnTo>
                  <a:pt x="749" y="187972"/>
                </a:lnTo>
                <a:lnTo>
                  <a:pt x="0" y="203200"/>
                </a:lnTo>
                <a:lnTo>
                  <a:pt x="0" y="1016000"/>
                </a:lnTo>
                <a:lnTo>
                  <a:pt x="6515" y="1065506"/>
                </a:lnTo>
                <a:lnTo>
                  <a:pt x="24688" y="1110297"/>
                </a:lnTo>
                <a:lnTo>
                  <a:pt x="52463" y="1149088"/>
                </a:lnTo>
                <a:lnTo>
                  <a:pt x="87782" y="1180591"/>
                </a:lnTo>
                <a:lnTo>
                  <a:pt x="128587" y="1203523"/>
                </a:lnTo>
                <a:lnTo>
                  <a:pt x="172821" y="1216596"/>
                </a:lnTo>
                <a:lnTo>
                  <a:pt x="203200" y="1219200"/>
                </a:lnTo>
                <a:lnTo>
                  <a:pt x="1549400" y="1219200"/>
                </a:lnTo>
                <a:lnTo>
                  <a:pt x="1598906" y="1213413"/>
                </a:lnTo>
                <a:lnTo>
                  <a:pt x="1643697" y="1196911"/>
                </a:lnTo>
                <a:lnTo>
                  <a:pt x="1682488" y="1170979"/>
                </a:lnTo>
                <a:lnTo>
                  <a:pt x="1713992" y="1136904"/>
                </a:lnTo>
                <a:lnTo>
                  <a:pt x="1736923" y="1095970"/>
                </a:lnTo>
                <a:lnTo>
                  <a:pt x="1749996" y="1049464"/>
                </a:lnTo>
                <a:lnTo>
                  <a:pt x="1752600" y="1016000"/>
                </a:lnTo>
                <a:lnTo>
                  <a:pt x="1752600" y="203200"/>
                </a:lnTo>
                <a:lnTo>
                  <a:pt x="1746813" y="157822"/>
                </a:lnTo>
                <a:lnTo>
                  <a:pt x="1730311" y="114503"/>
                </a:lnTo>
                <a:lnTo>
                  <a:pt x="1704379" y="75298"/>
                </a:lnTo>
                <a:lnTo>
                  <a:pt x="1670304" y="42265"/>
                </a:lnTo>
                <a:lnTo>
                  <a:pt x="1629370" y="17462"/>
                </a:lnTo>
                <a:lnTo>
                  <a:pt x="1582864" y="2946"/>
                </a:lnTo>
                <a:lnTo>
                  <a:pt x="15494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8800" y="5753100"/>
            <a:ext cx="1778000" cy="1244600"/>
          </a:xfrm>
          <a:custGeom>
            <a:avLst/>
            <a:gdLst/>
            <a:ahLst/>
            <a:cxnLst/>
            <a:rect l="l" t="t" r="r" b="b"/>
            <a:pathLst>
              <a:path w="1778000" h="1244600">
                <a:moveTo>
                  <a:pt x="15621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76200" y="635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762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612900" y="1244600"/>
                </a:lnTo>
                <a:lnTo>
                  <a:pt x="1689100" y="1219200"/>
                </a:lnTo>
                <a:lnTo>
                  <a:pt x="190500" y="12192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90500" y="38100"/>
                </a:lnTo>
                <a:lnTo>
                  <a:pt x="177800" y="38100"/>
                </a:lnTo>
                <a:lnTo>
                  <a:pt x="228600" y="25400"/>
                </a:lnTo>
                <a:lnTo>
                  <a:pt x="1651000" y="25400"/>
                </a:lnTo>
                <a:lnTo>
                  <a:pt x="1612900" y="12700"/>
                </a:lnTo>
                <a:lnTo>
                  <a:pt x="1562100" y="0"/>
                </a:lnTo>
                <a:close/>
              </a:path>
              <a:path w="1778000" h="1244600">
                <a:moveTo>
                  <a:pt x="1752600" y="1066800"/>
                </a:moveTo>
                <a:lnTo>
                  <a:pt x="1727200" y="1143000"/>
                </a:lnTo>
                <a:lnTo>
                  <a:pt x="1676400" y="1193800"/>
                </a:lnTo>
                <a:lnTo>
                  <a:pt x="1600200" y="1219200"/>
                </a:lnTo>
                <a:lnTo>
                  <a:pt x="1689100" y="1219200"/>
                </a:lnTo>
                <a:lnTo>
                  <a:pt x="1689100" y="1206500"/>
                </a:lnTo>
                <a:lnTo>
                  <a:pt x="1714500" y="1193800"/>
                </a:lnTo>
                <a:lnTo>
                  <a:pt x="1727200" y="1181100"/>
                </a:lnTo>
                <a:lnTo>
                  <a:pt x="1739900" y="1155700"/>
                </a:lnTo>
                <a:lnTo>
                  <a:pt x="1752600" y="1155700"/>
                </a:lnTo>
                <a:lnTo>
                  <a:pt x="1778000" y="1079500"/>
                </a:lnTo>
                <a:lnTo>
                  <a:pt x="1752600" y="1079500"/>
                </a:lnTo>
                <a:lnTo>
                  <a:pt x="1752600" y="1066800"/>
                </a:lnTo>
                <a:close/>
              </a:path>
              <a:path w="17780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778000" h="1244600">
                <a:moveTo>
                  <a:pt x="1778000" y="177800"/>
                </a:moveTo>
                <a:lnTo>
                  <a:pt x="1752600" y="177800"/>
                </a:lnTo>
                <a:lnTo>
                  <a:pt x="1752600" y="1079500"/>
                </a:lnTo>
                <a:lnTo>
                  <a:pt x="1778000" y="1079500"/>
                </a:lnTo>
                <a:lnTo>
                  <a:pt x="1778000" y="177800"/>
                </a:lnTo>
                <a:close/>
              </a:path>
              <a:path w="17780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778000" h="1244600">
                <a:moveTo>
                  <a:pt x="1651000" y="25400"/>
                </a:moveTo>
                <a:lnTo>
                  <a:pt x="1562100" y="25400"/>
                </a:lnTo>
                <a:lnTo>
                  <a:pt x="1612900" y="38100"/>
                </a:lnTo>
                <a:lnTo>
                  <a:pt x="1600200" y="38100"/>
                </a:lnTo>
                <a:lnTo>
                  <a:pt x="1676400" y="63500"/>
                </a:lnTo>
                <a:lnTo>
                  <a:pt x="1727200" y="114300"/>
                </a:lnTo>
                <a:lnTo>
                  <a:pt x="1752600" y="190500"/>
                </a:lnTo>
                <a:lnTo>
                  <a:pt x="1752600" y="177800"/>
                </a:lnTo>
                <a:lnTo>
                  <a:pt x="1778000" y="177800"/>
                </a:lnTo>
                <a:lnTo>
                  <a:pt x="1752600" y="101600"/>
                </a:lnTo>
                <a:lnTo>
                  <a:pt x="1739900" y="101600"/>
                </a:lnTo>
                <a:lnTo>
                  <a:pt x="1727200" y="76200"/>
                </a:lnTo>
                <a:lnTo>
                  <a:pt x="1727200" y="63500"/>
                </a:lnTo>
                <a:lnTo>
                  <a:pt x="1714500" y="63500"/>
                </a:lnTo>
                <a:lnTo>
                  <a:pt x="1689100" y="38100"/>
                </a:lnTo>
                <a:lnTo>
                  <a:pt x="16510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247900" y="6235700"/>
            <a:ext cx="9277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279900" y="5765800"/>
            <a:ext cx="1600200" cy="1219200"/>
          </a:xfrm>
          <a:custGeom>
            <a:avLst/>
            <a:gdLst/>
            <a:ahLst/>
            <a:cxnLst/>
            <a:rect l="l" t="t" r="r" b="b"/>
            <a:pathLst>
              <a:path w="1600200" h="1219200">
                <a:moveTo>
                  <a:pt x="1397000" y="0"/>
                </a:moveTo>
                <a:lnTo>
                  <a:pt x="203200" y="0"/>
                </a:lnTo>
                <a:lnTo>
                  <a:pt x="187972" y="749"/>
                </a:lnTo>
                <a:lnTo>
                  <a:pt x="143052" y="11379"/>
                </a:lnTo>
                <a:lnTo>
                  <a:pt x="100876" y="32981"/>
                </a:lnTo>
                <a:lnTo>
                  <a:pt x="63500" y="63500"/>
                </a:lnTo>
                <a:lnTo>
                  <a:pt x="32981" y="100876"/>
                </a:lnTo>
                <a:lnTo>
                  <a:pt x="11379" y="143052"/>
                </a:lnTo>
                <a:lnTo>
                  <a:pt x="749" y="187972"/>
                </a:lnTo>
                <a:lnTo>
                  <a:pt x="0" y="203200"/>
                </a:lnTo>
                <a:lnTo>
                  <a:pt x="0" y="1016000"/>
                </a:lnTo>
                <a:lnTo>
                  <a:pt x="6515" y="1065506"/>
                </a:lnTo>
                <a:lnTo>
                  <a:pt x="24688" y="1110297"/>
                </a:lnTo>
                <a:lnTo>
                  <a:pt x="52463" y="1149088"/>
                </a:lnTo>
                <a:lnTo>
                  <a:pt x="87782" y="1180591"/>
                </a:lnTo>
                <a:lnTo>
                  <a:pt x="128587" y="1203523"/>
                </a:lnTo>
                <a:lnTo>
                  <a:pt x="172821" y="1216596"/>
                </a:lnTo>
                <a:lnTo>
                  <a:pt x="203200" y="1219200"/>
                </a:lnTo>
                <a:lnTo>
                  <a:pt x="1397000" y="1219200"/>
                </a:lnTo>
                <a:lnTo>
                  <a:pt x="1446506" y="1213413"/>
                </a:lnTo>
                <a:lnTo>
                  <a:pt x="1491297" y="1196911"/>
                </a:lnTo>
                <a:lnTo>
                  <a:pt x="1530088" y="1170979"/>
                </a:lnTo>
                <a:lnTo>
                  <a:pt x="1561591" y="1136904"/>
                </a:lnTo>
                <a:lnTo>
                  <a:pt x="1584523" y="1095970"/>
                </a:lnTo>
                <a:lnTo>
                  <a:pt x="1597596" y="1049464"/>
                </a:lnTo>
                <a:lnTo>
                  <a:pt x="1600200" y="1016000"/>
                </a:lnTo>
                <a:lnTo>
                  <a:pt x="1600200" y="203200"/>
                </a:lnTo>
                <a:lnTo>
                  <a:pt x="1594413" y="157822"/>
                </a:lnTo>
                <a:lnTo>
                  <a:pt x="1577911" y="114503"/>
                </a:lnTo>
                <a:lnTo>
                  <a:pt x="1551979" y="75298"/>
                </a:lnTo>
                <a:lnTo>
                  <a:pt x="1517904" y="42265"/>
                </a:lnTo>
                <a:lnTo>
                  <a:pt x="1476970" y="17462"/>
                </a:lnTo>
                <a:lnTo>
                  <a:pt x="1430464" y="2946"/>
                </a:lnTo>
                <a:lnTo>
                  <a:pt x="13970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67200" y="5753100"/>
            <a:ext cx="1625600" cy="1244600"/>
          </a:xfrm>
          <a:custGeom>
            <a:avLst/>
            <a:gdLst/>
            <a:ahLst/>
            <a:cxnLst/>
            <a:rect l="l" t="t" r="r" b="b"/>
            <a:pathLst>
              <a:path w="1625600" h="1244600">
                <a:moveTo>
                  <a:pt x="14097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76200" y="635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762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460500" y="1244600"/>
                </a:lnTo>
                <a:lnTo>
                  <a:pt x="1536700" y="1219200"/>
                </a:lnTo>
                <a:lnTo>
                  <a:pt x="190500" y="12192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90500" y="38100"/>
                </a:lnTo>
                <a:lnTo>
                  <a:pt x="177800" y="38100"/>
                </a:lnTo>
                <a:lnTo>
                  <a:pt x="228600" y="25400"/>
                </a:lnTo>
                <a:lnTo>
                  <a:pt x="1498600" y="25400"/>
                </a:lnTo>
                <a:lnTo>
                  <a:pt x="1460500" y="12700"/>
                </a:lnTo>
                <a:lnTo>
                  <a:pt x="1409700" y="0"/>
                </a:lnTo>
                <a:close/>
              </a:path>
              <a:path w="1625600" h="1244600">
                <a:moveTo>
                  <a:pt x="1600200" y="1066800"/>
                </a:moveTo>
                <a:lnTo>
                  <a:pt x="1574800" y="1143000"/>
                </a:lnTo>
                <a:lnTo>
                  <a:pt x="1524000" y="1193800"/>
                </a:lnTo>
                <a:lnTo>
                  <a:pt x="1447800" y="1219200"/>
                </a:lnTo>
                <a:lnTo>
                  <a:pt x="1536700" y="1219200"/>
                </a:lnTo>
                <a:lnTo>
                  <a:pt x="1536700" y="1206500"/>
                </a:lnTo>
                <a:lnTo>
                  <a:pt x="1562100" y="1193800"/>
                </a:lnTo>
                <a:lnTo>
                  <a:pt x="1574800" y="1181100"/>
                </a:lnTo>
                <a:lnTo>
                  <a:pt x="1587500" y="1155700"/>
                </a:lnTo>
                <a:lnTo>
                  <a:pt x="1600200" y="1155700"/>
                </a:lnTo>
                <a:lnTo>
                  <a:pt x="1625600" y="1079500"/>
                </a:lnTo>
                <a:lnTo>
                  <a:pt x="1600200" y="1079500"/>
                </a:lnTo>
                <a:lnTo>
                  <a:pt x="1600200" y="1066800"/>
                </a:lnTo>
                <a:close/>
              </a:path>
              <a:path w="16256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625600" h="1244600">
                <a:moveTo>
                  <a:pt x="1625600" y="177800"/>
                </a:moveTo>
                <a:lnTo>
                  <a:pt x="1600200" y="177800"/>
                </a:lnTo>
                <a:lnTo>
                  <a:pt x="1600200" y="1079500"/>
                </a:lnTo>
                <a:lnTo>
                  <a:pt x="1625600" y="1079500"/>
                </a:lnTo>
                <a:lnTo>
                  <a:pt x="1625600" y="177800"/>
                </a:lnTo>
                <a:close/>
              </a:path>
              <a:path w="16256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625600" h="1244600">
                <a:moveTo>
                  <a:pt x="1498600" y="25400"/>
                </a:moveTo>
                <a:lnTo>
                  <a:pt x="1409700" y="25400"/>
                </a:lnTo>
                <a:lnTo>
                  <a:pt x="1460500" y="38100"/>
                </a:lnTo>
                <a:lnTo>
                  <a:pt x="1447800" y="38100"/>
                </a:lnTo>
                <a:lnTo>
                  <a:pt x="1524000" y="63500"/>
                </a:lnTo>
                <a:lnTo>
                  <a:pt x="1574800" y="114300"/>
                </a:lnTo>
                <a:lnTo>
                  <a:pt x="1600200" y="190500"/>
                </a:lnTo>
                <a:lnTo>
                  <a:pt x="1600200" y="177800"/>
                </a:lnTo>
                <a:lnTo>
                  <a:pt x="1625600" y="177800"/>
                </a:lnTo>
                <a:lnTo>
                  <a:pt x="1600200" y="101600"/>
                </a:lnTo>
                <a:lnTo>
                  <a:pt x="1587500" y="101600"/>
                </a:lnTo>
                <a:lnTo>
                  <a:pt x="1574800" y="76200"/>
                </a:lnTo>
                <a:lnTo>
                  <a:pt x="1574800" y="63500"/>
                </a:lnTo>
                <a:lnTo>
                  <a:pt x="1562100" y="63500"/>
                </a:lnTo>
                <a:lnTo>
                  <a:pt x="1536700" y="38100"/>
                </a:lnTo>
                <a:lnTo>
                  <a:pt x="14986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699000" y="6235700"/>
            <a:ext cx="7499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Coding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670300" y="62230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304800" y="0"/>
                </a:moveTo>
                <a:lnTo>
                  <a:pt x="3048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04800" y="228600"/>
                </a:lnTo>
                <a:lnTo>
                  <a:pt x="304800" y="304800"/>
                </a:lnTo>
                <a:lnTo>
                  <a:pt x="457200" y="152400"/>
                </a:lnTo>
                <a:lnTo>
                  <a:pt x="3048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57600" y="6197600"/>
            <a:ext cx="495300" cy="368300"/>
          </a:xfrm>
          <a:custGeom>
            <a:avLst/>
            <a:gdLst/>
            <a:ahLst/>
            <a:cxnLst/>
            <a:rect l="l" t="t" r="r" b="b"/>
            <a:pathLst>
              <a:path w="495300" h="368300">
                <a:moveTo>
                  <a:pt x="304800" y="254000"/>
                </a:moveTo>
                <a:lnTo>
                  <a:pt x="304800" y="368300"/>
                </a:lnTo>
                <a:lnTo>
                  <a:pt x="342900" y="330200"/>
                </a:lnTo>
                <a:lnTo>
                  <a:pt x="317500" y="330200"/>
                </a:lnTo>
                <a:lnTo>
                  <a:pt x="330200" y="317500"/>
                </a:lnTo>
                <a:lnTo>
                  <a:pt x="330200" y="266700"/>
                </a:lnTo>
                <a:lnTo>
                  <a:pt x="317500" y="266700"/>
                </a:lnTo>
                <a:lnTo>
                  <a:pt x="304800" y="254000"/>
                </a:lnTo>
                <a:close/>
              </a:path>
              <a:path w="495300" h="368300">
                <a:moveTo>
                  <a:pt x="330200" y="317500"/>
                </a:moveTo>
                <a:lnTo>
                  <a:pt x="317500" y="330200"/>
                </a:lnTo>
                <a:lnTo>
                  <a:pt x="330200" y="330200"/>
                </a:lnTo>
                <a:lnTo>
                  <a:pt x="330200" y="317500"/>
                </a:lnTo>
                <a:close/>
              </a:path>
              <a:path w="495300" h="368300">
                <a:moveTo>
                  <a:pt x="463550" y="184150"/>
                </a:moveTo>
                <a:lnTo>
                  <a:pt x="330200" y="317500"/>
                </a:lnTo>
                <a:lnTo>
                  <a:pt x="330200" y="330200"/>
                </a:lnTo>
                <a:lnTo>
                  <a:pt x="342900" y="330200"/>
                </a:lnTo>
                <a:lnTo>
                  <a:pt x="482600" y="190500"/>
                </a:lnTo>
                <a:lnTo>
                  <a:pt x="469900" y="190500"/>
                </a:lnTo>
                <a:lnTo>
                  <a:pt x="463550" y="184150"/>
                </a:lnTo>
                <a:close/>
              </a:path>
              <a:path w="495300" h="368300">
                <a:moveTo>
                  <a:pt x="3048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04800" y="266700"/>
                </a:lnTo>
                <a:lnTo>
                  <a:pt x="3048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04800" y="101600"/>
                </a:lnTo>
                <a:lnTo>
                  <a:pt x="304800" y="88900"/>
                </a:lnTo>
                <a:close/>
              </a:path>
              <a:path w="495300" h="368300">
                <a:moveTo>
                  <a:pt x="3302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04800" y="254000"/>
                </a:lnTo>
                <a:lnTo>
                  <a:pt x="317500" y="266700"/>
                </a:lnTo>
                <a:lnTo>
                  <a:pt x="330200" y="266700"/>
                </a:lnTo>
                <a:lnTo>
                  <a:pt x="330200" y="241300"/>
                </a:lnTo>
                <a:close/>
              </a:path>
              <a:path w="4953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495300" h="368300">
                <a:moveTo>
                  <a:pt x="469900" y="177800"/>
                </a:moveTo>
                <a:lnTo>
                  <a:pt x="463550" y="184150"/>
                </a:lnTo>
                <a:lnTo>
                  <a:pt x="469900" y="190500"/>
                </a:lnTo>
                <a:lnTo>
                  <a:pt x="469900" y="177800"/>
                </a:lnTo>
                <a:close/>
              </a:path>
              <a:path w="495300" h="368300">
                <a:moveTo>
                  <a:pt x="495300" y="177800"/>
                </a:moveTo>
                <a:lnTo>
                  <a:pt x="469900" y="177800"/>
                </a:lnTo>
                <a:lnTo>
                  <a:pt x="469900" y="190500"/>
                </a:lnTo>
                <a:lnTo>
                  <a:pt x="482600" y="190500"/>
                </a:lnTo>
                <a:lnTo>
                  <a:pt x="495300" y="177800"/>
                </a:lnTo>
                <a:close/>
              </a:path>
              <a:path w="495300" h="368300">
                <a:moveTo>
                  <a:pt x="332014" y="25400"/>
                </a:moveTo>
                <a:lnTo>
                  <a:pt x="330200" y="25400"/>
                </a:lnTo>
                <a:lnTo>
                  <a:pt x="330200" y="50800"/>
                </a:lnTo>
                <a:lnTo>
                  <a:pt x="463550" y="184150"/>
                </a:lnTo>
                <a:lnTo>
                  <a:pt x="469900" y="177800"/>
                </a:lnTo>
                <a:lnTo>
                  <a:pt x="495300" y="177800"/>
                </a:lnTo>
                <a:lnTo>
                  <a:pt x="332014" y="25400"/>
                </a:lnTo>
                <a:close/>
              </a:path>
              <a:path w="4953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495300" h="368300">
                <a:moveTo>
                  <a:pt x="330200" y="88900"/>
                </a:moveTo>
                <a:lnTo>
                  <a:pt x="317500" y="88900"/>
                </a:lnTo>
                <a:lnTo>
                  <a:pt x="3048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330200" y="114300"/>
                </a:lnTo>
                <a:lnTo>
                  <a:pt x="330200" y="88900"/>
                </a:lnTo>
                <a:close/>
              </a:path>
              <a:path w="495300" h="368300">
                <a:moveTo>
                  <a:pt x="304800" y="0"/>
                </a:moveTo>
                <a:lnTo>
                  <a:pt x="304800" y="101600"/>
                </a:lnTo>
                <a:lnTo>
                  <a:pt x="317500" y="88900"/>
                </a:lnTo>
                <a:lnTo>
                  <a:pt x="330200" y="88900"/>
                </a:lnTo>
                <a:lnTo>
                  <a:pt x="330200" y="50800"/>
                </a:lnTo>
                <a:lnTo>
                  <a:pt x="317500" y="38100"/>
                </a:lnTo>
                <a:lnTo>
                  <a:pt x="330200" y="25400"/>
                </a:lnTo>
                <a:lnTo>
                  <a:pt x="332014" y="25400"/>
                </a:lnTo>
                <a:lnTo>
                  <a:pt x="304800" y="0"/>
                </a:lnTo>
                <a:close/>
              </a:path>
              <a:path w="495300" h="368300">
                <a:moveTo>
                  <a:pt x="330200" y="25400"/>
                </a:moveTo>
                <a:lnTo>
                  <a:pt x="317500" y="38100"/>
                </a:lnTo>
                <a:lnTo>
                  <a:pt x="330200" y="50800"/>
                </a:lnTo>
                <a:lnTo>
                  <a:pt x="3302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32500" y="62230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304800" y="0"/>
                </a:moveTo>
                <a:lnTo>
                  <a:pt x="3048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304800" y="228600"/>
                </a:lnTo>
                <a:lnTo>
                  <a:pt x="304800" y="304800"/>
                </a:lnTo>
                <a:lnTo>
                  <a:pt x="457200" y="152400"/>
                </a:lnTo>
                <a:lnTo>
                  <a:pt x="3048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19800" y="6197600"/>
            <a:ext cx="495300" cy="368300"/>
          </a:xfrm>
          <a:custGeom>
            <a:avLst/>
            <a:gdLst/>
            <a:ahLst/>
            <a:cxnLst/>
            <a:rect l="l" t="t" r="r" b="b"/>
            <a:pathLst>
              <a:path w="495300" h="368300">
                <a:moveTo>
                  <a:pt x="304800" y="254000"/>
                </a:moveTo>
                <a:lnTo>
                  <a:pt x="304800" y="368300"/>
                </a:lnTo>
                <a:lnTo>
                  <a:pt x="342900" y="330200"/>
                </a:lnTo>
                <a:lnTo>
                  <a:pt x="317500" y="330200"/>
                </a:lnTo>
                <a:lnTo>
                  <a:pt x="330200" y="317500"/>
                </a:lnTo>
                <a:lnTo>
                  <a:pt x="330200" y="266700"/>
                </a:lnTo>
                <a:lnTo>
                  <a:pt x="317500" y="266700"/>
                </a:lnTo>
                <a:lnTo>
                  <a:pt x="304800" y="254000"/>
                </a:lnTo>
                <a:close/>
              </a:path>
              <a:path w="495300" h="368300">
                <a:moveTo>
                  <a:pt x="330200" y="317500"/>
                </a:moveTo>
                <a:lnTo>
                  <a:pt x="317500" y="330200"/>
                </a:lnTo>
                <a:lnTo>
                  <a:pt x="330200" y="330200"/>
                </a:lnTo>
                <a:lnTo>
                  <a:pt x="330200" y="317500"/>
                </a:lnTo>
                <a:close/>
              </a:path>
              <a:path w="495300" h="368300">
                <a:moveTo>
                  <a:pt x="463550" y="184150"/>
                </a:moveTo>
                <a:lnTo>
                  <a:pt x="330200" y="317500"/>
                </a:lnTo>
                <a:lnTo>
                  <a:pt x="330200" y="330200"/>
                </a:lnTo>
                <a:lnTo>
                  <a:pt x="342900" y="330200"/>
                </a:lnTo>
                <a:lnTo>
                  <a:pt x="482600" y="190500"/>
                </a:lnTo>
                <a:lnTo>
                  <a:pt x="469900" y="190500"/>
                </a:lnTo>
                <a:lnTo>
                  <a:pt x="463550" y="184150"/>
                </a:lnTo>
                <a:close/>
              </a:path>
              <a:path w="495300" h="368300">
                <a:moveTo>
                  <a:pt x="304800" y="88900"/>
                </a:moveTo>
                <a:lnTo>
                  <a:pt x="0" y="88900"/>
                </a:lnTo>
                <a:lnTo>
                  <a:pt x="0" y="266700"/>
                </a:lnTo>
                <a:lnTo>
                  <a:pt x="304800" y="266700"/>
                </a:lnTo>
                <a:lnTo>
                  <a:pt x="304800" y="254000"/>
                </a:lnTo>
                <a:lnTo>
                  <a:pt x="25400" y="254000"/>
                </a:lnTo>
                <a:lnTo>
                  <a:pt x="12700" y="241300"/>
                </a:lnTo>
                <a:lnTo>
                  <a:pt x="25400" y="241300"/>
                </a:lnTo>
                <a:lnTo>
                  <a:pt x="25400" y="114300"/>
                </a:lnTo>
                <a:lnTo>
                  <a:pt x="12700" y="114300"/>
                </a:lnTo>
                <a:lnTo>
                  <a:pt x="25400" y="101600"/>
                </a:lnTo>
                <a:lnTo>
                  <a:pt x="304800" y="101600"/>
                </a:lnTo>
                <a:lnTo>
                  <a:pt x="304800" y="88900"/>
                </a:lnTo>
                <a:close/>
              </a:path>
              <a:path w="495300" h="368300">
                <a:moveTo>
                  <a:pt x="330200" y="241300"/>
                </a:moveTo>
                <a:lnTo>
                  <a:pt x="25400" y="241300"/>
                </a:lnTo>
                <a:lnTo>
                  <a:pt x="25400" y="254000"/>
                </a:lnTo>
                <a:lnTo>
                  <a:pt x="304800" y="254000"/>
                </a:lnTo>
                <a:lnTo>
                  <a:pt x="317500" y="266700"/>
                </a:lnTo>
                <a:lnTo>
                  <a:pt x="330200" y="266700"/>
                </a:lnTo>
                <a:lnTo>
                  <a:pt x="330200" y="241300"/>
                </a:lnTo>
                <a:close/>
              </a:path>
              <a:path w="495300" h="368300">
                <a:moveTo>
                  <a:pt x="25400" y="241300"/>
                </a:moveTo>
                <a:lnTo>
                  <a:pt x="12700" y="241300"/>
                </a:lnTo>
                <a:lnTo>
                  <a:pt x="25400" y="254000"/>
                </a:lnTo>
                <a:lnTo>
                  <a:pt x="25400" y="241300"/>
                </a:lnTo>
                <a:close/>
              </a:path>
              <a:path w="495300" h="368300">
                <a:moveTo>
                  <a:pt x="469900" y="177800"/>
                </a:moveTo>
                <a:lnTo>
                  <a:pt x="463550" y="184150"/>
                </a:lnTo>
                <a:lnTo>
                  <a:pt x="469900" y="190500"/>
                </a:lnTo>
                <a:lnTo>
                  <a:pt x="469900" y="177800"/>
                </a:lnTo>
                <a:close/>
              </a:path>
              <a:path w="495300" h="368300">
                <a:moveTo>
                  <a:pt x="495300" y="177800"/>
                </a:moveTo>
                <a:lnTo>
                  <a:pt x="469900" y="177800"/>
                </a:lnTo>
                <a:lnTo>
                  <a:pt x="469900" y="190500"/>
                </a:lnTo>
                <a:lnTo>
                  <a:pt x="482600" y="190500"/>
                </a:lnTo>
                <a:lnTo>
                  <a:pt x="495300" y="177800"/>
                </a:lnTo>
                <a:close/>
              </a:path>
              <a:path w="495300" h="368300">
                <a:moveTo>
                  <a:pt x="332014" y="25400"/>
                </a:moveTo>
                <a:lnTo>
                  <a:pt x="330200" y="25400"/>
                </a:lnTo>
                <a:lnTo>
                  <a:pt x="330200" y="50800"/>
                </a:lnTo>
                <a:lnTo>
                  <a:pt x="463550" y="184150"/>
                </a:lnTo>
                <a:lnTo>
                  <a:pt x="469900" y="177800"/>
                </a:lnTo>
                <a:lnTo>
                  <a:pt x="495300" y="177800"/>
                </a:lnTo>
                <a:lnTo>
                  <a:pt x="332014" y="25400"/>
                </a:lnTo>
                <a:close/>
              </a:path>
              <a:path w="495300" h="368300">
                <a:moveTo>
                  <a:pt x="25400" y="101600"/>
                </a:moveTo>
                <a:lnTo>
                  <a:pt x="12700" y="114300"/>
                </a:lnTo>
                <a:lnTo>
                  <a:pt x="25400" y="114300"/>
                </a:lnTo>
                <a:lnTo>
                  <a:pt x="25400" y="101600"/>
                </a:lnTo>
                <a:close/>
              </a:path>
              <a:path w="495300" h="368300">
                <a:moveTo>
                  <a:pt x="330200" y="88900"/>
                </a:moveTo>
                <a:lnTo>
                  <a:pt x="317500" y="88900"/>
                </a:lnTo>
                <a:lnTo>
                  <a:pt x="304800" y="101600"/>
                </a:lnTo>
                <a:lnTo>
                  <a:pt x="25400" y="101600"/>
                </a:lnTo>
                <a:lnTo>
                  <a:pt x="25400" y="114300"/>
                </a:lnTo>
                <a:lnTo>
                  <a:pt x="330200" y="114300"/>
                </a:lnTo>
                <a:lnTo>
                  <a:pt x="330200" y="88900"/>
                </a:lnTo>
                <a:close/>
              </a:path>
              <a:path w="495300" h="368300">
                <a:moveTo>
                  <a:pt x="304800" y="0"/>
                </a:moveTo>
                <a:lnTo>
                  <a:pt x="304800" y="101600"/>
                </a:lnTo>
                <a:lnTo>
                  <a:pt x="317500" y="88900"/>
                </a:lnTo>
                <a:lnTo>
                  <a:pt x="330200" y="88900"/>
                </a:lnTo>
                <a:lnTo>
                  <a:pt x="330200" y="50800"/>
                </a:lnTo>
                <a:lnTo>
                  <a:pt x="317500" y="38100"/>
                </a:lnTo>
                <a:lnTo>
                  <a:pt x="330200" y="25400"/>
                </a:lnTo>
                <a:lnTo>
                  <a:pt x="332014" y="25400"/>
                </a:lnTo>
                <a:lnTo>
                  <a:pt x="304800" y="0"/>
                </a:lnTo>
                <a:close/>
              </a:path>
              <a:path w="495300" h="368300">
                <a:moveTo>
                  <a:pt x="330200" y="25400"/>
                </a:moveTo>
                <a:lnTo>
                  <a:pt x="317500" y="38100"/>
                </a:lnTo>
                <a:lnTo>
                  <a:pt x="330200" y="50800"/>
                </a:lnTo>
                <a:lnTo>
                  <a:pt x="3302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565900" y="5765800"/>
            <a:ext cx="1752600" cy="1219200"/>
          </a:xfrm>
          <a:custGeom>
            <a:avLst/>
            <a:gdLst/>
            <a:ahLst/>
            <a:cxnLst/>
            <a:rect l="l" t="t" r="r" b="b"/>
            <a:pathLst>
              <a:path w="1752600" h="1219200">
                <a:moveTo>
                  <a:pt x="1549400" y="0"/>
                </a:moveTo>
                <a:lnTo>
                  <a:pt x="203200" y="0"/>
                </a:lnTo>
                <a:lnTo>
                  <a:pt x="187972" y="749"/>
                </a:lnTo>
                <a:lnTo>
                  <a:pt x="143052" y="11379"/>
                </a:lnTo>
                <a:lnTo>
                  <a:pt x="100876" y="32981"/>
                </a:lnTo>
                <a:lnTo>
                  <a:pt x="63500" y="63500"/>
                </a:lnTo>
                <a:lnTo>
                  <a:pt x="32981" y="100876"/>
                </a:lnTo>
                <a:lnTo>
                  <a:pt x="11379" y="143052"/>
                </a:lnTo>
                <a:lnTo>
                  <a:pt x="749" y="187972"/>
                </a:lnTo>
                <a:lnTo>
                  <a:pt x="0" y="203200"/>
                </a:lnTo>
                <a:lnTo>
                  <a:pt x="0" y="1016000"/>
                </a:lnTo>
                <a:lnTo>
                  <a:pt x="6515" y="1065506"/>
                </a:lnTo>
                <a:lnTo>
                  <a:pt x="24688" y="1110297"/>
                </a:lnTo>
                <a:lnTo>
                  <a:pt x="52463" y="1149088"/>
                </a:lnTo>
                <a:lnTo>
                  <a:pt x="87782" y="1180591"/>
                </a:lnTo>
                <a:lnTo>
                  <a:pt x="128587" y="1203523"/>
                </a:lnTo>
                <a:lnTo>
                  <a:pt x="172821" y="1216596"/>
                </a:lnTo>
                <a:lnTo>
                  <a:pt x="203200" y="1219200"/>
                </a:lnTo>
                <a:lnTo>
                  <a:pt x="1549400" y="1219200"/>
                </a:lnTo>
                <a:lnTo>
                  <a:pt x="1598906" y="1213413"/>
                </a:lnTo>
                <a:lnTo>
                  <a:pt x="1643697" y="1196911"/>
                </a:lnTo>
                <a:lnTo>
                  <a:pt x="1682488" y="1170979"/>
                </a:lnTo>
                <a:lnTo>
                  <a:pt x="1713992" y="1136904"/>
                </a:lnTo>
                <a:lnTo>
                  <a:pt x="1736923" y="1095970"/>
                </a:lnTo>
                <a:lnTo>
                  <a:pt x="1749996" y="1049464"/>
                </a:lnTo>
                <a:lnTo>
                  <a:pt x="1752600" y="1016000"/>
                </a:lnTo>
                <a:lnTo>
                  <a:pt x="1752600" y="203200"/>
                </a:lnTo>
                <a:lnTo>
                  <a:pt x="1746813" y="157822"/>
                </a:lnTo>
                <a:lnTo>
                  <a:pt x="1730311" y="114503"/>
                </a:lnTo>
                <a:lnTo>
                  <a:pt x="1704379" y="75298"/>
                </a:lnTo>
                <a:lnTo>
                  <a:pt x="1670303" y="42265"/>
                </a:lnTo>
                <a:lnTo>
                  <a:pt x="1629370" y="17462"/>
                </a:lnTo>
                <a:lnTo>
                  <a:pt x="1582864" y="2946"/>
                </a:lnTo>
                <a:lnTo>
                  <a:pt x="1549400" y="0"/>
                </a:lnTo>
                <a:close/>
              </a:path>
            </a:pathLst>
          </a:custGeom>
          <a:solidFill>
            <a:srgbClr val="C1FFE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53200" y="5753100"/>
            <a:ext cx="1778000" cy="1244600"/>
          </a:xfrm>
          <a:custGeom>
            <a:avLst/>
            <a:gdLst/>
            <a:ahLst/>
            <a:cxnLst/>
            <a:rect l="l" t="t" r="r" b="b"/>
            <a:pathLst>
              <a:path w="1778000" h="1244600">
                <a:moveTo>
                  <a:pt x="1562100" y="0"/>
                </a:moveTo>
                <a:lnTo>
                  <a:pt x="215900" y="0"/>
                </a:lnTo>
                <a:lnTo>
                  <a:pt x="101600" y="38100"/>
                </a:lnTo>
                <a:lnTo>
                  <a:pt x="76200" y="63500"/>
                </a:lnTo>
                <a:lnTo>
                  <a:pt x="63500" y="63500"/>
                </a:lnTo>
                <a:lnTo>
                  <a:pt x="63500" y="76200"/>
                </a:lnTo>
                <a:lnTo>
                  <a:pt x="38100" y="101600"/>
                </a:lnTo>
                <a:lnTo>
                  <a:pt x="0" y="215900"/>
                </a:lnTo>
                <a:lnTo>
                  <a:pt x="0" y="1041400"/>
                </a:lnTo>
                <a:lnTo>
                  <a:pt x="38100" y="1155700"/>
                </a:lnTo>
                <a:lnTo>
                  <a:pt x="63500" y="1181100"/>
                </a:lnTo>
                <a:lnTo>
                  <a:pt x="63500" y="1193800"/>
                </a:lnTo>
                <a:lnTo>
                  <a:pt x="76200" y="1193800"/>
                </a:lnTo>
                <a:lnTo>
                  <a:pt x="101600" y="1206500"/>
                </a:lnTo>
                <a:lnTo>
                  <a:pt x="101600" y="1219200"/>
                </a:lnTo>
                <a:lnTo>
                  <a:pt x="177800" y="1244600"/>
                </a:lnTo>
                <a:lnTo>
                  <a:pt x="1612900" y="1244600"/>
                </a:lnTo>
                <a:lnTo>
                  <a:pt x="1689100" y="1219200"/>
                </a:lnTo>
                <a:lnTo>
                  <a:pt x="190500" y="1219200"/>
                </a:lnTo>
                <a:lnTo>
                  <a:pt x="114300" y="1193800"/>
                </a:lnTo>
                <a:lnTo>
                  <a:pt x="63500" y="1143000"/>
                </a:lnTo>
                <a:lnTo>
                  <a:pt x="42333" y="1079500"/>
                </a:lnTo>
                <a:lnTo>
                  <a:pt x="38100" y="1079500"/>
                </a:lnTo>
                <a:lnTo>
                  <a:pt x="25400" y="1028700"/>
                </a:lnTo>
                <a:lnTo>
                  <a:pt x="25400" y="215900"/>
                </a:lnTo>
                <a:lnTo>
                  <a:pt x="38100" y="177800"/>
                </a:lnTo>
                <a:lnTo>
                  <a:pt x="42333" y="177800"/>
                </a:lnTo>
                <a:lnTo>
                  <a:pt x="63500" y="114300"/>
                </a:lnTo>
                <a:lnTo>
                  <a:pt x="114300" y="63500"/>
                </a:lnTo>
                <a:lnTo>
                  <a:pt x="190500" y="38100"/>
                </a:lnTo>
                <a:lnTo>
                  <a:pt x="177800" y="38100"/>
                </a:lnTo>
                <a:lnTo>
                  <a:pt x="228600" y="25400"/>
                </a:lnTo>
                <a:lnTo>
                  <a:pt x="1651000" y="25400"/>
                </a:lnTo>
                <a:lnTo>
                  <a:pt x="1612900" y="12700"/>
                </a:lnTo>
                <a:lnTo>
                  <a:pt x="1562100" y="0"/>
                </a:lnTo>
                <a:close/>
              </a:path>
              <a:path w="1778000" h="1244600">
                <a:moveTo>
                  <a:pt x="1752600" y="1066800"/>
                </a:moveTo>
                <a:lnTo>
                  <a:pt x="1727200" y="1143000"/>
                </a:lnTo>
                <a:lnTo>
                  <a:pt x="1676400" y="1193800"/>
                </a:lnTo>
                <a:lnTo>
                  <a:pt x="1600200" y="1219200"/>
                </a:lnTo>
                <a:lnTo>
                  <a:pt x="1689100" y="1219200"/>
                </a:lnTo>
                <a:lnTo>
                  <a:pt x="1689100" y="1206500"/>
                </a:lnTo>
                <a:lnTo>
                  <a:pt x="1714500" y="1193800"/>
                </a:lnTo>
                <a:lnTo>
                  <a:pt x="1727200" y="1181100"/>
                </a:lnTo>
                <a:lnTo>
                  <a:pt x="1739900" y="1155700"/>
                </a:lnTo>
                <a:lnTo>
                  <a:pt x="1752600" y="1155700"/>
                </a:lnTo>
                <a:lnTo>
                  <a:pt x="1778000" y="1079500"/>
                </a:lnTo>
                <a:lnTo>
                  <a:pt x="1752600" y="1079500"/>
                </a:lnTo>
                <a:lnTo>
                  <a:pt x="1752600" y="1066800"/>
                </a:lnTo>
                <a:close/>
              </a:path>
              <a:path w="1778000" h="1244600">
                <a:moveTo>
                  <a:pt x="38100" y="1066800"/>
                </a:moveTo>
                <a:lnTo>
                  <a:pt x="38100" y="1079500"/>
                </a:lnTo>
                <a:lnTo>
                  <a:pt x="42333" y="1079500"/>
                </a:lnTo>
                <a:lnTo>
                  <a:pt x="38100" y="1066800"/>
                </a:lnTo>
                <a:close/>
              </a:path>
              <a:path w="1778000" h="1244600">
                <a:moveTo>
                  <a:pt x="1778000" y="177800"/>
                </a:moveTo>
                <a:lnTo>
                  <a:pt x="1752600" y="177800"/>
                </a:lnTo>
                <a:lnTo>
                  <a:pt x="1752600" y="1079500"/>
                </a:lnTo>
                <a:lnTo>
                  <a:pt x="1778000" y="1079500"/>
                </a:lnTo>
                <a:lnTo>
                  <a:pt x="1778000" y="177800"/>
                </a:lnTo>
                <a:close/>
              </a:path>
              <a:path w="1778000" h="1244600">
                <a:moveTo>
                  <a:pt x="42333" y="177800"/>
                </a:moveTo>
                <a:lnTo>
                  <a:pt x="38100" y="177800"/>
                </a:lnTo>
                <a:lnTo>
                  <a:pt x="38100" y="190500"/>
                </a:lnTo>
                <a:lnTo>
                  <a:pt x="42333" y="177800"/>
                </a:lnTo>
                <a:close/>
              </a:path>
              <a:path w="1778000" h="1244600">
                <a:moveTo>
                  <a:pt x="1651000" y="25400"/>
                </a:moveTo>
                <a:lnTo>
                  <a:pt x="1562100" y="25400"/>
                </a:lnTo>
                <a:lnTo>
                  <a:pt x="1612900" y="38100"/>
                </a:lnTo>
                <a:lnTo>
                  <a:pt x="1600200" y="38100"/>
                </a:lnTo>
                <a:lnTo>
                  <a:pt x="1676400" y="63500"/>
                </a:lnTo>
                <a:lnTo>
                  <a:pt x="1727200" y="114300"/>
                </a:lnTo>
                <a:lnTo>
                  <a:pt x="1752600" y="190500"/>
                </a:lnTo>
                <a:lnTo>
                  <a:pt x="1752600" y="177800"/>
                </a:lnTo>
                <a:lnTo>
                  <a:pt x="1778000" y="177800"/>
                </a:lnTo>
                <a:lnTo>
                  <a:pt x="1752600" y="101600"/>
                </a:lnTo>
                <a:lnTo>
                  <a:pt x="1739900" y="101600"/>
                </a:lnTo>
                <a:lnTo>
                  <a:pt x="1727200" y="76200"/>
                </a:lnTo>
                <a:lnTo>
                  <a:pt x="1727200" y="63500"/>
                </a:lnTo>
                <a:lnTo>
                  <a:pt x="1714500" y="63500"/>
                </a:lnTo>
                <a:lnTo>
                  <a:pt x="1689100" y="38100"/>
                </a:lnTo>
                <a:lnTo>
                  <a:pt x="1651000" y="25400"/>
                </a:lnTo>
                <a:close/>
              </a:path>
            </a:pathLst>
          </a:custGeom>
          <a:solidFill>
            <a:srgbClr val="00946E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061200" y="6111240"/>
            <a:ext cx="76263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270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Spatial pooling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17500" y="273050"/>
            <a:ext cx="103759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10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/>
          <p:nvPr/>
        </p:nvSpPr>
        <p:spPr>
          <a:xfrm>
            <a:off x="1854200" y="1790700"/>
            <a:ext cx="3124200" cy="387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38800" y="1409700"/>
            <a:ext cx="3632200" cy="505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1300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Кл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сс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17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кс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0" y="2438400"/>
            <a:ext cx="6858000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5900" y="2400300"/>
            <a:ext cx="6934200" cy="2717800"/>
          </a:xfrm>
          <a:custGeom>
            <a:avLst/>
            <a:gdLst/>
            <a:ahLst/>
            <a:cxnLst/>
            <a:rect l="l" t="t" r="r" b="b"/>
            <a:pathLst>
              <a:path w="6934200" h="2717800">
                <a:moveTo>
                  <a:pt x="6934200" y="0"/>
                </a:moveTo>
                <a:lnTo>
                  <a:pt x="0" y="0"/>
                </a:lnTo>
                <a:lnTo>
                  <a:pt x="0" y="2717800"/>
                </a:lnTo>
                <a:lnTo>
                  <a:pt x="6934200" y="2717800"/>
                </a:lnTo>
                <a:lnTo>
                  <a:pt x="6934200" y="2692400"/>
                </a:lnTo>
                <a:lnTo>
                  <a:pt x="50800" y="2692400"/>
                </a:lnTo>
                <a:lnTo>
                  <a:pt x="25400" y="2667000"/>
                </a:lnTo>
                <a:lnTo>
                  <a:pt x="50800" y="2667000"/>
                </a:lnTo>
                <a:lnTo>
                  <a:pt x="50800" y="50800"/>
                </a:lnTo>
                <a:lnTo>
                  <a:pt x="25400" y="50800"/>
                </a:lnTo>
                <a:lnTo>
                  <a:pt x="50800" y="25400"/>
                </a:lnTo>
                <a:lnTo>
                  <a:pt x="6934200" y="25400"/>
                </a:lnTo>
                <a:lnTo>
                  <a:pt x="6934200" y="0"/>
                </a:lnTo>
                <a:close/>
              </a:path>
              <a:path w="6934200" h="2717800">
                <a:moveTo>
                  <a:pt x="50800" y="2667000"/>
                </a:moveTo>
                <a:lnTo>
                  <a:pt x="25400" y="2667000"/>
                </a:lnTo>
                <a:lnTo>
                  <a:pt x="50800" y="2692400"/>
                </a:lnTo>
                <a:lnTo>
                  <a:pt x="50800" y="2667000"/>
                </a:lnTo>
                <a:close/>
              </a:path>
              <a:path w="6934200" h="2717800">
                <a:moveTo>
                  <a:pt x="6883400" y="2667000"/>
                </a:moveTo>
                <a:lnTo>
                  <a:pt x="50800" y="2667000"/>
                </a:lnTo>
                <a:lnTo>
                  <a:pt x="50800" y="2692400"/>
                </a:lnTo>
                <a:lnTo>
                  <a:pt x="6883400" y="2692400"/>
                </a:lnTo>
                <a:lnTo>
                  <a:pt x="6883400" y="2667000"/>
                </a:lnTo>
                <a:close/>
              </a:path>
              <a:path w="6934200" h="2717800">
                <a:moveTo>
                  <a:pt x="6883400" y="25400"/>
                </a:moveTo>
                <a:lnTo>
                  <a:pt x="6883400" y="2692400"/>
                </a:lnTo>
                <a:lnTo>
                  <a:pt x="6908800" y="2667000"/>
                </a:lnTo>
                <a:lnTo>
                  <a:pt x="6934200" y="2666999"/>
                </a:lnTo>
                <a:lnTo>
                  <a:pt x="6934200" y="50800"/>
                </a:lnTo>
                <a:lnTo>
                  <a:pt x="6908800" y="50800"/>
                </a:lnTo>
                <a:lnTo>
                  <a:pt x="6883400" y="25400"/>
                </a:lnTo>
                <a:close/>
              </a:path>
              <a:path w="6934200" h="2717800">
                <a:moveTo>
                  <a:pt x="6934200" y="2666999"/>
                </a:moveTo>
                <a:lnTo>
                  <a:pt x="6908800" y="2667000"/>
                </a:lnTo>
                <a:lnTo>
                  <a:pt x="6883400" y="2692400"/>
                </a:lnTo>
                <a:lnTo>
                  <a:pt x="6934200" y="2692400"/>
                </a:lnTo>
                <a:lnTo>
                  <a:pt x="6934200" y="2666999"/>
                </a:lnTo>
                <a:close/>
              </a:path>
              <a:path w="6934200" h="2717800">
                <a:moveTo>
                  <a:pt x="50800" y="25400"/>
                </a:moveTo>
                <a:lnTo>
                  <a:pt x="25400" y="50800"/>
                </a:lnTo>
                <a:lnTo>
                  <a:pt x="50800" y="50800"/>
                </a:lnTo>
                <a:lnTo>
                  <a:pt x="50800" y="25400"/>
                </a:lnTo>
                <a:close/>
              </a:path>
              <a:path w="6934200" h="2717800">
                <a:moveTo>
                  <a:pt x="6883400" y="25400"/>
                </a:moveTo>
                <a:lnTo>
                  <a:pt x="50800" y="25400"/>
                </a:lnTo>
                <a:lnTo>
                  <a:pt x="50800" y="50800"/>
                </a:lnTo>
                <a:lnTo>
                  <a:pt x="6883400" y="50800"/>
                </a:lnTo>
                <a:lnTo>
                  <a:pt x="6883400" y="25400"/>
                </a:lnTo>
                <a:close/>
              </a:path>
              <a:path w="6934200" h="2717800">
                <a:moveTo>
                  <a:pt x="6934200" y="25400"/>
                </a:moveTo>
                <a:lnTo>
                  <a:pt x="6883400" y="25400"/>
                </a:lnTo>
                <a:lnTo>
                  <a:pt x="6908800" y="50800"/>
                </a:lnTo>
                <a:lnTo>
                  <a:pt x="6934200" y="50800"/>
                </a:lnTo>
                <a:lnTo>
                  <a:pt x="69342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3300" y="1457939"/>
            <a:ext cx="8420100" cy="74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дст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ты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 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»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G</a:t>
            </a:r>
            <a:r>
              <a:rPr sz="2000" spc="-45" dirty="0">
                <a:latin typeface="Arial"/>
                <a:cs typeface="Arial"/>
              </a:rPr>
              <a:t>il</a:t>
            </a:r>
            <a:r>
              <a:rPr sz="2000" dirty="0">
                <a:latin typeface="Arial"/>
                <a:cs typeface="Arial"/>
              </a:rPr>
              <a:t>l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5" dirty="0">
                <a:latin typeface="Arial"/>
                <a:cs typeface="Arial"/>
              </a:rPr>
              <a:t>1983</a:t>
            </a:r>
            <a:r>
              <a:rPr sz="200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84300" y="2260600"/>
            <a:ext cx="7162800" cy="609600"/>
          </a:xfrm>
          <a:custGeom>
            <a:avLst/>
            <a:gdLst/>
            <a:ahLst/>
            <a:cxnLst/>
            <a:rect l="l" t="t" r="r" b="b"/>
            <a:pathLst>
              <a:path w="7162800" h="609600">
                <a:moveTo>
                  <a:pt x="0" y="609600"/>
                </a:moveTo>
                <a:lnTo>
                  <a:pt x="7162800" y="609600"/>
                </a:lnTo>
                <a:lnTo>
                  <a:pt x="71628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84300" y="2260600"/>
            <a:ext cx="7175500" cy="622300"/>
          </a:xfrm>
          <a:custGeom>
            <a:avLst/>
            <a:gdLst/>
            <a:ahLst/>
            <a:cxnLst/>
            <a:rect l="l" t="t" r="r" b="b"/>
            <a:pathLst>
              <a:path w="7175500" h="622300">
                <a:moveTo>
                  <a:pt x="12700" y="0"/>
                </a:moveTo>
                <a:lnTo>
                  <a:pt x="0" y="12700"/>
                </a:lnTo>
                <a:lnTo>
                  <a:pt x="0" y="622300"/>
                </a:lnTo>
                <a:lnTo>
                  <a:pt x="7175500" y="622300"/>
                </a:lnTo>
                <a:lnTo>
                  <a:pt x="7175500" y="609600"/>
                </a:lnTo>
                <a:lnTo>
                  <a:pt x="12700" y="609600"/>
                </a:lnTo>
                <a:lnTo>
                  <a:pt x="12700" y="0"/>
                </a:lnTo>
                <a:close/>
              </a:path>
              <a:path w="7175500" h="622300">
                <a:moveTo>
                  <a:pt x="7175500" y="0"/>
                </a:moveTo>
                <a:lnTo>
                  <a:pt x="7162800" y="0"/>
                </a:lnTo>
                <a:lnTo>
                  <a:pt x="7162800" y="609600"/>
                </a:lnTo>
                <a:lnTo>
                  <a:pt x="7175500" y="609600"/>
                </a:lnTo>
                <a:lnTo>
                  <a:pt x="7175500" y="0"/>
                </a:lnTo>
                <a:close/>
              </a:path>
              <a:path w="7175500" h="6223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7175500" h="622300">
                <a:moveTo>
                  <a:pt x="71628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7162800" y="12700"/>
                </a:lnTo>
                <a:lnTo>
                  <a:pt x="7162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96900"/>
            <a:ext cx="8686800" cy="496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0">
              <a:lnSpc>
                <a:spcPct val="100000"/>
              </a:lnSpc>
            </a:pPr>
            <a:r>
              <a:rPr spc="30" dirty="0"/>
              <a:t>Кл</a:t>
            </a:r>
            <a:r>
              <a:rPr spc="-80" dirty="0"/>
              <a:t>а</a:t>
            </a:r>
            <a:r>
              <a:rPr dirty="0"/>
              <a:t>сс</a:t>
            </a:r>
            <a:r>
              <a:rPr spc="5" dirty="0"/>
              <a:t>и</a:t>
            </a:r>
            <a:r>
              <a:rPr spc="-135" dirty="0"/>
              <a:t>ф</a:t>
            </a:r>
            <a:r>
              <a:rPr spc="5" dirty="0"/>
              <a:t>и</a:t>
            </a:r>
            <a:r>
              <a:rPr dirty="0"/>
              <a:t>к</a:t>
            </a:r>
            <a:r>
              <a:rPr spc="-80" dirty="0"/>
              <a:t>а</a:t>
            </a:r>
            <a:r>
              <a:rPr spc="-35" dirty="0"/>
              <a:t>ц</a:t>
            </a:r>
            <a:r>
              <a:rPr spc="5" dirty="0"/>
              <a:t>и</a:t>
            </a:r>
            <a:r>
              <a:rPr dirty="0"/>
              <a:t>я</a:t>
            </a:r>
            <a:r>
              <a:rPr spc="175" dirty="0"/>
              <a:t> </a:t>
            </a:r>
            <a:r>
              <a:rPr spc="30" dirty="0"/>
              <a:t>т</a:t>
            </a:r>
            <a:r>
              <a:rPr spc="-80" dirty="0"/>
              <a:t>е</a:t>
            </a:r>
            <a:r>
              <a:rPr dirty="0"/>
              <a:t>кс</a:t>
            </a:r>
            <a:r>
              <a:rPr spc="30" dirty="0"/>
              <a:t>т</a:t>
            </a:r>
            <a:r>
              <a:rPr spc="-80" dirty="0"/>
              <a:t>о</a:t>
            </a:r>
            <a:r>
              <a:rPr dirty="0"/>
              <a:t>в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0" y="2438400"/>
            <a:ext cx="6858000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5900" y="2400300"/>
            <a:ext cx="6934200" cy="2717800"/>
          </a:xfrm>
          <a:custGeom>
            <a:avLst/>
            <a:gdLst/>
            <a:ahLst/>
            <a:cxnLst/>
            <a:rect l="l" t="t" r="r" b="b"/>
            <a:pathLst>
              <a:path w="6934200" h="2717800">
                <a:moveTo>
                  <a:pt x="6934200" y="0"/>
                </a:moveTo>
                <a:lnTo>
                  <a:pt x="0" y="0"/>
                </a:lnTo>
                <a:lnTo>
                  <a:pt x="0" y="2717800"/>
                </a:lnTo>
                <a:lnTo>
                  <a:pt x="6934200" y="2717800"/>
                </a:lnTo>
                <a:lnTo>
                  <a:pt x="6934200" y="2692400"/>
                </a:lnTo>
                <a:lnTo>
                  <a:pt x="50800" y="2692400"/>
                </a:lnTo>
                <a:lnTo>
                  <a:pt x="25400" y="2667000"/>
                </a:lnTo>
                <a:lnTo>
                  <a:pt x="50800" y="2667000"/>
                </a:lnTo>
                <a:lnTo>
                  <a:pt x="50800" y="50800"/>
                </a:lnTo>
                <a:lnTo>
                  <a:pt x="25400" y="50800"/>
                </a:lnTo>
                <a:lnTo>
                  <a:pt x="50800" y="25400"/>
                </a:lnTo>
                <a:lnTo>
                  <a:pt x="6934200" y="25400"/>
                </a:lnTo>
                <a:lnTo>
                  <a:pt x="6934200" y="0"/>
                </a:lnTo>
                <a:close/>
              </a:path>
              <a:path w="6934200" h="2717800">
                <a:moveTo>
                  <a:pt x="50800" y="2667000"/>
                </a:moveTo>
                <a:lnTo>
                  <a:pt x="25400" y="2667000"/>
                </a:lnTo>
                <a:lnTo>
                  <a:pt x="50800" y="2692400"/>
                </a:lnTo>
                <a:lnTo>
                  <a:pt x="50800" y="2667000"/>
                </a:lnTo>
                <a:close/>
              </a:path>
              <a:path w="6934200" h="2717800">
                <a:moveTo>
                  <a:pt x="6883400" y="2667000"/>
                </a:moveTo>
                <a:lnTo>
                  <a:pt x="50800" y="2667000"/>
                </a:lnTo>
                <a:lnTo>
                  <a:pt x="50800" y="2692400"/>
                </a:lnTo>
                <a:lnTo>
                  <a:pt x="6883400" y="2692400"/>
                </a:lnTo>
                <a:lnTo>
                  <a:pt x="6883400" y="2667000"/>
                </a:lnTo>
                <a:close/>
              </a:path>
              <a:path w="6934200" h="2717800">
                <a:moveTo>
                  <a:pt x="6883400" y="25400"/>
                </a:moveTo>
                <a:lnTo>
                  <a:pt x="6883400" y="2692400"/>
                </a:lnTo>
                <a:lnTo>
                  <a:pt x="6908800" y="2667000"/>
                </a:lnTo>
                <a:lnTo>
                  <a:pt x="6934200" y="2666999"/>
                </a:lnTo>
                <a:lnTo>
                  <a:pt x="6934200" y="50800"/>
                </a:lnTo>
                <a:lnTo>
                  <a:pt x="6908800" y="50800"/>
                </a:lnTo>
                <a:lnTo>
                  <a:pt x="6883400" y="25400"/>
                </a:lnTo>
                <a:close/>
              </a:path>
              <a:path w="6934200" h="2717800">
                <a:moveTo>
                  <a:pt x="6934200" y="2666999"/>
                </a:moveTo>
                <a:lnTo>
                  <a:pt x="6908800" y="2667000"/>
                </a:lnTo>
                <a:lnTo>
                  <a:pt x="6883400" y="2692400"/>
                </a:lnTo>
                <a:lnTo>
                  <a:pt x="6934200" y="2692400"/>
                </a:lnTo>
                <a:lnTo>
                  <a:pt x="6934200" y="2666999"/>
                </a:lnTo>
                <a:close/>
              </a:path>
              <a:path w="6934200" h="2717800">
                <a:moveTo>
                  <a:pt x="50800" y="25400"/>
                </a:moveTo>
                <a:lnTo>
                  <a:pt x="25400" y="50800"/>
                </a:lnTo>
                <a:lnTo>
                  <a:pt x="50800" y="50800"/>
                </a:lnTo>
                <a:lnTo>
                  <a:pt x="50800" y="25400"/>
                </a:lnTo>
                <a:close/>
              </a:path>
              <a:path w="6934200" h="2717800">
                <a:moveTo>
                  <a:pt x="6883400" y="25400"/>
                </a:moveTo>
                <a:lnTo>
                  <a:pt x="50800" y="25400"/>
                </a:lnTo>
                <a:lnTo>
                  <a:pt x="50800" y="50800"/>
                </a:lnTo>
                <a:lnTo>
                  <a:pt x="6883400" y="50800"/>
                </a:lnTo>
                <a:lnTo>
                  <a:pt x="6883400" y="25400"/>
                </a:lnTo>
                <a:close/>
              </a:path>
              <a:path w="6934200" h="2717800">
                <a:moveTo>
                  <a:pt x="6934200" y="25400"/>
                </a:moveTo>
                <a:lnTo>
                  <a:pt x="6883400" y="25400"/>
                </a:lnTo>
                <a:lnTo>
                  <a:pt x="6908800" y="50800"/>
                </a:lnTo>
                <a:lnTo>
                  <a:pt x="6934200" y="50800"/>
                </a:lnTo>
                <a:lnTo>
                  <a:pt x="69342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7400" y="3009900"/>
            <a:ext cx="6959600" cy="266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19300" y="2971800"/>
            <a:ext cx="7035800" cy="2755900"/>
          </a:xfrm>
          <a:custGeom>
            <a:avLst/>
            <a:gdLst/>
            <a:ahLst/>
            <a:cxnLst/>
            <a:rect l="l" t="t" r="r" b="b"/>
            <a:pathLst>
              <a:path w="7035800" h="2755900">
                <a:moveTo>
                  <a:pt x="7035800" y="0"/>
                </a:moveTo>
                <a:lnTo>
                  <a:pt x="0" y="0"/>
                </a:lnTo>
                <a:lnTo>
                  <a:pt x="0" y="2755900"/>
                </a:lnTo>
                <a:lnTo>
                  <a:pt x="7035800" y="2755900"/>
                </a:lnTo>
                <a:lnTo>
                  <a:pt x="7035800" y="2730500"/>
                </a:lnTo>
                <a:lnTo>
                  <a:pt x="50800" y="2730500"/>
                </a:lnTo>
                <a:lnTo>
                  <a:pt x="25400" y="2705100"/>
                </a:lnTo>
                <a:lnTo>
                  <a:pt x="50800" y="2705100"/>
                </a:lnTo>
                <a:lnTo>
                  <a:pt x="50800" y="50800"/>
                </a:lnTo>
                <a:lnTo>
                  <a:pt x="25400" y="50800"/>
                </a:lnTo>
                <a:lnTo>
                  <a:pt x="50800" y="25400"/>
                </a:lnTo>
                <a:lnTo>
                  <a:pt x="7035800" y="25400"/>
                </a:lnTo>
                <a:lnTo>
                  <a:pt x="7035800" y="0"/>
                </a:lnTo>
                <a:close/>
              </a:path>
              <a:path w="7035800" h="2755900">
                <a:moveTo>
                  <a:pt x="50800" y="2705100"/>
                </a:moveTo>
                <a:lnTo>
                  <a:pt x="25400" y="2705100"/>
                </a:lnTo>
                <a:lnTo>
                  <a:pt x="50800" y="2730500"/>
                </a:lnTo>
                <a:lnTo>
                  <a:pt x="50800" y="2705100"/>
                </a:lnTo>
                <a:close/>
              </a:path>
              <a:path w="7035800" h="2755900">
                <a:moveTo>
                  <a:pt x="6985000" y="2705100"/>
                </a:moveTo>
                <a:lnTo>
                  <a:pt x="50800" y="2705100"/>
                </a:lnTo>
                <a:lnTo>
                  <a:pt x="50800" y="2730500"/>
                </a:lnTo>
                <a:lnTo>
                  <a:pt x="6985000" y="2730500"/>
                </a:lnTo>
                <a:lnTo>
                  <a:pt x="6985000" y="2705100"/>
                </a:lnTo>
                <a:close/>
              </a:path>
              <a:path w="7035800" h="2755900">
                <a:moveTo>
                  <a:pt x="6985000" y="25400"/>
                </a:moveTo>
                <a:lnTo>
                  <a:pt x="6985000" y="2730500"/>
                </a:lnTo>
                <a:lnTo>
                  <a:pt x="7010400" y="2705100"/>
                </a:lnTo>
                <a:lnTo>
                  <a:pt x="7035800" y="2705099"/>
                </a:lnTo>
                <a:lnTo>
                  <a:pt x="7035800" y="50800"/>
                </a:lnTo>
                <a:lnTo>
                  <a:pt x="7010400" y="50800"/>
                </a:lnTo>
                <a:lnTo>
                  <a:pt x="6985000" y="25400"/>
                </a:lnTo>
                <a:close/>
              </a:path>
              <a:path w="7035800" h="2755900">
                <a:moveTo>
                  <a:pt x="7035800" y="2705099"/>
                </a:moveTo>
                <a:lnTo>
                  <a:pt x="7010400" y="2705100"/>
                </a:lnTo>
                <a:lnTo>
                  <a:pt x="6985000" y="2730500"/>
                </a:lnTo>
                <a:lnTo>
                  <a:pt x="7035800" y="2730500"/>
                </a:lnTo>
                <a:lnTo>
                  <a:pt x="7035800" y="2705099"/>
                </a:lnTo>
                <a:close/>
              </a:path>
              <a:path w="7035800" h="2755900">
                <a:moveTo>
                  <a:pt x="50800" y="25400"/>
                </a:moveTo>
                <a:lnTo>
                  <a:pt x="25400" y="50800"/>
                </a:lnTo>
                <a:lnTo>
                  <a:pt x="50800" y="50800"/>
                </a:lnTo>
                <a:lnTo>
                  <a:pt x="50800" y="25400"/>
                </a:lnTo>
                <a:close/>
              </a:path>
              <a:path w="7035800" h="2755900">
                <a:moveTo>
                  <a:pt x="6985000" y="25400"/>
                </a:moveTo>
                <a:lnTo>
                  <a:pt x="50800" y="25400"/>
                </a:lnTo>
                <a:lnTo>
                  <a:pt x="50800" y="50800"/>
                </a:lnTo>
                <a:lnTo>
                  <a:pt x="6985000" y="50800"/>
                </a:lnTo>
                <a:lnTo>
                  <a:pt x="6985000" y="25400"/>
                </a:lnTo>
                <a:close/>
              </a:path>
              <a:path w="7035800" h="2755900">
                <a:moveTo>
                  <a:pt x="7035800" y="25400"/>
                </a:moveTo>
                <a:lnTo>
                  <a:pt x="6985000" y="25400"/>
                </a:lnTo>
                <a:lnTo>
                  <a:pt x="7010400" y="50800"/>
                </a:lnTo>
                <a:lnTo>
                  <a:pt x="7035800" y="50800"/>
                </a:lnTo>
                <a:lnTo>
                  <a:pt x="70358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3300" y="1305539"/>
            <a:ext cx="8420100" cy="74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дст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ты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 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»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G</a:t>
            </a:r>
            <a:r>
              <a:rPr sz="2000" spc="-45" dirty="0">
                <a:latin typeface="Arial"/>
                <a:cs typeface="Arial"/>
              </a:rPr>
              <a:t>il</a:t>
            </a:r>
            <a:r>
              <a:rPr sz="2000" dirty="0">
                <a:latin typeface="Arial"/>
                <a:cs typeface="Arial"/>
              </a:rPr>
              <a:t>l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5" dirty="0">
                <a:latin typeface="Arial"/>
                <a:cs typeface="Arial"/>
              </a:rPr>
              <a:t>1983</a:t>
            </a:r>
            <a:r>
              <a:rPr sz="200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17700" y="2870200"/>
            <a:ext cx="7162800" cy="609600"/>
          </a:xfrm>
          <a:custGeom>
            <a:avLst/>
            <a:gdLst/>
            <a:ahLst/>
            <a:cxnLst/>
            <a:rect l="l" t="t" r="r" b="b"/>
            <a:pathLst>
              <a:path w="7162800" h="609600">
                <a:moveTo>
                  <a:pt x="0" y="609600"/>
                </a:moveTo>
                <a:lnTo>
                  <a:pt x="7162800" y="609600"/>
                </a:lnTo>
                <a:lnTo>
                  <a:pt x="71628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17700" y="2870200"/>
            <a:ext cx="7175500" cy="622300"/>
          </a:xfrm>
          <a:custGeom>
            <a:avLst/>
            <a:gdLst/>
            <a:ahLst/>
            <a:cxnLst/>
            <a:rect l="l" t="t" r="r" b="b"/>
            <a:pathLst>
              <a:path w="7175500" h="622300">
                <a:moveTo>
                  <a:pt x="12700" y="0"/>
                </a:moveTo>
                <a:lnTo>
                  <a:pt x="0" y="12700"/>
                </a:lnTo>
                <a:lnTo>
                  <a:pt x="0" y="622300"/>
                </a:lnTo>
                <a:lnTo>
                  <a:pt x="7175500" y="622300"/>
                </a:lnTo>
                <a:lnTo>
                  <a:pt x="7175500" y="609600"/>
                </a:lnTo>
                <a:lnTo>
                  <a:pt x="12700" y="609600"/>
                </a:lnTo>
                <a:lnTo>
                  <a:pt x="12700" y="0"/>
                </a:lnTo>
                <a:close/>
              </a:path>
              <a:path w="7175500" h="622300">
                <a:moveTo>
                  <a:pt x="7175500" y="0"/>
                </a:moveTo>
                <a:lnTo>
                  <a:pt x="7162800" y="0"/>
                </a:lnTo>
                <a:lnTo>
                  <a:pt x="7162800" y="609600"/>
                </a:lnTo>
                <a:lnTo>
                  <a:pt x="7175500" y="609600"/>
                </a:lnTo>
                <a:lnTo>
                  <a:pt x="7175500" y="0"/>
                </a:lnTo>
                <a:close/>
              </a:path>
              <a:path w="7175500" h="6223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7175500" h="622300">
                <a:moveTo>
                  <a:pt x="71628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7162800" y="12700"/>
                </a:lnTo>
                <a:lnTo>
                  <a:pt x="7162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438400"/>
            <a:ext cx="6858000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85900" y="2400300"/>
            <a:ext cx="6934200" cy="2717800"/>
          </a:xfrm>
          <a:custGeom>
            <a:avLst/>
            <a:gdLst/>
            <a:ahLst/>
            <a:cxnLst/>
            <a:rect l="l" t="t" r="r" b="b"/>
            <a:pathLst>
              <a:path w="6934200" h="2717800">
                <a:moveTo>
                  <a:pt x="6934200" y="0"/>
                </a:moveTo>
                <a:lnTo>
                  <a:pt x="0" y="0"/>
                </a:lnTo>
                <a:lnTo>
                  <a:pt x="0" y="2717800"/>
                </a:lnTo>
                <a:lnTo>
                  <a:pt x="6934200" y="2717800"/>
                </a:lnTo>
                <a:lnTo>
                  <a:pt x="6934200" y="2692400"/>
                </a:lnTo>
                <a:lnTo>
                  <a:pt x="50800" y="2692400"/>
                </a:lnTo>
                <a:lnTo>
                  <a:pt x="25400" y="2667000"/>
                </a:lnTo>
                <a:lnTo>
                  <a:pt x="50800" y="2667000"/>
                </a:lnTo>
                <a:lnTo>
                  <a:pt x="50800" y="50800"/>
                </a:lnTo>
                <a:lnTo>
                  <a:pt x="25400" y="50800"/>
                </a:lnTo>
                <a:lnTo>
                  <a:pt x="50800" y="25400"/>
                </a:lnTo>
                <a:lnTo>
                  <a:pt x="6934200" y="25400"/>
                </a:lnTo>
                <a:lnTo>
                  <a:pt x="6934200" y="0"/>
                </a:lnTo>
                <a:close/>
              </a:path>
              <a:path w="6934200" h="2717800">
                <a:moveTo>
                  <a:pt x="50800" y="2667000"/>
                </a:moveTo>
                <a:lnTo>
                  <a:pt x="25400" y="2667000"/>
                </a:lnTo>
                <a:lnTo>
                  <a:pt x="50800" y="2692400"/>
                </a:lnTo>
                <a:lnTo>
                  <a:pt x="50800" y="2667000"/>
                </a:lnTo>
                <a:close/>
              </a:path>
              <a:path w="6934200" h="2717800">
                <a:moveTo>
                  <a:pt x="6883400" y="2667000"/>
                </a:moveTo>
                <a:lnTo>
                  <a:pt x="50800" y="2667000"/>
                </a:lnTo>
                <a:lnTo>
                  <a:pt x="50800" y="2692400"/>
                </a:lnTo>
                <a:lnTo>
                  <a:pt x="6883400" y="2692400"/>
                </a:lnTo>
                <a:lnTo>
                  <a:pt x="6883400" y="2667000"/>
                </a:lnTo>
                <a:close/>
              </a:path>
              <a:path w="6934200" h="2717800">
                <a:moveTo>
                  <a:pt x="6883400" y="25400"/>
                </a:moveTo>
                <a:lnTo>
                  <a:pt x="6883400" y="2692400"/>
                </a:lnTo>
                <a:lnTo>
                  <a:pt x="6908800" y="2667000"/>
                </a:lnTo>
                <a:lnTo>
                  <a:pt x="6934200" y="2666999"/>
                </a:lnTo>
                <a:lnTo>
                  <a:pt x="6934200" y="50800"/>
                </a:lnTo>
                <a:lnTo>
                  <a:pt x="6908800" y="50800"/>
                </a:lnTo>
                <a:lnTo>
                  <a:pt x="6883400" y="25400"/>
                </a:lnTo>
                <a:close/>
              </a:path>
              <a:path w="6934200" h="2717800">
                <a:moveTo>
                  <a:pt x="6934200" y="2666999"/>
                </a:moveTo>
                <a:lnTo>
                  <a:pt x="6908800" y="2667000"/>
                </a:lnTo>
                <a:lnTo>
                  <a:pt x="6883400" y="2692400"/>
                </a:lnTo>
                <a:lnTo>
                  <a:pt x="6934200" y="2692400"/>
                </a:lnTo>
                <a:lnTo>
                  <a:pt x="6934200" y="2666999"/>
                </a:lnTo>
                <a:close/>
              </a:path>
              <a:path w="6934200" h="2717800">
                <a:moveTo>
                  <a:pt x="50800" y="25400"/>
                </a:moveTo>
                <a:lnTo>
                  <a:pt x="25400" y="50800"/>
                </a:lnTo>
                <a:lnTo>
                  <a:pt x="50800" y="50800"/>
                </a:lnTo>
                <a:lnTo>
                  <a:pt x="50800" y="25400"/>
                </a:lnTo>
                <a:close/>
              </a:path>
              <a:path w="6934200" h="2717800">
                <a:moveTo>
                  <a:pt x="6883400" y="25400"/>
                </a:moveTo>
                <a:lnTo>
                  <a:pt x="50800" y="25400"/>
                </a:lnTo>
                <a:lnTo>
                  <a:pt x="50800" y="50800"/>
                </a:lnTo>
                <a:lnTo>
                  <a:pt x="6883400" y="50800"/>
                </a:lnTo>
                <a:lnTo>
                  <a:pt x="6883400" y="25400"/>
                </a:lnTo>
                <a:close/>
              </a:path>
              <a:path w="6934200" h="2717800">
                <a:moveTo>
                  <a:pt x="6934200" y="25400"/>
                </a:moveTo>
                <a:lnTo>
                  <a:pt x="6883400" y="25400"/>
                </a:lnTo>
                <a:lnTo>
                  <a:pt x="6908800" y="50800"/>
                </a:lnTo>
                <a:lnTo>
                  <a:pt x="6934200" y="50800"/>
                </a:lnTo>
                <a:lnTo>
                  <a:pt x="69342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57400" y="3009900"/>
            <a:ext cx="6959600" cy="266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19300" y="2971800"/>
            <a:ext cx="7035800" cy="2755900"/>
          </a:xfrm>
          <a:custGeom>
            <a:avLst/>
            <a:gdLst/>
            <a:ahLst/>
            <a:cxnLst/>
            <a:rect l="l" t="t" r="r" b="b"/>
            <a:pathLst>
              <a:path w="7035800" h="2755900">
                <a:moveTo>
                  <a:pt x="7035800" y="0"/>
                </a:moveTo>
                <a:lnTo>
                  <a:pt x="0" y="0"/>
                </a:lnTo>
                <a:lnTo>
                  <a:pt x="0" y="2755900"/>
                </a:lnTo>
                <a:lnTo>
                  <a:pt x="7035800" y="2755900"/>
                </a:lnTo>
                <a:lnTo>
                  <a:pt x="7035800" y="2730500"/>
                </a:lnTo>
                <a:lnTo>
                  <a:pt x="50800" y="2730500"/>
                </a:lnTo>
                <a:lnTo>
                  <a:pt x="25400" y="2705100"/>
                </a:lnTo>
                <a:lnTo>
                  <a:pt x="50800" y="2705100"/>
                </a:lnTo>
                <a:lnTo>
                  <a:pt x="50800" y="50800"/>
                </a:lnTo>
                <a:lnTo>
                  <a:pt x="25400" y="50800"/>
                </a:lnTo>
                <a:lnTo>
                  <a:pt x="50800" y="25400"/>
                </a:lnTo>
                <a:lnTo>
                  <a:pt x="7035800" y="25400"/>
                </a:lnTo>
                <a:lnTo>
                  <a:pt x="7035800" y="0"/>
                </a:lnTo>
                <a:close/>
              </a:path>
              <a:path w="7035800" h="2755900">
                <a:moveTo>
                  <a:pt x="50800" y="2705100"/>
                </a:moveTo>
                <a:lnTo>
                  <a:pt x="25400" y="2705100"/>
                </a:lnTo>
                <a:lnTo>
                  <a:pt x="50800" y="2730500"/>
                </a:lnTo>
                <a:lnTo>
                  <a:pt x="50800" y="2705100"/>
                </a:lnTo>
                <a:close/>
              </a:path>
              <a:path w="7035800" h="2755900">
                <a:moveTo>
                  <a:pt x="6985000" y="2705100"/>
                </a:moveTo>
                <a:lnTo>
                  <a:pt x="50800" y="2705100"/>
                </a:lnTo>
                <a:lnTo>
                  <a:pt x="50800" y="2730500"/>
                </a:lnTo>
                <a:lnTo>
                  <a:pt x="6985000" y="2730500"/>
                </a:lnTo>
                <a:lnTo>
                  <a:pt x="6985000" y="2705100"/>
                </a:lnTo>
                <a:close/>
              </a:path>
              <a:path w="7035800" h="2755900">
                <a:moveTo>
                  <a:pt x="6985000" y="25400"/>
                </a:moveTo>
                <a:lnTo>
                  <a:pt x="6985000" y="2730500"/>
                </a:lnTo>
                <a:lnTo>
                  <a:pt x="7010400" y="2705100"/>
                </a:lnTo>
                <a:lnTo>
                  <a:pt x="7035800" y="2705099"/>
                </a:lnTo>
                <a:lnTo>
                  <a:pt x="7035800" y="50800"/>
                </a:lnTo>
                <a:lnTo>
                  <a:pt x="7010400" y="50800"/>
                </a:lnTo>
                <a:lnTo>
                  <a:pt x="6985000" y="25400"/>
                </a:lnTo>
                <a:close/>
              </a:path>
              <a:path w="7035800" h="2755900">
                <a:moveTo>
                  <a:pt x="7035800" y="2705099"/>
                </a:moveTo>
                <a:lnTo>
                  <a:pt x="7010400" y="2705100"/>
                </a:lnTo>
                <a:lnTo>
                  <a:pt x="6985000" y="2730500"/>
                </a:lnTo>
                <a:lnTo>
                  <a:pt x="7035800" y="2730500"/>
                </a:lnTo>
                <a:lnTo>
                  <a:pt x="7035800" y="2705099"/>
                </a:lnTo>
                <a:close/>
              </a:path>
              <a:path w="7035800" h="2755900">
                <a:moveTo>
                  <a:pt x="50800" y="25400"/>
                </a:moveTo>
                <a:lnTo>
                  <a:pt x="25400" y="50800"/>
                </a:lnTo>
                <a:lnTo>
                  <a:pt x="50800" y="50800"/>
                </a:lnTo>
                <a:lnTo>
                  <a:pt x="50800" y="25400"/>
                </a:lnTo>
                <a:close/>
              </a:path>
              <a:path w="7035800" h="2755900">
                <a:moveTo>
                  <a:pt x="6985000" y="25400"/>
                </a:moveTo>
                <a:lnTo>
                  <a:pt x="50800" y="25400"/>
                </a:lnTo>
                <a:lnTo>
                  <a:pt x="50800" y="50800"/>
                </a:lnTo>
                <a:lnTo>
                  <a:pt x="6985000" y="50800"/>
                </a:lnTo>
                <a:lnTo>
                  <a:pt x="6985000" y="25400"/>
                </a:lnTo>
                <a:close/>
              </a:path>
              <a:path w="7035800" h="2755900">
                <a:moveTo>
                  <a:pt x="7035800" y="25400"/>
                </a:moveTo>
                <a:lnTo>
                  <a:pt x="6985000" y="25400"/>
                </a:lnTo>
                <a:lnTo>
                  <a:pt x="7010400" y="50800"/>
                </a:lnTo>
                <a:lnTo>
                  <a:pt x="7035800" y="50800"/>
                </a:lnTo>
                <a:lnTo>
                  <a:pt x="70358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90800" y="3594100"/>
            <a:ext cx="6883400" cy="2565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2700" y="3568700"/>
            <a:ext cx="6959600" cy="2628900"/>
          </a:xfrm>
          <a:custGeom>
            <a:avLst/>
            <a:gdLst/>
            <a:ahLst/>
            <a:cxnLst/>
            <a:rect l="l" t="t" r="r" b="b"/>
            <a:pathLst>
              <a:path w="6959600" h="2628900">
                <a:moveTo>
                  <a:pt x="6959600" y="0"/>
                </a:moveTo>
                <a:lnTo>
                  <a:pt x="0" y="0"/>
                </a:lnTo>
                <a:lnTo>
                  <a:pt x="0" y="2628900"/>
                </a:lnTo>
                <a:lnTo>
                  <a:pt x="6959600" y="2628900"/>
                </a:lnTo>
                <a:lnTo>
                  <a:pt x="6959600" y="2603500"/>
                </a:lnTo>
                <a:lnTo>
                  <a:pt x="50800" y="2603500"/>
                </a:lnTo>
                <a:lnTo>
                  <a:pt x="25400" y="2578100"/>
                </a:lnTo>
                <a:lnTo>
                  <a:pt x="50800" y="2578100"/>
                </a:lnTo>
                <a:lnTo>
                  <a:pt x="50800" y="50800"/>
                </a:lnTo>
                <a:lnTo>
                  <a:pt x="25400" y="50800"/>
                </a:lnTo>
                <a:lnTo>
                  <a:pt x="50800" y="25400"/>
                </a:lnTo>
                <a:lnTo>
                  <a:pt x="6959600" y="25400"/>
                </a:lnTo>
                <a:lnTo>
                  <a:pt x="6959600" y="0"/>
                </a:lnTo>
                <a:close/>
              </a:path>
              <a:path w="6959600" h="2628900">
                <a:moveTo>
                  <a:pt x="50800" y="2578100"/>
                </a:moveTo>
                <a:lnTo>
                  <a:pt x="25400" y="2578100"/>
                </a:lnTo>
                <a:lnTo>
                  <a:pt x="50800" y="2603500"/>
                </a:lnTo>
                <a:lnTo>
                  <a:pt x="50800" y="2578100"/>
                </a:lnTo>
                <a:close/>
              </a:path>
              <a:path w="6959600" h="2628900">
                <a:moveTo>
                  <a:pt x="6908800" y="2578100"/>
                </a:moveTo>
                <a:lnTo>
                  <a:pt x="50800" y="2578100"/>
                </a:lnTo>
                <a:lnTo>
                  <a:pt x="50800" y="2603500"/>
                </a:lnTo>
                <a:lnTo>
                  <a:pt x="6908800" y="2603500"/>
                </a:lnTo>
                <a:lnTo>
                  <a:pt x="6908800" y="2578100"/>
                </a:lnTo>
                <a:close/>
              </a:path>
              <a:path w="6959600" h="2628900">
                <a:moveTo>
                  <a:pt x="6908800" y="25400"/>
                </a:moveTo>
                <a:lnTo>
                  <a:pt x="6908800" y="2603500"/>
                </a:lnTo>
                <a:lnTo>
                  <a:pt x="6934200" y="2578100"/>
                </a:lnTo>
                <a:lnTo>
                  <a:pt x="6959600" y="2578099"/>
                </a:lnTo>
                <a:lnTo>
                  <a:pt x="6959600" y="50800"/>
                </a:lnTo>
                <a:lnTo>
                  <a:pt x="6934200" y="50800"/>
                </a:lnTo>
                <a:lnTo>
                  <a:pt x="6908800" y="25400"/>
                </a:lnTo>
                <a:close/>
              </a:path>
              <a:path w="6959600" h="2628900">
                <a:moveTo>
                  <a:pt x="6959600" y="2578099"/>
                </a:moveTo>
                <a:lnTo>
                  <a:pt x="6934200" y="2578100"/>
                </a:lnTo>
                <a:lnTo>
                  <a:pt x="6908800" y="2603500"/>
                </a:lnTo>
                <a:lnTo>
                  <a:pt x="6959600" y="2603500"/>
                </a:lnTo>
                <a:lnTo>
                  <a:pt x="6959600" y="2578099"/>
                </a:lnTo>
                <a:close/>
              </a:path>
              <a:path w="6959600" h="2628900">
                <a:moveTo>
                  <a:pt x="50800" y="25400"/>
                </a:moveTo>
                <a:lnTo>
                  <a:pt x="25400" y="50800"/>
                </a:lnTo>
                <a:lnTo>
                  <a:pt x="50800" y="50800"/>
                </a:lnTo>
                <a:lnTo>
                  <a:pt x="50800" y="25400"/>
                </a:lnTo>
                <a:close/>
              </a:path>
              <a:path w="6959600" h="2628900">
                <a:moveTo>
                  <a:pt x="6908800" y="25400"/>
                </a:moveTo>
                <a:lnTo>
                  <a:pt x="50800" y="25400"/>
                </a:lnTo>
                <a:lnTo>
                  <a:pt x="50800" y="50800"/>
                </a:lnTo>
                <a:lnTo>
                  <a:pt x="6908800" y="50800"/>
                </a:lnTo>
                <a:lnTo>
                  <a:pt x="6908800" y="25400"/>
                </a:lnTo>
                <a:close/>
              </a:path>
              <a:path w="6959600" h="2628900">
                <a:moveTo>
                  <a:pt x="6959600" y="25400"/>
                </a:moveTo>
                <a:lnTo>
                  <a:pt x="6908800" y="25400"/>
                </a:lnTo>
                <a:lnTo>
                  <a:pt x="6934200" y="50800"/>
                </a:lnTo>
                <a:lnTo>
                  <a:pt x="6959600" y="50800"/>
                </a:lnTo>
                <a:lnTo>
                  <a:pt x="69596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3300" y="1305539"/>
            <a:ext cx="8420100" cy="74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дст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ты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 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»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l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40" dirty="0">
                <a:latin typeface="Arial"/>
                <a:cs typeface="Arial"/>
              </a:rPr>
              <a:t>G</a:t>
            </a:r>
            <a:r>
              <a:rPr sz="2000" spc="-45" dirty="0">
                <a:latin typeface="Arial"/>
                <a:cs typeface="Arial"/>
              </a:rPr>
              <a:t>il</a:t>
            </a:r>
            <a:r>
              <a:rPr sz="2000" dirty="0">
                <a:latin typeface="Arial"/>
                <a:cs typeface="Arial"/>
              </a:rPr>
              <a:t>l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5" dirty="0">
                <a:latin typeface="Arial"/>
                <a:cs typeface="Arial"/>
              </a:rPr>
              <a:t>1983</a:t>
            </a:r>
            <a:r>
              <a:rPr sz="200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0" y="596900"/>
            <a:ext cx="8686800" cy="496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0">
              <a:lnSpc>
                <a:spcPct val="100000"/>
              </a:lnSpc>
            </a:pPr>
            <a:r>
              <a:rPr spc="30" dirty="0"/>
              <a:t>Кл</a:t>
            </a:r>
            <a:r>
              <a:rPr spc="-80" dirty="0"/>
              <a:t>а</a:t>
            </a:r>
            <a:r>
              <a:rPr dirty="0"/>
              <a:t>сс</a:t>
            </a:r>
            <a:r>
              <a:rPr spc="5" dirty="0"/>
              <a:t>и</a:t>
            </a:r>
            <a:r>
              <a:rPr spc="-135" dirty="0"/>
              <a:t>ф</a:t>
            </a:r>
            <a:r>
              <a:rPr spc="5" dirty="0"/>
              <a:t>и</a:t>
            </a:r>
            <a:r>
              <a:rPr dirty="0"/>
              <a:t>к</a:t>
            </a:r>
            <a:r>
              <a:rPr spc="-80" dirty="0"/>
              <a:t>а</a:t>
            </a:r>
            <a:r>
              <a:rPr spc="-35" dirty="0"/>
              <a:t>ц</a:t>
            </a:r>
            <a:r>
              <a:rPr spc="5" dirty="0"/>
              <a:t>и</a:t>
            </a:r>
            <a:r>
              <a:rPr dirty="0"/>
              <a:t>я</a:t>
            </a:r>
            <a:r>
              <a:rPr spc="175" dirty="0"/>
              <a:t> </a:t>
            </a:r>
            <a:r>
              <a:rPr spc="30" dirty="0"/>
              <a:t>т</a:t>
            </a:r>
            <a:r>
              <a:rPr spc="-80" dirty="0"/>
              <a:t>е</a:t>
            </a:r>
            <a:r>
              <a:rPr dirty="0"/>
              <a:t>кс</a:t>
            </a:r>
            <a:r>
              <a:rPr spc="30" dirty="0"/>
              <a:t>т</a:t>
            </a:r>
            <a:r>
              <a:rPr spc="-80" dirty="0"/>
              <a:t>о</a:t>
            </a:r>
            <a:r>
              <a:rPr dirty="0"/>
              <a:t>в</a:t>
            </a:r>
          </a:p>
        </p:txBody>
      </p:sp>
      <p:sp>
        <p:nvSpPr>
          <p:cNvPr id="10" name="object 10"/>
          <p:cNvSpPr/>
          <p:nvPr/>
        </p:nvSpPr>
        <p:spPr>
          <a:xfrm>
            <a:off x="2527300" y="3403600"/>
            <a:ext cx="7162800" cy="609600"/>
          </a:xfrm>
          <a:custGeom>
            <a:avLst/>
            <a:gdLst/>
            <a:ahLst/>
            <a:cxnLst/>
            <a:rect l="l" t="t" r="r" b="b"/>
            <a:pathLst>
              <a:path w="7162800" h="609600">
                <a:moveTo>
                  <a:pt x="0" y="609600"/>
                </a:moveTo>
                <a:lnTo>
                  <a:pt x="7162800" y="609600"/>
                </a:lnTo>
                <a:lnTo>
                  <a:pt x="71628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27300" y="3403600"/>
            <a:ext cx="7175500" cy="622300"/>
          </a:xfrm>
          <a:custGeom>
            <a:avLst/>
            <a:gdLst/>
            <a:ahLst/>
            <a:cxnLst/>
            <a:rect l="l" t="t" r="r" b="b"/>
            <a:pathLst>
              <a:path w="7175500" h="622300">
                <a:moveTo>
                  <a:pt x="12700" y="0"/>
                </a:moveTo>
                <a:lnTo>
                  <a:pt x="0" y="12700"/>
                </a:lnTo>
                <a:lnTo>
                  <a:pt x="0" y="622300"/>
                </a:lnTo>
                <a:lnTo>
                  <a:pt x="7175500" y="622300"/>
                </a:lnTo>
                <a:lnTo>
                  <a:pt x="7175500" y="609600"/>
                </a:lnTo>
                <a:lnTo>
                  <a:pt x="12700" y="609600"/>
                </a:lnTo>
                <a:lnTo>
                  <a:pt x="12700" y="0"/>
                </a:lnTo>
                <a:close/>
              </a:path>
              <a:path w="7175500" h="622300">
                <a:moveTo>
                  <a:pt x="7175500" y="0"/>
                </a:moveTo>
                <a:lnTo>
                  <a:pt x="7162800" y="0"/>
                </a:lnTo>
                <a:lnTo>
                  <a:pt x="7162800" y="609600"/>
                </a:lnTo>
                <a:lnTo>
                  <a:pt x="7175500" y="609600"/>
                </a:lnTo>
                <a:lnTo>
                  <a:pt x="7175500" y="0"/>
                </a:lnTo>
                <a:close/>
              </a:path>
              <a:path w="7175500" h="6223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7175500" h="622300">
                <a:moveTo>
                  <a:pt x="71628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7162800" y="12700"/>
                </a:lnTo>
                <a:lnTo>
                  <a:pt x="7162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0" y="1409700"/>
            <a:ext cx="3175000" cy="241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0" y="1409700"/>
            <a:ext cx="3175000" cy="2413000"/>
          </a:xfrm>
          <a:custGeom>
            <a:avLst/>
            <a:gdLst/>
            <a:ahLst/>
            <a:cxnLst/>
            <a:rect l="l" t="t" r="r" b="b"/>
            <a:pathLst>
              <a:path w="3175000" h="2413000">
                <a:moveTo>
                  <a:pt x="3175000" y="0"/>
                </a:moveTo>
                <a:lnTo>
                  <a:pt x="0" y="0"/>
                </a:lnTo>
                <a:lnTo>
                  <a:pt x="0" y="2413000"/>
                </a:lnTo>
                <a:lnTo>
                  <a:pt x="12700" y="2413000"/>
                </a:lnTo>
                <a:lnTo>
                  <a:pt x="12700" y="12700"/>
                </a:lnTo>
                <a:lnTo>
                  <a:pt x="3175000" y="12700"/>
                </a:lnTo>
                <a:lnTo>
                  <a:pt x="3175000" y="0"/>
                </a:lnTo>
                <a:close/>
              </a:path>
              <a:path w="3175000" h="2413000">
                <a:moveTo>
                  <a:pt x="3162300" y="2400300"/>
                </a:moveTo>
                <a:lnTo>
                  <a:pt x="12700" y="2400300"/>
                </a:lnTo>
                <a:lnTo>
                  <a:pt x="12700" y="2413000"/>
                </a:lnTo>
                <a:lnTo>
                  <a:pt x="3162300" y="2413000"/>
                </a:lnTo>
                <a:lnTo>
                  <a:pt x="3162300" y="2400300"/>
                </a:lnTo>
                <a:close/>
              </a:path>
              <a:path w="3175000" h="2413000">
                <a:moveTo>
                  <a:pt x="3175000" y="12700"/>
                </a:moveTo>
                <a:lnTo>
                  <a:pt x="3162300" y="12700"/>
                </a:lnTo>
                <a:lnTo>
                  <a:pt x="3162300" y="2413000"/>
                </a:lnTo>
                <a:lnTo>
                  <a:pt x="3175000" y="2400300"/>
                </a:lnTo>
                <a:lnTo>
                  <a:pt x="3175000" y="12700"/>
                </a:lnTo>
                <a:close/>
              </a:path>
              <a:path w="3175000" h="2413000">
                <a:moveTo>
                  <a:pt x="3175000" y="2400300"/>
                </a:moveTo>
                <a:lnTo>
                  <a:pt x="3162300" y="2413000"/>
                </a:lnTo>
                <a:lnTo>
                  <a:pt x="3175000" y="2413000"/>
                </a:lnTo>
                <a:lnTo>
                  <a:pt x="3175000" y="2400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165100" y="353218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>
              <a:lnSpc>
                <a:spcPct val="100000"/>
              </a:lnSpc>
            </a:pPr>
            <a:r>
              <a:rPr b="1" spc="15" dirty="0">
                <a:solidFill>
                  <a:schemeClr val="bg1"/>
                </a:solidFill>
                <a:latin typeface="+mn-lt"/>
              </a:rPr>
              <a:t>«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льн</a:t>
            </a:r>
            <a:r>
              <a:rPr b="1" dirty="0">
                <a:solidFill>
                  <a:schemeClr val="bg1"/>
                </a:solidFill>
                <a:latin typeface="+mn-lt"/>
              </a:rPr>
              <a:t>ые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»</a:t>
            </a:r>
          </a:p>
        </p:txBody>
      </p:sp>
      <p:sp>
        <p:nvSpPr>
          <p:cNvPr id="5" name="object 5"/>
          <p:cNvSpPr/>
          <p:nvPr/>
        </p:nvSpPr>
        <p:spPr>
          <a:xfrm>
            <a:off x="5270500" y="2184400"/>
            <a:ext cx="609600" cy="787400"/>
          </a:xfrm>
          <a:custGeom>
            <a:avLst/>
            <a:gdLst/>
            <a:ahLst/>
            <a:cxnLst/>
            <a:rect l="l" t="t" r="r" b="b"/>
            <a:pathLst>
              <a:path w="609600" h="787400">
                <a:moveTo>
                  <a:pt x="457200" y="0"/>
                </a:moveTo>
                <a:lnTo>
                  <a:pt x="457200" y="190500"/>
                </a:lnTo>
                <a:lnTo>
                  <a:pt x="0" y="190500"/>
                </a:lnTo>
                <a:lnTo>
                  <a:pt x="0" y="596900"/>
                </a:lnTo>
                <a:lnTo>
                  <a:pt x="457200" y="596900"/>
                </a:lnTo>
                <a:lnTo>
                  <a:pt x="457200" y="787400"/>
                </a:lnTo>
                <a:lnTo>
                  <a:pt x="609600" y="393700"/>
                </a:lnTo>
                <a:lnTo>
                  <a:pt x="45720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70500" y="2133600"/>
            <a:ext cx="622300" cy="889000"/>
          </a:xfrm>
          <a:custGeom>
            <a:avLst/>
            <a:gdLst/>
            <a:ahLst/>
            <a:cxnLst/>
            <a:rect l="l" t="t" r="r" b="b"/>
            <a:pathLst>
              <a:path w="622300" h="889000">
                <a:moveTo>
                  <a:pt x="476068" y="50800"/>
                </a:moveTo>
                <a:lnTo>
                  <a:pt x="469900" y="50800"/>
                </a:lnTo>
                <a:lnTo>
                  <a:pt x="469900" y="83608"/>
                </a:lnTo>
                <a:lnTo>
                  <a:pt x="609600" y="444500"/>
                </a:lnTo>
                <a:lnTo>
                  <a:pt x="469900" y="805391"/>
                </a:lnTo>
                <a:lnTo>
                  <a:pt x="469900" y="838200"/>
                </a:lnTo>
                <a:lnTo>
                  <a:pt x="457200" y="838200"/>
                </a:lnTo>
                <a:lnTo>
                  <a:pt x="457200" y="889000"/>
                </a:lnTo>
                <a:lnTo>
                  <a:pt x="476068" y="838200"/>
                </a:lnTo>
                <a:lnTo>
                  <a:pt x="469900" y="838200"/>
                </a:lnTo>
                <a:lnTo>
                  <a:pt x="469900" y="805391"/>
                </a:lnTo>
                <a:lnTo>
                  <a:pt x="488254" y="805391"/>
                </a:lnTo>
                <a:lnTo>
                  <a:pt x="622300" y="444500"/>
                </a:lnTo>
                <a:lnTo>
                  <a:pt x="476068" y="50800"/>
                </a:lnTo>
                <a:close/>
              </a:path>
              <a:path w="622300" h="889000">
                <a:moveTo>
                  <a:pt x="469900" y="635000"/>
                </a:moveTo>
                <a:lnTo>
                  <a:pt x="12700" y="635000"/>
                </a:lnTo>
                <a:lnTo>
                  <a:pt x="12700" y="647700"/>
                </a:lnTo>
                <a:lnTo>
                  <a:pt x="457200" y="647700"/>
                </a:lnTo>
                <a:lnTo>
                  <a:pt x="457200" y="838200"/>
                </a:lnTo>
                <a:lnTo>
                  <a:pt x="469900" y="805391"/>
                </a:lnTo>
                <a:lnTo>
                  <a:pt x="469900" y="635000"/>
                </a:lnTo>
                <a:close/>
              </a:path>
              <a:path w="622300" h="889000">
                <a:moveTo>
                  <a:pt x="0" y="635000"/>
                </a:moveTo>
                <a:lnTo>
                  <a:pt x="0" y="647700"/>
                </a:lnTo>
                <a:lnTo>
                  <a:pt x="12700" y="647700"/>
                </a:lnTo>
                <a:lnTo>
                  <a:pt x="0" y="635000"/>
                </a:lnTo>
                <a:close/>
              </a:path>
              <a:path w="622300" h="889000">
                <a:moveTo>
                  <a:pt x="12700" y="241300"/>
                </a:moveTo>
                <a:lnTo>
                  <a:pt x="0" y="254000"/>
                </a:lnTo>
                <a:lnTo>
                  <a:pt x="0" y="635000"/>
                </a:lnTo>
                <a:lnTo>
                  <a:pt x="12700" y="647700"/>
                </a:lnTo>
                <a:lnTo>
                  <a:pt x="12700" y="241300"/>
                </a:lnTo>
                <a:close/>
              </a:path>
              <a:path w="622300" h="889000">
                <a:moveTo>
                  <a:pt x="12700" y="241300"/>
                </a:moveTo>
                <a:lnTo>
                  <a:pt x="0" y="241300"/>
                </a:lnTo>
                <a:lnTo>
                  <a:pt x="0" y="254000"/>
                </a:lnTo>
                <a:lnTo>
                  <a:pt x="12700" y="241300"/>
                </a:lnTo>
                <a:close/>
              </a:path>
              <a:path w="622300" h="889000">
                <a:moveTo>
                  <a:pt x="457200" y="50800"/>
                </a:moveTo>
                <a:lnTo>
                  <a:pt x="457200" y="241300"/>
                </a:lnTo>
                <a:lnTo>
                  <a:pt x="12700" y="241300"/>
                </a:lnTo>
                <a:lnTo>
                  <a:pt x="12700" y="254000"/>
                </a:lnTo>
                <a:lnTo>
                  <a:pt x="469900" y="254000"/>
                </a:lnTo>
                <a:lnTo>
                  <a:pt x="469900" y="83608"/>
                </a:lnTo>
                <a:lnTo>
                  <a:pt x="457200" y="50800"/>
                </a:lnTo>
                <a:close/>
              </a:path>
              <a:path w="622300" h="889000">
                <a:moveTo>
                  <a:pt x="457200" y="0"/>
                </a:moveTo>
                <a:lnTo>
                  <a:pt x="457200" y="50800"/>
                </a:lnTo>
                <a:lnTo>
                  <a:pt x="469900" y="83608"/>
                </a:lnTo>
                <a:lnTo>
                  <a:pt x="469900" y="50800"/>
                </a:lnTo>
                <a:lnTo>
                  <a:pt x="476068" y="50800"/>
                </a:lnTo>
                <a:lnTo>
                  <a:pt x="457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6400" y="1574800"/>
            <a:ext cx="3314700" cy="2247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2750" y="1587500"/>
            <a:ext cx="0" cy="2235200"/>
          </a:xfrm>
          <a:custGeom>
            <a:avLst/>
            <a:gdLst/>
            <a:ahLst/>
            <a:cxnLst/>
            <a:rect l="l" t="t" r="r" b="b"/>
            <a:pathLst>
              <a:path h="2235200">
                <a:moveTo>
                  <a:pt x="0" y="0"/>
                </a:moveTo>
                <a:lnTo>
                  <a:pt x="0" y="223520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89100" y="3816350"/>
            <a:ext cx="3302000" cy="0"/>
          </a:xfrm>
          <a:custGeom>
            <a:avLst/>
            <a:gdLst/>
            <a:ahLst/>
            <a:cxnLst/>
            <a:rect l="l" t="t" r="r" b="b"/>
            <a:pathLst>
              <a:path w="3302000">
                <a:moveTo>
                  <a:pt x="0" y="0"/>
                </a:moveTo>
                <a:lnTo>
                  <a:pt x="3302000" y="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97450" y="1587500"/>
            <a:ext cx="0" cy="2235200"/>
          </a:xfrm>
          <a:custGeom>
            <a:avLst/>
            <a:gdLst/>
            <a:ahLst/>
            <a:cxnLst/>
            <a:rect l="l" t="t" r="r" b="b"/>
            <a:pathLst>
              <a:path h="2235200">
                <a:moveTo>
                  <a:pt x="0" y="0"/>
                </a:moveTo>
                <a:lnTo>
                  <a:pt x="0" y="223520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9100" y="1593850"/>
            <a:ext cx="3302000" cy="0"/>
          </a:xfrm>
          <a:custGeom>
            <a:avLst/>
            <a:gdLst/>
            <a:ahLst/>
            <a:cxnLst/>
            <a:rect l="l" t="t" r="r" b="b"/>
            <a:pathLst>
              <a:path w="3302000">
                <a:moveTo>
                  <a:pt x="0" y="0"/>
                </a:moveTo>
                <a:lnTo>
                  <a:pt x="3302000" y="0"/>
                </a:lnTo>
              </a:path>
            </a:pathLst>
          </a:custGeom>
          <a:ln w="1397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3700" y="3975100"/>
            <a:ext cx="10299700" cy="2885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buFont typeface="Arial"/>
              <a:buChar char="•"/>
              <a:tabLst>
                <a:tab pos="546100" algn="l"/>
              </a:tabLst>
            </a:pPr>
            <a:r>
              <a:rPr sz="2400" dirty="0">
                <a:latin typeface="Arial"/>
                <a:cs typeface="Arial"/>
              </a:rPr>
              <a:t>Что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35" dirty="0">
                <a:latin typeface="Arial"/>
                <a:cs typeface="Arial"/>
              </a:rPr>
              <a:t>»</a:t>
            </a:r>
            <a:r>
              <a:rPr sz="2400" dirty="0">
                <a:latin typeface="Arial"/>
                <a:cs typeface="Arial"/>
              </a:rPr>
              <a:t>?</a:t>
            </a:r>
          </a:p>
          <a:p>
            <a:pPr marL="546100" marR="1013460" indent="-533400">
              <a:lnSpc>
                <a:spcPct val="100699"/>
              </a:lnSpc>
              <a:buFont typeface="Arial"/>
              <a:buChar char="•"/>
              <a:tabLst>
                <a:tab pos="546100" algn="l"/>
              </a:tabLst>
            </a:pPr>
            <a:r>
              <a:rPr sz="2400" spc="-35" dirty="0">
                <a:latin typeface="Arial"/>
                <a:cs typeface="Arial"/>
              </a:rPr>
              <a:t>«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75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45" dirty="0">
                <a:latin typeface="Arial"/>
                <a:cs typeface="Arial"/>
              </a:rPr>
              <a:t>ий</a:t>
            </a:r>
            <a:r>
              <a:rPr sz="2400" dirty="0">
                <a:latin typeface="Arial"/>
                <a:cs typeface="Arial"/>
              </a:rPr>
              <a:t>ся 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40" dirty="0">
                <a:latin typeface="Arial"/>
                <a:cs typeface="Arial"/>
              </a:rPr>
              <a:t>«</a:t>
            </a:r>
            <a:r>
              <a:rPr sz="2400" spc="-1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6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l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wo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60" dirty="0">
                <a:latin typeface="Arial"/>
                <a:cs typeface="Arial"/>
              </a:rPr>
              <a:t>d</a:t>
            </a:r>
            <a:r>
              <a:rPr sz="2400" spc="-35" dirty="0">
                <a:latin typeface="Arial"/>
                <a:cs typeface="Arial"/>
              </a:rPr>
              <a:t>»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546100" marR="149860" indent="-533400">
              <a:lnSpc>
                <a:spcPct val="99000"/>
              </a:lnSpc>
              <a:spcBef>
                <a:spcPts val="45"/>
              </a:spcBef>
              <a:buFont typeface="Arial"/>
              <a:buChar char="•"/>
              <a:tabLst>
                <a:tab pos="546100" algn="l"/>
              </a:tabLst>
            </a:pPr>
            <a:r>
              <a:rPr sz="2400" dirty="0">
                <a:latin typeface="Arial"/>
                <a:cs typeface="Arial"/>
              </a:rPr>
              <a:t>В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1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ся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1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ьк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н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00" dirty="0">
                <a:latin typeface="Arial"/>
                <a:cs typeface="Arial"/>
              </a:rPr>
              <a:t>у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1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75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</a:p>
          <a:p>
            <a:pPr>
              <a:lnSpc>
                <a:spcPts val="1500"/>
              </a:lnSpc>
              <a:spcBef>
                <a:spcPts val="40"/>
              </a:spcBef>
            </a:pPr>
            <a:endParaRPr sz="1500" dirty="0"/>
          </a:p>
          <a:p>
            <a:pPr>
              <a:lnSpc>
                <a:spcPts val="2400"/>
              </a:lnSpc>
            </a:pPr>
            <a:endParaRPr sz="2400" dirty="0"/>
          </a:p>
          <a:p>
            <a:pPr marL="2451100" marR="6350" indent="-233680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Sivic, J. and Zisser</a:t>
            </a:r>
            <a:r>
              <a:rPr sz="1800" spc="-10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an, </a:t>
            </a:r>
            <a:r>
              <a:rPr sz="1800" spc="-10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V</a:t>
            </a:r>
            <a:r>
              <a:rPr sz="1800" dirty="0">
                <a:latin typeface="Arial"/>
                <a:cs typeface="Arial"/>
              </a:rPr>
              <a:t>ideo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Google: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-100" dirty="0">
                <a:latin typeface="Arial"/>
                <a:cs typeface="Arial"/>
              </a:rPr>
              <a:t>x</a:t>
            </a:r>
            <a:r>
              <a:rPr sz="1800" dirty="0">
                <a:latin typeface="Arial"/>
                <a:cs typeface="Arial"/>
              </a:rPr>
              <a:t>t Retrieval</a:t>
            </a:r>
            <a:r>
              <a:rPr sz="1800" spc="-100" dirty="0">
                <a:latin typeface="Arial"/>
                <a:cs typeface="Arial"/>
              </a:rPr>
              <a:t> A</a:t>
            </a:r>
            <a:r>
              <a:rPr sz="1800" dirty="0">
                <a:latin typeface="Arial"/>
                <a:cs typeface="Arial"/>
              </a:rPr>
              <a:t>pproach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 Object Matching in </a:t>
            </a:r>
            <a:r>
              <a:rPr sz="1800" spc="-100" dirty="0">
                <a:latin typeface="Arial"/>
                <a:cs typeface="Arial"/>
              </a:rPr>
              <a:t>V</a:t>
            </a:r>
            <a:r>
              <a:rPr sz="1800" dirty="0">
                <a:latin typeface="Arial"/>
                <a:cs typeface="Arial"/>
              </a:rPr>
              <a:t>ideo</a:t>
            </a:r>
            <a:r>
              <a:rPr sz="1800" spc="-10" dirty="0">
                <a:latin typeface="Arial"/>
                <a:cs typeface="Arial"/>
              </a:rPr>
              <a:t>s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I</a:t>
            </a:r>
            <a:r>
              <a:rPr sz="1800" dirty="0">
                <a:latin typeface="Arial"/>
                <a:cs typeface="Arial"/>
              </a:rPr>
              <a:t>CCV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2003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5016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ар</a:t>
            </a:r>
            <a:r>
              <a:rPr b="1" dirty="0">
                <a:solidFill>
                  <a:schemeClr val="bg1"/>
                </a:solidFill>
                <a:latin typeface="+mn-lt"/>
              </a:rPr>
              <a:t>ь</a:t>
            </a:r>
            <a:r>
              <a:rPr b="1" spc="33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10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1610339"/>
            <a:ext cx="9906000" cy="4233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99135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«С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р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сто 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яю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dirty="0">
                <a:latin typeface="Arial"/>
                <a:cs typeface="Arial"/>
              </a:rPr>
              <a:t>ся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</a:p>
          <a:p>
            <a:pPr>
              <a:lnSpc>
                <a:spcPts val="1600"/>
              </a:lnSpc>
              <a:spcBef>
                <a:spcPts val="19"/>
              </a:spcBef>
              <a:buFont typeface="Arial"/>
              <a:buChar char="•"/>
            </a:pPr>
            <a:endParaRPr sz="1600" dirty="0"/>
          </a:p>
          <a:p>
            <a:pPr>
              <a:lnSpc>
                <a:spcPts val="2400"/>
              </a:lnSpc>
              <a:buFont typeface="Arial"/>
              <a:buChar char="•"/>
            </a:pPr>
            <a:endParaRPr sz="2400" dirty="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?</a:t>
            </a:r>
          </a:p>
          <a:p>
            <a:pPr marL="762000" marR="29209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45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и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Р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сь 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00" dirty="0">
                <a:latin typeface="Arial"/>
                <a:cs typeface="Arial"/>
              </a:rPr>
              <a:t>х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85" dirty="0">
                <a:latin typeface="Arial"/>
                <a:cs typeface="Arial"/>
              </a:rPr>
              <a:t>пп</a:t>
            </a:r>
            <a:r>
              <a:rPr sz="2000" dirty="0">
                <a:latin typeface="Arial"/>
                <a:cs typeface="Arial"/>
              </a:rPr>
              <a:t>ы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85" dirty="0">
                <a:latin typeface="Arial"/>
                <a:cs typeface="Arial"/>
              </a:rPr>
              <a:t>пп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</a:p>
          <a:p>
            <a:pPr marL="762000">
              <a:lnSpc>
                <a:spcPct val="100000"/>
              </a:lnSpc>
            </a:pP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-20" dirty="0">
                <a:latin typeface="Arial"/>
                <a:cs typeface="Arial"/>
              </a:rPr>
              <a:t>э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»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а</a:t>
            </a:r>
          </a:p>
          <a:p>
            <a:pPr>
              <a:lnSpc>
                <a:spcPts val="1350"/>
              </a:lnSpc>
              <a:spcBef>
                <a:spcPts val="29"/>
              </a:spcBef>
            </a:pPr>
            <a:endParaRPr sz="1350" dirty="0"/>
          </a:p>
          <a:p>
            <a:pPr>
              <a:lnSpc>
                <a:spcPts val="2000"/>
              </a:lnSpc>
            </a:pPr>
            <a:endParaRPr sz="2000" dirty="0"/>
          </a:p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2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5216" y="298791"/>
            <a:ext cx="10056884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-200" dirty="0">
                <a:solidFill>
                  <a:schemeClr val="bg1"/>
                </a:solidFill>
                <a:latin typeface="+mn-lt"/>
              </a:rPr>
              <a:t>х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ма</a:t>
            </a:r>
            <a:r>
              <a:rPr b="1" spc="3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15" dirty="0">
                <a:solidFill>
                  <a:schemeClr val="bg1"/>
                </a:solidFill>
                <a:latin typeface="+mn-lt"/>
              </a:rPr>
              <a:t>«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10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dirty="0">
                <a:solidFill>
                  <a:schemeClr val="bg1"/>
                </a:solidFill>
                <a:latin typeface="+mn-lt"/>
              </a:rPr>
              <a:t>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6700" y="1305539"/>
            <a:ext cx="8610600" cy="1256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marR="158750" indent="-533400">
              <a:lnSpc>
                <a:spcPct val="100699"/>
              </a:lnSpc>
              <a:buFont typeface="Arial"/>
              <a:buAutoNum type="arabicPeriod"/>
              <a:tabLst>
                <a:tab pos="546100" algn="l"/>
              </a:tabLst>
            </a:pPr>
            <a:r>
              <a:rPr sz="2400" spc="-2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 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</a:p>
          <a:p>
            <a:pPr marL="546100" indent="-533400">
              <a:lnSpc>
                <a:spcPct val="100000"/>
              </a:lnSpc>
              <a:spcBef>
                <a:spcPts val="620"/>
              </a:spcBef>
              <a:buFont typeface="Arial"/>
              <a:buAutoNum type="arabicPeriod"/>
              <a:tabLst>
                <a:tab pos="5461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я”</a:t>
            </a:r>
          </a:p>
          <a:p>
            <a:pPr marL="546100" marR="6350" indent="-533400">
              <a:lnSpc>
                <a:spcPct val="100699"/>
              </a:lnSpc>
              <a:spcBef>
                <a:spcPts val="500"/>
              </a:spcBef>
              <a:buFont typeface="Arial"/>
              <a:buAutoNum type="arabicPeriod"/>
              <a:tabLst>
                <a:tab pos="5461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для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</a:p>
        </p:txBody>
      </p:sp>
      <p:sp>
        <p:nvSpPr>
          <p:cNvPr id="4" name="object 4"/>
          <p:cNvSpPr/>
          <p:nvPr/>
        </p:nvSpPr>
        <p:spPr>
          <a:xfrm>
            <a:off x="8623300" y="3860800"/>
            <a:ext cx="152400" cy="1803400"/>
          </a:xfrm>
          <a:custGeom>
            <a:avLst/>
            <a:gdLst/>
            <a:ahLst/>
            <a:cxnLst/>
            <a:rect l="l" t="t" r="r" b="b"/>
            <a:pathLst>
              <a:path w="152400" h="1803400">
                <a:moveTo>
                  <a:pt x="0" y="1803400"/>
                </a:moveTo>
                <a:lnTo>
                  <a:pt x="152400" y="1803400"/>
                </a:lnTo>
                <a:lnTo>
                  <a:pt x="152400" y="0"/>
                </a:lnTo>
                <a:lnTo>
                  <a:pt x="0" y="0"/>
                </a:lnTo>
                <a:lnTo>
                  <a:pt x="0" y="18034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23300" y="3860800"/>
            <a:ext cx="165100" cy="1803400"/>
          </a:xfrm>
          <a:custGeom>
            <a:avLst/>
            <a:gdLst/>
            <a:ahLst/>
            <a:cxnLst/>
            <a:rect l="l" t="t" r="r" b="b"/>
            <a:pathLst>
              <a:path w="165100" h="1803400">
                <a:moveTo>
                  <a:pt x="0" y="1790700"/>
                </a:moveTo>
                <a:lnTo>
                  <a:pt x="0" y="1803400"/>
                </a:lnTo>
                <a:lnTo>
                  <a:pt x="12700" y="1803400"/>
                </a:lnTo>
                <a:lnTo>
                  <a:pt x="0" y="1790700"/>
                </a:lnTo>
                <a:close/>
              </a:path>
              <a:path w="165100" h="1803400">
                <a:moveTo>
                  <a:pt x="12700" y="0"/>
                </a:moveTo>
                <a:lnTo>
                  <a:pt x="0" y="12700"/>
                </a:lnTo>
                <a:lnTo>
                  <a:pt x="0" y="1790700"/>
                </a:lnTo>
                <a:lnTo>
                  <a:pt x="12700" y="1803400"/>
                </a:lnTo>
                <a:lnTo>
                  <a:pt x="12700" y="0"/>
                </a:lnTo>
                <a:close/>
              </a:path>
              <a:path w="165100" h="1803400">
                <a:moveTo>
                  <a:pt x="152400" y="1790700"/>
                </a:moveTo>
                <a:lnTo>
                  <a:pt x="12700" y="1790700"/>
                </a:lnTo>
                <a:lnTo>
                  <a:pt x="12700" y="1803400"/>
                </a:lnTo>
                <a:lnTo>
                  <a:pt x="152400" y="1803400"/>
                </a:lnTo>
                <a:lnTo>
                  <a:pt x="152400" y="1790700"/>
                </a:lnTo>
                <a:close/>
              </a:path>
              <a:path w="165100" h="1803400">
                <a:moveTo>
                  <a:pt x="165100" y="0"/>
                </a:moveTo>
                <a:lnTo>
                  <a:pt x="152400" y="0"/>
                </a:lnTo>
                <a:lnTo>
                  <a:pt x="152400" y="1803400"/>
                </a:lnTo>
                <a:lnTo>
                  <a:pt x="165100" y="1803400"/>
                </a:lnTo>
                <a:lnTo>
                  <a:pt x="165100" y="0"/>
                </a:lnTo>
                <a:close/>
              </a:path>
              <a:path w="165100" h="18034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18034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32700" y="5384800"/>
            <a:ext cx="152400" cy="279400"/>
          </a:xfrm>
          <a:custGeom>
            <a:avLst/>
            <a:gdLst/>
            <a:ahLst/>
            <a:cxnLst/>
            <a:rect l="l" t="t" r="r" b="b"/>
            <a:pathLst>
              <a:path w="152400" h="279400">
                <a:moveTo>
                  <a:pt x="0" y="279400"/>
                </a:moveTo>
                <a:lnTo>
                  <a:pt x="152400" y="279400"/>
                </a:lnTo>
                <a:lnTo>
                  <a:pt x="152400" y="0"/>
                </a:lnTo>
                <a:lnTo>
                  <a:pt x="0" y="0"/>
                </a:lnTo>
                <a:lnTo>
                  <a:pt x="0" y="2794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32700" y="5384800"/>
            <a:ext cx="165100" cy="279400"/>
          </a:xfrm>
          <a:custGeom>
            <a:avLst/>
            <a:gdLst/>
            <a:ahLst/>
            <a:cxnLst/>
            <a:rect l="l" t="t" r="r" b="b"/>
            <a:pathLst>
              <a:path w="165100" h="279400">
                <a:moveTo>
                  <a:pt x="0" y="266700"/>
                </a:moveTo>
                <a:lnTo>
                  <a:pt x="0" y="279400"/>
                </a:lnTo>
                <a:lnTo>
                  <a:pt x="12700" y="279400"/>
                </a:lnTo>
                <a:lnTo>
                  <a:pt x="0" y="266700"/>
                </a:lnTo>
                <a:close/>
              </a:path>
              <a:path w="165100" h="279400">
                <a:moveTo>
                  <a:pt x="12700" y="0"/>
                </a:moveTo>
                <a:lnTo>
                  <a:pt x="0" y="12700"/>
                </a:lnTo>
                <a:lnTo>
                  <a:pt x="0" y="266700"/>
                </a:lnTo>
                <a:lnTo>
                  <a:pt x="12700" y="279400"/>
                </a:lnTo>
                <a:lnTo>
                  <a:pt x="12700" y="0"/>
                </a:lnTo>
                <a:close/>
              </a:path>
              <a:path w="165100" h="279400">
                <a:moveTo>
                  <a:pt x="152400" y="266700"/>
                </a:moveTo>
                <a:lnTo>
                  <a:pt x="12700" y="266700"/>
                </a:lnTo>
                <a:lnTo>
                  <a:pt x="12700" y="279400"/>
                </a:lnTo>
                <a:lnTo>
                  <a:pt x="152400" y="279400"/>
                </a:lnTo>
                <a:lnTo>
                  <a:pt x="152400" y="266700"/>
                </a:lnTo>
                <a:close/>
              </a:path>
              <a:path w="165100" h="279400">
                <a:moveTo>
                  <a:pt x="165100" y="0"/>
                </a:moveTo>
                <a:lnTo>
                  <a:pt x="152400" y="0"/>
                </a:lnTo>
                <a:lnTo>
                  <a:pt x="152400" y="279400"/>
                </a:lnTo>
                <a:lnTo>
                  <a:pt x="165100" y="279400"/>
                </a:lnTo>
                <a:lnTo>
                  <a:pt x="165100" y="0"/>
                </a:lnTo>
                <a:close/>
              </a:path>
              <a:path w="165100" h="2794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2794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89900" y="5156200"/>
            <a:ext cx="152400" cy="508000"/>
          </a:xfrm>
          <a:custGeom>
            <a:avLst/>
            <a:gdLst/>
            <a:ahLst/>
            <a:cxnLst/>
            <a:rect l="l" t="t" r="r" b="b"/>
            <a:pathLst>
              <a:path w="152400" h="508000">
                <a:moveTo>
                  <a:pt x="0" y="508000"/>
                </a:moveTo>
                <a:lnTo>
                  <a:pt x="152400" y="508000"/>
                </a:lnTo>
                <a:lnTo>
                  <a:pt x="152400" y="0"/>
                </a:lnTo>
                <a:lnTo>
                  <a:pt x="0" y="0"/>
                </a:lnTo>
                <a:lnTo>
                  <a:pt x="0" y="5080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89900" y="5156200"/>
            <a:ext cx="165100" cy="508000"/>
          </a:xfrm>
          <a:custGeom>
            <a:avLst/>
            <a:gdLst/>
            <a:ahLst/>
            <a:cxnLst/>
            <a:rect l="l" t="t" r="r" b="b"/>
            <a:pathLst>
              <a:path w="165100" h="508000">
                <a:moveTo>
                  <a:pt x="0" y="495300"/>
                </a:moveTo>
                <a:lnTo>
                  <a:pt x="0" y="508000"/>
                </a:lnTo>
                <a:lnTo>
                  <a:pt x="12700" y="508000"/>
                </a:lnTo>
                <a:lnTo>
                  <a:pt x="0" y="495300"/>
                </a:lnTo>
                <a:close/>
              </a:path>
              <a:path w="165100" h="508000">
                <a:moveTo>
                  <a:pt x="12700" y="0"/>
                </a:moveTo>
                <a:lnTo>
                  <a:pt x="0" y="12700"/>
                </a:lnTo>
                <a:lnTo>
                  <a:pt x="0" y="495300"/>
                </a:lnTo>
                <a:lnTo>
                  <a:pt x="12700" y="508000"/>
                </a:lnTo>
                <a:lnTo>
                  <a:pt x="12700" y="0"/>
                </a:lnTo>
                <a:close/>
              </a:path>
              <a:path w="165100" h="508000">
                <a:moveTo>
                  <a:pt x="152400" y="495300"/>
                </a:moveTo>
                <a:lnTo>
                  <a:pt x="12700" y="495300"/>
                </a:lnTo>
                <a:lnTo>
                  <a:pt x="12700" y="508000"/>
                </a:lnTo>
                <a:lnTo>
                  <a:pt x="152400" y="508000"/>
                </a:lnTo>
                <a:lnTo>
                  <a:pt x="152400" y="495300"/>
                </a:lnTo>
                <a:close/>
              </a:path>
              <a:path w="165100" h="508000">
                <a:moveTo>
                  <a:pt x="165100" y="0"/>
                </a:moveTo>
                <a:lnTo>
                  <a:pt x="152400" y="0"/>
                </a:lnTo>
                <a:lnTo>
                  <a:pt x="152400" y="508000"/>
                </a:lnTo>
                <a:lnTo>
                  <a:pt x="165100" y="508000"/>
                </a:lnTo>
                <a:lnTo>
                  <a:pt x="165100" y="0"/>
                </a:lnTo>
                <a:close/>
              </a:path>
              <a:path w="165100" h="5080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5080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32900" y="5384800"/>
            <a:ext cx="152400" cy="279400"/>
          </a:xfrm>
          <a:custGeom>
            <a:avLst/>
            <a:gdLst/>
            <a:ahLst/>
            <a:cxnLst/>
            <a:rect l="l" t="t" r="r" b="b"/>
            <a:pathLst>
              <a:path w="152400" h="279400">
                <a:moveTo>
                  <a:pt x="0" y="279400"/>
                </a:moveTo>
                <a:lnTo>
                  <a:pt x="152400" y="279400"/>
                </a:lnTo>
                <a:lnTo>
                  <a:pt x="152400" y="0"/>
                </a:lnTo>
                <a:lnTo>
                  <a:pt x="0" y="0"/>
                </a:lnTo>
                <a:lnTo>
                  <a:pt x="0" y="2794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32900" y="5384800"/>
            <a:ext cx="165100" cy="279400"/>
          </a:xfrm>
          <a:custGeom>
            <a:avLst/>
            <a:gdLst/>
            <a:ahLst/>
            <a:cxnLst/>
            <a:rect l="l" t="t" r="r" b="b"/>
            <a:pathLst>
              <a:path w="165100" h="279400">
                <a:moveTo>
                  <a:pt x="0" y="266700"/>
                </a:moveTo>
                <a:lnTo>
                  <a:pt x="0" y="279400"/>
                </a:lnTo>
                <a:lnTo>
                  <a:pt x="12700" y="279400"/>
                </a:lnTo>
                <a:lnTo>
                  <a:pt x="0" y="266700"/>
                </a:lnTo>
                <a:close/>
              </a:path>
              <a:path w="165100" h="279400">
                <a:moveTo>
                  <a:pt x="12700" y="0"/>
                </a:moveTo>
                <a:lnTo>
                  <a:pt x="0" y="12700"/>
                </a:lnTo>
                <a:lnTo>
                  <a:pt x="0" y="266700"/>
                </a:lnTo>
                <a:lnTo>
                  <a:pt x="12700" y="279400"/>
                </a:lnTo>
                <a:lnTo>
                  <a:pt x="12700" y="0"/>
                </a:lnTo>
                <a:close/>
              </a:path>
              <a:path w="165100" h="279400">
                <a:moveTo>
                  <a:pt x="152400" y="266700"/>
                </a:moveTo>
                <a:lnTo>
                  <a:pt x="12700" y="266700"/>
                </a:lnTo>
                <a:lnTo>
                  <a:pt x="12700" y="279400"/>
                </a:lnTo>
                <a:lnTo>
                  <a:pt x="152400" y="279400"/>
                </a:lnTo>
                <a:lnTo>
                  <a:pt x="152400" y="266700"/>
                </a:lnTo>
                <a:close/>
              </a:path>
              <a:path w="165100" h="279400">
                <a:moveTo>
                  <a:pt x="165100" y="0"/>
                </a:moveTo>
                <a:lnTo>
                  <a:pt x="152400" y="0"/>
                </a:lnTo>
                <a:lnTo>
                  <a:pt x="152400" y="279400"/>
                </a:lnTo>
                <a:lnTo>
                  <a:pt x="165100" y="279400"/>
                </a:lnTo>
                <a:lnTo>
                  <a:pt x="165100" y="0"/>
                </a:lnTo>
                <a:close/>
              </a:path>
              <a:path w="165100" h="2794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2794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99100" y="5537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99100" y="5537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2700" y="0"/>
                </a:moveTo>
                <a:lnTo>
                  <a:pt x="0" y="12700"/>
                </a:lnTo>
                <a:lnTo>
                  <a:pt x="0" y="165100"/>
                </a:lnTo>
                <a:lnTo>
                  <a:pt x="165100" y="165100"/>
                </a:lnTo>
                <a:lnTo>
                  <a:pt x="165100" y="152400"/>
                </a:lnTo>
                <a:lnTo>
                  <a:pt x="12700" y="152400"/>
                </a:lnTo>
                <a:lnTo>
                  <a:pt x="12700" y="0"/>
                </a:lnTo>
                <a:close/>
              </a:path>
              <a:path w="165100" h="165100">
                <a:moveTo>
                  <a:pt x="16510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165100" y="152400"/>
                </a:lnTo>
                <a:lnTo>
                  <a:pt x="165100" y="0"/>
                </a:lnTo>
                <a:close/>
              </a:path>
              <a:path w="165100" h="1651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1651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4700" y="4546600"/>
            <a:ext cx="152400" cy="1143000"/>
          </a:xfrm>
          <a:custGeom>
            <a:avLst/>
            <a:gdLst/>
            <a:ahLst/>
            <a:cxnLst/>
            <a:rect l="l" t="t" r="r" b="b"/>
            <a:pathLst>
              <a:path w="152400" h="1143000">
                <a:moveTo>
                  <a:pt x="0" y="1143000"/>
                </a:moveTo>
                <a:lnTo>
                  <a:pt x="152400" y="1143000"/>
                </a:lnTo>
                <a:lnTo>
                  <a:pt x="1524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84700" y="4546600"/>
            <a:ext cx="165100" cy="1155700"/>
          </a:xfrm>
          <a:custGeom>
            <a:avLst/>
            <a:gdLst/>
            <a:ahLst/>
            <a:cxnLst/>
            <a:rect l="l" t="t" r="r" b="b"/>
            <a:pathLst>
              <a:path w="165100" h="1155700">
                <a:moveTo>
                  <a:pt x="12700" y="0"/>
                </a:moveTo>
                <a:lnTo>
                  <a:pt x="0" y="12700"/>
                </a:lnTo>
                <a:lnTo>
                  <a:pt x="0" y="1155700"/>
                </a:lnTo>
                <a:lnTo>
                  <a:pt x="165100" y="1155700"/>
                </a:lnTo>
                <a:lnTo>
                  <a:pt x="165100" y="1143000"/>
                </a:lnTo>
                <a:lnTo>
                  <a:pt x="12700" y="1143000"/>
                </a:lnTo>
                <a:lnTo>
                  <a:pt x="12700" y="0"/>
                </a:lnTo>
                <a:close/>
              </a:path>
              <a:path w="165100" h="1155700">
                <a:moveTo>
                  <a:pt x="165100" y="0"/>
                </a:moveTo>
                <a:lnTo>
                  <a:pt x="152400" y="0"/>
                </a:lnTo>
                <a:lnTo>
                  <a:pt x="152400" y="1143000"/>
                </a:lnTo>
                <a:lnTo>
                  <a:pt x="165100" y="1143000"/>
                </a:lnTo>
                <a:lnTo>
                  <a:pt x="165100" y="0"/>
                </a:lnTo>
                <a:close/>
              </a:path>
              <a:path w="165100" h="11557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11557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41900" y="5537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41900" y="5537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12700" y="0"/>
                </a:moveTo>
                <a:lnTo>
                  <a:pt x="0" y="12700"/>
                </a:lnTo>
                <a:lnTo>
                  <a:pt x="0" y="165100"/>
                </a:lnTo>
                <a:lnTo>
                  <a:pt x="165100" y="165100"/>
                </a:lnTo>
                <a:lnTo>
                  <a:pt x="165100" y="152400"/>
                </a:lnTo>
                <a:lnTo>
                  <a:pt x="12700" y="152400"/>
                </a:lnTo>
                <a:lnTo>
                  <a:pt x="12700" y="0"/>
                </a:lnTo>
                <a:close/>
              </a:path>
              <a:path w="165100" h="165100">
                <a:moveTo>
                  <a:pt x="16510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165100" y="152400"/>
                </a:lnTo>
                <a:lnTo>
                  <a:pt x="165100" y="0"/>
                </a:lnTo>
                <a:close/>
              </a:path>
              <a:path w="165100" h="1651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1651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84900" y="5613400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0" y="76200"/>
                </a:moveTo>
                <a:lnTo>
                  <a:pt x="152400" y="76200"/>
                </a:lnTo>
                <a:lnTo>
                  <a:pt x="1524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84900" y="5613400"/>
            <a:ext cx="165100" cy="88900"/>
          </a:xfrm>
          <a:custGeom>
            <a:avLst/>
            <a:gdLst/>
            <a:ahLst/>
            <a:cxnLst/>
            <a:rect l="l" t="t" r="r" b="b"/>
            <a:pathLst>
              <a:path w="165100" h="88900">
                <a:moveTo>
                  <a:pt x="12700" y="0"/>
                </a:moveTo>
                <a:lnTo>
                  <a:pt x="0" y="12700"/>
                </a:lnTo>
                <a:lnTo>
                  <a:pt x="0" y="88900"/>
                </a:lnTo>
                <a:lnTo>
                  <a:pt x="165100" y="88900"/>
                </a:lnTo>
                <a:lnTo>
                  <a:pt x="165100" y="76200"/>
                </a:lnTo>
                <a:lnTo>
                  <a:pt x="12700" y="76200"/>
                </a:lnTo>
                <a:lnTo>
                  <a:pt x="12700" y="0"/>
                </a:lnTo>
                <a:close/>
              </a:path>
              <a:path w="165100" h="88900">
                <a:moveTo>
                  <a:pt x="165100" y="0"/>
                </a:moveTo>
                <a:lnTo>
                  <a:pt x="152400" y="0"/>
                </a:lnTo>
                <a:lnTo>
                  <a:pt x="152400" y="76200"/>
                </a:lnTo>
                <a:lnTo>
                  <a:pt x="165100" y="76200"/>
                </a:lnTo>
                <a:lnTo>
                  <a:pt x="165100" y="0"/>
                </a:lnTo>
                <a:close/>
              </a:path>
              <a:path w="165100" h="889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65100" h="88900">
                <a:moveTo>
                  <a:pt x="1524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98700" y="551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98700" y="54991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152400"/>
                </a:moveTo>
                <a:lnTo>
                  <a:pt x="0" y="165100"/>
                </a:lnTo>
                <a:lnTo>
                  <a:pt x="12700" y="165100"/>
                </a:lnTo>
                <a:lnTo>
                  <a:pt x="0" y="152400"/>
                </a:lnTo>
                <a:close/>
              </a:path>
              <a:path w="165100" h="165100">
                <a:moveTo>
                  <a:pt x="165100" y="0"/>
                </a:moveTo>
                <a:lnTo>
                  <a:pt x="0" y="0"/>
                </a:lnTo>
                <a:lnTo>
                  <a:pt x="0" y="152400"/>
                </a:lnTo>
                <a:lnTo>
                  <a:pt x="12700" y="165100"/>
                </a:lnTo>
                <a:lnTo>
                  <a:pt x="12700" y="12700"/>
                </a:lnTo>
                <a:lnTo>
                  <a:pt x="165100" y="12700"/>
                </a:lnTo>
                <a:lnTo>
                  <a:pt x="165100" y="0"/>
                </a:lnTo>
                <a:close/>
              </a:path>
              <a:path w="165100" h="165100">
                <a:moveTo>
                  <a:pt x="152400" y="152400"/>
                </a:moveTo>
                <a:lnTo>
                  <a:pt x="12700" y="152400"/>
                </a:lnTo>
                <a:lnTo>
                  <a:pt x="12700" y="165100"/>
                </a:lnTo>
                <a:lnTo>
                  <a:pt x="152400" y="165100"/>
                </a:lnTo>
                <a:lnTo>
                  <a:pt x="152400" y="152400"/>
                </a:lnTo>
                <a:close/>
              </a:path>
              <a:path w="165100" h="165100">
                <a:moveTo>
                  <a:pt x="165100" y="12700"/>
                </a:moveTo>
                <a:lnTo>
                  <a:pt x="152400" y="12700"/>
                </a:lnTo>
                <a:lnTo>
                  <a:pt x="152400" y="165100"/>
                </a:lnTo>
                <a:lnTo>
                  <a:pt x="165100" y="165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84300" y="551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152400" y="152400"/>
                </a:lnTo>
                <a:lnTo>
                  <a:pt x="1524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84300" y="54991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0" y="152400"/>
                </a:moveTo>
                <a:lnTo>
                  <a:pt x="0" y="165100"/>
                </a:lnTo>
                <a:lnTo>
                  <a:pt x="12700" y="165100"/>
                </a:lnTo>
                <a:lnTo>
                  <a:pt x="0" y="152400"/>
                </a:lnTo>
                <a:close/>
              </a:path>
              <a:path w="165100" h="165100">
                <a:moveTo>
                  <a:pt x="165100" y="0"/>
                </a:moveTo>
                <a:lnTo>
                  <a:pt x="0" y="0"/>
                </a:lnTo>
                <a:lnTo>
                  <a:pt x="0" y="152400"/>
                </a:lnTo>
                <a:lnTo>
                  <a:pt x="12700" y="165100"/>
                </a:lnTo>
                <a:lnTo>
                  <a:pt x="12700" y="12700"/>
                </a:lnTo>
                <a:lnTo>
                  <a:pt x="165100" y="12700"/>
                </a:lnTo>
                <a:lnTo>
                  <a:pt x="165100" y="0"/>
                </a:lnTo>
                <a:close/>
              </a:path>
              <a:path w="165100" h="165100">
                <a:moveTo>
                  <a:pt x="152400" y="152400"/>
                </a:moveTo>
                <a:lnTo>
                  <a:pt x="12700" y="152400"/>
                </a:lnTo>
                <a:lnTo>
                  <a:pt x="12700" y="165100"/>
                </a:lnTo>
                <a:lnTo>
                  <a:pt x="152400" y="165100"/>
                </a:lnTo>
                <a:lnTo>
                  <a:pt x="152400" y="152400"/>
                </a:lnTo>
                <a:close/>
              </a:path>
              <a:path w="165100" h="165100">
                <a:moveTo>
                  <a:pt x="165100" y="12700"/>
                </a:moveTo>
                <a:lnTo>
                  <a:pt x="152400" y="12700"/>
                </a:lnTo>
                <a:lnTo>
                  <a:pt x="152400" y="165100"/>
                </a:lnTo>
                <a:lnTo>
                  <a:pt x="165100" y="1651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41500" y="4064000"/>
            <a:ext cx="152400" cy="1600200"/>
          </a:xfrm>
          <a:custGeom>
            <a:avLst/>
            <a:gdLst/>
            <a:ahLst/>
            <a:cxnLst/>
            <a:rect l="l" t="t" r="r" b="b"/>
            <a:pathLst>
              <a:path w="152400" h="1600200">
                <a:moveTo>
                  <a:pt x="0" y="1600200"/>
                </a:moveTo>
                <a:lnTo>
                  <a:pt x="152400" y="1600200"/>
                </a:lnTo>
                <a:lnTo>
                  <a:pt x="152400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1500" y="4051300"/>
            <a:ext cx="165100" cy="1612900"/>
          </a:xfrm>
          <a:custGeom>
            <a:avLst/>
            <a:gdLst/>
            <a:ahLst/>
            <a:cxnLst/>
            <a:rect l="l" t="t" r="r" b="b"/>
            <a:pathLst>
              <a:path w="165100" h="1612900">
                <a:moveTo>
                  <a:pt x="0" y="1600200"/>
                </a:moveTo>
                <a:lnTo>
                  <a:pt x="0" y="1612900"/>
                </a:lnTo>
                <a:lnTo>
                  <a:pt x="12700" y="1612900"/>
                </a:lnTo>
                <a:lnTo>
                  <a:pt x="0" y="1600200"/>
                </a:lnTo>
                <a:close/>
              </a:path>
              <a:path w="165100" h="1612900">
                <a:moveTo>
                  <a:pt x="165100" y="0"/>
                </a:moveTo>
                <a:lnTo>
                  <a:pt x="0" y="0"/>
                </a:lnTo>
                <a:lnTo>
                  <a:pt x="0" y="1600200"/>
                </a:lnTo>
                <a:lnTo>
                  <a:pt x="12700" y="1612900"/>
                </a:lnTo>
                <a:lnTo>
                  <a:pt x="12700" y="12700"/>
                </a:lnTo>
                <a:lnTo>
                  <a:pt x="165100" y="12700"/>
                </a:lnTo>
                <a:lnTo>
                  <a:pt x="165100" y="0"/>
                </a:lnTo>
                <a:close/>
              </a:path>
              <a:path w="165100" h="1612900">
                <a:moveTo>
                  <a:pt x="152400" y="1600200"/>
                </a:moveTo>
                <a:lnTo>
                  <a:pt x="12700" y="1600200"/>
                </a:lnTo>
                <a:lnTo>
                  <a:pt x="12700" y="1612900"/>
                </a:lnTo>
                <a:lnTo>
                  <a:pt x="152400" y="1612900"/>
                </a:lnTo>
                <a:lnTo>
                  <a:pt x="152400" y="1600200"/>
                </a:lnTo>
                <a:close/>
              </a:path>
              <a:path w="165100" h="1612900">
                <a:moveTo>
                  <a:pt x="165100" y="12700"/>
                </a:moveTo>
                <a:lnTo>
                  <a:pt x="152400" y="12700"/>
                </a:lnTo>
                <a:lnTo>
                  <a:pt x="152400" y="1612900"/>
                </a:lnTo>
                <a:lnTo>
                  <a:pt x="165100" y="16129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84500" y="4521200"/>
            <a:ext cx="152400" cy="1143000"/>
          </a:xfrm>
          <a:custGeom>
            <a:avLst/>
            <a:gdLst/>
            <a:ahLst/>
            <a:cxnLst/>
            <a:rect l="l" t="t" r="r" b="b"/>
            <a:pathLst>
              <a:path w="152400" h="1143000">
                <a:moveTo>
                  <a:pt x="0" y="1143000"/>
                </a:moveTo>
                <a:lnTo>
                  <a:pt x="152400" y="1143000"/>
                </a:lnTo>
                <a:lnTo>
                  <a:pt x="1524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4500" y="4508500"/>
            <a:ext cx="165100" cy="1155700"/>
          </a:xfrm>
          <a:custGeom>
            <a:avLst/>
            <a:gdLst/>
            <a:ahLst/>
            <a:cxnLst/>
            <a:rect l="l" t="t" r="r" b="b"/>
            <a:pathLst>
              <a:path w="165100" h="1155700">
                <a:moveTo>
                  <a:pt x="0" y="1143000"/>
                </a:moveTo>
                <a:lnTo>
                  <a:pt x="0" y="1155700"/>
                </a:lnTo>
                <a:lnTo>
                  <a:pt x="12700" y="1155700"/>
                </a:lnTo>
                <a:lnTo>
                  <a:pt x="0" y="1143000"/>
                </a:lnTo>
                <a:close/>
              </a:path>
              <a:path w="165100" h="1155700">
                <a:moveTo>
                  <a:pt x="165100" y="0"/>
                </a:moveTo>
                <a:lnTo>
                  <a:pt x="0" y="0"/>
                </a:lnTo>
                <a:lnTo>
                  <a:pt x="0" y="1143000"/>
                </a:lnTo>
                <a:lnTo>
                  <a:pt x="12700" y="1155700"/>
                </a:lnTo>
                <a:lnTo>
                  <a:pt x="12700" y="12700"/>
                </a:lnTo>
                <a:lnTo>
                  <a:pt x="165100" y="12700"/>
                </a:lnTo>
                <a:lnTo>
                  <a:pt x="165100" y="0"/>
                </a:lnTo>
                <a:close/>
              </a:path>
              <a:path w="165100" h="1155700">
                <a:moveTo>
                  <a:pt x="152400" y="1143000"/>
                </a:moveTo>
                <a:lnTo>
                  <a:pt x="12700" y="1143000"/>
                </a:lnTo>
                <a:lnTo>
                  <a:pt x="12700" y="1155700"/>
                </a:lnTo>
                <a:lnTo>
                  <a:pt x="152400" y="1155700"/>
                </a:lnTo>
                <a:lnTo>
                  <a:pt x="152400" y="1143000"/>
                </a:lnTo>
                <a:close/>
              </a:path>
              <a:path w="165100" h="1155700">
                <a:moveTo>
                  <a:pt x="165100" y="12700"/>
                </a:moveTo>
                <a:lnTo>
                  <a:pt x="152400" y="12700"/>
                </a:lnTo>
                <a:lnTo>
                  <a:pt x="152400" y="1155700"/>
                </a:lnTo>
                <a:lnTo>
                  <a:pt x="165100" y="1155700"/>
                </a:lnTo>
                <a:lnTo>
                  <a:pt x="165100" y="1270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03300" y="5562600"/>
            <a:ext cx="2514600" cy="190500"/>
          </a:xfrm>
          <a:custGeom>
            <a:avLst/>
            <a:gdLst/>
            <a:ahLst/>
            <a:cxnLst/>
            <a:rect l="l" t="t" r="r" b="b"/>
            <a:pathLst>
              <a:path w="2514600" h="190500">
                <a:moveTo>
                  <a:pt x="2400300" y="0"/>
                </a:moveTo>
                <a:lnTo>
                  <a:pt x="2400300" y="190500"/>
                </a:lnTo>
                <a:lnTo>
                  <a:pt x="2498271" y="114300"/>
                </a:lnTo>
                <a:lnTo>
                  <a:pt x="2425700" y="114300"/>
                </a:lnTo>
                <a:lnTo>
                  <a:pt x="2425700" y="76200"/>
                </a:lnTo>
                <a:lnTo>
                  <a:pt x="2486025" y="76200"/>
                </a:lnTo>
                <a:lnTo>
                  <a:pt x="2400300" y="0"/>
                </a:lnTo>
                <a:close/>
              </a:path>
              <a:path w="2514600" h="190500">
                <a:moveTo>
                  <a:pt x="2400300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2400300" y="114300"/>
                </a:lnTo>
                <a:lnTo>
                  <a:pt x="2400300" y="76200"/>
                </a:lnTo>
                <a:close/>
              </a:path>
              <a:path w="2514600" h="190500">
                <a:moveTo>
                  <a:pt x="2486025" y="76200"/>
                </a:moveTo>
                <a:lnTo>
                  <a:pt x="2425700" y="76200"/>
                </a:lnTo>
                <a:lnTo>
                  <a:pt x="2425700" y="114300"/>
                </a:lnTo>
                <a:lnTo>
                  <a:pt x="2498271" y="114300"/>
                </a:lnTo>
                <a:lnTo>
                  <a:pt x="2514600" y="101600"/>
                </a:lnTo>
                <a:lnTo>
                  <a:pt x="24860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14400" y="3911600"/>
            <a:ext cx="190500" cy="1752600"/>
          </a:xfrm>
          <a:custGeom>
            <a:avLst/>
            <a:gdLst/>
            <a:ahLst/>
            <a:cxnLst/>
            <a:rect l="l" t="t" r="r" b="b"/>
            <a:pathLst>
              <a:path w="190500" h="1752600">
                <a:moveTo>
                  <a:pt x="114300" y="88900"/>
                </a:moveTo>
                <a:lnTo>
                  <a:pt x="76200" y="88900"/>
                </a:lnTo>
                <a:lnTo>
                  <a:pt x="76200" y="1752600"/>
                </a:lnTo>
                <a:lnTo>
                  <a:pt x="114300" y="1752600"/>
                </a:lnTo>
                <a:lnTo>
                  <a:pt x="114300" y="88900"/>
                </a:lnTo>
                <a:close/>
              </a:path>
              <a:path w="190500" h="1752600">
                <a:moveTo>
                  <a:pt x="8890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88900"/>
                </a:lnTo>
                <a:lnTo>
                  <a:pt x="167922" y="88900"/>
                </a:lnTo>
                <a:lnTo>
                  <a:pt x="88900" y="0"/>
                </a:lnTo>
                <a:close/>
              </a:path>
              <a:path w="190500" h="1752600">
                <a:moveTo>
                  <a:pt x="167922" y="88900"/>
                </a:moveTo>
                <a:lnTo>
                  <a:pt x="114300" y="8890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67922" y="88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19400" y="5727700"/>
            <a:ext cx="406400" cy="292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19200" y="5715000"/>
            <a:ext cx="342900" cy="368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76400" y="5715000"/>
            <a:ext cx="406400" cy="292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51700" y="5562600"/>
            <a:ext cx="2514600" cy="190500"/>
          </a:xfrm>
          <a:custGeom>
            <a:avLst/>
            <a:gdLst/>
            <a:ahLst/>
            <a:cxnLst/>
            <a:rect l="l" t="t" r="r" b="b"/>
            <a:pathLst>
              <a:path w="2514600" h="190500">
                <a:moveTo>
                  <a:pt x="2400300" y="0"/>
                </a:moveTo>
                <a:lnTo>
                  <a:pt x="2400300" y="190500"/>
                </a:lnTo>
                <a:lnTo>
                  <a:pt x="2498271" y="114300"/>
                </a:lnTo>
                <a:lnTo>
                  <a:pt x="2425700" y="114300"/>
                </a:lnTo>
                <a:lnTo>
                  <a:pt x="2425700" y="76200"/>
                </a:lnTo>
                <a:lnTo>
                  <a:pt x="2486025" y="76200"/>
                </a:lnTo>
                <a:lnTo>
                  <a:pt x="2400300" y="0"/>
                </a:lnTo>
                <a:close/>
              </a:path>
              <a:path w="2514600" h="190500">
                <a:moveTo>
                  <a:pt x="2400300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2400300" y="114300"/>
                </a:lnTo>
                <a:lnTo>
                  <a:pt x="2400300" y="76200"/>
                </a:lnTo>
                <a:close/>
              </a:path>
              <a:path w="2514600" h="190500">
                <a:moveTo>
                  <a:pt x="2486025" y="76200"/>
                </a:moveTo>
                <a:lnTo>
                  <a:pt x="2425700" y="76200"/>
                </a:lnTo>
                <a:lnTo>
                  <a:pt x="2425700" y="114300"/>
                </a:lnTo>
                <a:lnTo>
                  <a:pt x="2498271" y="114300"/>
                </a:lnTo>
                <a:lnTo>
                  <a:pt x="2514600" y="101600"/>
                </a:lnTo>
                <a:lnTo>
                  <a:pt x="24860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62800" y="3911600"/>
            <a:ext cx="190500" cy="1752600"/>
          </a:xfrm>
          <a:custGeom>
            <a:avLst/>
            <a:gdLst/>
            <a:ahLst/>
            <a:cxnLst/>
            <a:rect l="l" t="t" r="r" b="b"/>
            <a:pathLst>
              <a:path w="190500" h="1752600">
                <a:moveTo>
                  <a:pt x="114300" y="88900"/>
                </a:moveTo>
                <a:lnTo>
                  <a:pt x="76200" y="88900"/>
                </a:lnTo>
                <a:lnTo>
                  <a:pt x="76200" y="1752600"/>
                </a:lnTo>
                <a:lnTo>
                  <a:pt x="114300" y="1752600"/>
                </a:lnTo>
                <a:lnTo>
                  <a:pt x="114300" y="88900"/>
                </a:lnTo>
                <a:close/>
              </a:path>
              <a:path w="190500" h="1752600">
                <a:moveTo>
                  <a:pt x="8890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88900"/>
                </a:lnTo>
                <a:lnTo>
                  <a:pt x="167922" y="88900"/>
                </a:lnTo>
                <a:lnTo>
                  <a:pt x="88900" y="0"/>
                </a:lnTo>
                <a:close/>
              </a:path>
              <a:path w="190500" h="1752600">
                <a:moveTo>
                  <a:pt x="167922" y="88900"/>
                </a:moveTo>
                <a:lnTo>
                  <a:pt x="114300" y="8890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67922" y="88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03700" y="5600700"/>
            <a:ext cx="2514600" cy="190500"/>
          </a:xfrm>
          <a:custGeom>
            <a:avLst/>
            <a:gdLst/>
            <a:ahLst/>
            <a:cxnLst/>
            <a:rect l="l" t="t" r="r" b="b"/>
            <a:pathLst>
              <a:path w="2514600" h="190500">
                <a:moveTo>
                  <a:pt x="2400300" y="0"/>
                </a:moveTo>
                <a:lnTo>
                  <a:pt x="2400300" y="190500"/>
                </a:lnTo>
                <a:lnTo>
                  <a:pt x="2486025" y="114300"/>
                </a:lnTo>
                <a:lnTo>
                  <a:pt x="2425700" y="114300"/>
                </a:lnTo>
                <a:lnTo>
                  <a:pt x="2425700" y="76200"/>
                </a:lnTo>
                <a:lnTo>
                  <a:pt x="2498271" y="76200"/>
                </a:lnTo>
                <a:lnTo>
                  <a:pt x="2400300" y="0"/>
                </a:lnTo>
                <a:close/>
              </a:path>
              <a:path w="2514600" h="190500">
                <a:moveTo>
                  <a:pt x="2400300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2400300" y="114300"/>
                </a:lnTo>
                <a:lnTo>
                  <a:pt x="2400300" y="76200"/>
                </a:lnTo>
                <a:close/>
              </a:path>
              <a:path w="2514600" h="190500">
                <a:moveTo>
                  <a:pt x="2498271" y="76200"/>
                </a:moveTo>
                <a:lnTo>
                  <a:pt x="2425700" y="76200"/>
                </a:lnTo>
                <a:lnTo>
                  <a:pt x="2425700" y="114300"/>
                </a:lnTo>
                <a:lnTo>
                  <a:pt x="2486025" y="114300"/>
                </a:lnTo>
                <a:lnTo>
                  <a:pt x="2514600" y="88900"/>
                </a:lnTo>
                <a:lnTo>
                  <a:pt x="2498271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14800" y="3937000"/>
            <a:ext cx="190500" cy="1752600"/>
          </a:xfrm>
          <a:custGeom>
            <a:avLst/>
            <a:gdLst/>
            <a:ahLst/>
            <a:cxnLst/>
            <a:rect l="l" t="t" r="r" b="b"/>
            <a:pathLst>
              <a:path w="190500" h="1752600">
                <a:moveTo>
                  <a:pt x="114300" y="101600"/>
                </a:moveTo>
                <a:lnTo>
                  <a:pt x="76200" y="101600"/>
                </a:lnTo>
                <a:lnTo>
                  <a:pt x="76200" y="1752600"/>
                </a:lnTo>
                <a:lnTo>
                  <a:pt x="114300" y="1752600"/>
                </a:lnTo>
                <a:lnTo>
                  <a:pt x="114300" y="101600"/>
                </a:lnTo>
                <a:close/>
              </a:path>
              <a:path w="190500" h="1752600">
                <a:moveTo>
                  <a:pt x="8890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101600"/>
                </a:lnTo>
                <a:lnTo>
                  <a:pt x="179211" y="101600"/>
                </a:lnTo>
                <a:lnTo>
                  <a:pt x="88900" y="0"/>
                </a:lnTo>
                <a:close/>
              </a:path>
              <a:path w="190500" h="1752600">
                <a:moveTo>
                  <a:pt x="179211" y="101600"/>
                </a:moveTo>
                <a:lnTo>
                  <a:pt x="114300" y="10160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79211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33600" y="5753100"/>
            <a:ext cx="558800" cy="30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96000" y="5727700"/>
            <a:ext cx="406400" cy="292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19600" y="5715000"/>
            <a:ext cx="342900" cy="368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76800" y="5753100"/>
            <a:ext cx="939800" cy="304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144000" y="5727700"/>
            <a:ext cx="406400" cy="292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467600" y="5715000"/>
            <a:ext cx="342900" cy="368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001000" y="5715000"/>
            <a:ext cx="406400" cy="292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58200" y="5753100"/>
            <a:ext cx="558800" cy="304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00400" y="316230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68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68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68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8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68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68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68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68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68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49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49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49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9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49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49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49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49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49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30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30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30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30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30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30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30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30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30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11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11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711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11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11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11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11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711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711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92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92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092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092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92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92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92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092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092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473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73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73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473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473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473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473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473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473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854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854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854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854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854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854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854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854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854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35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35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35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235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235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235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235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35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235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616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616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616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616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616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616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616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616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616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997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97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97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997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997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997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97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997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997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378700" y="3175000"/>
            <a:ext cx="63500" cy="355600"/>
          </a:xfrm>
          <a:custGeom>
            <a:avLst/>
            <a:gdLst/>
            <a:ahLst/>
            <a:cxnLst/>
            <a:rect l="l" t="t" r="r" b="b"/>
            <a:pathLst>
              <a:path w="63500" h="355600">
                <a:moveTo>
                  <a:pt x="0" y="355600"/>
                </a:moveTo>
                <a:lnTo>
                  <a:pt x="63500" y="355600"/>
                </a:lnTo>
                <a:lnTo>
                  <a:pt x="63500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378700" y="3594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378700" y="3975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78700" y="4356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378700" y="4737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378700" y="5118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378700" y="5499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378700" y="5880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378700" y="6261100"/>
            <a:ext cx="63500" cy="317500"/>
          </a:xfrm>
          <a:custGeom>
            <a:avLst/>
            <a:gdLst/>
            <a:ahLst/>
            <a:cxnLst/>
            <a:rect l="l" t="t" r="r" b="b"/>
            <a:pathLst>
              <a:path w="63500" h="317500">
                <a:moveTo>
                  <a:pt x="0" y="317500"/>
                </a:moveTo>
                <a:lnTo>
                  <a:pt x="63500" y="317500"/>
                </a:lnTo>
                <a:lnTo>
                  <a:pt x="63500" y="0"/>
                </a:lnTo>
                <a:lnTo>
                  <a:pt x="0" y="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213100" y="3530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213100" y="3911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213100" y="4292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213100" y="4673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213100" y="5054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213100" y="5435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213100" y="5816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213100" y="6197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BF0AD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213100" y="6578600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0" y="63500"/>
                </a:moveTo>
                <a:lnTo>
                  <a:pt x="4572000" y="63500"/>
                </a:lnTo>
                <a:lnTo>
                  <a:pt x="4572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1079500" y="1612900"/>
            <a:ext cx="7042784" cy="125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На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уля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е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Есть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title" idx="4294967295"/>
          </p:nvPr>
        </p:nvSpPr>
        <p:spPr>
          <a:xfrm>
            <a:off x="257492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15" dirty="0">
                <a:solidFill>
                  <a:schemeClr val="bg1"/>
                </a:solidFill>
                <a:latin typeface="+mn-lt"/>
              </a:rPr>
              <a:t>1</a:t>
            </a:r>
            <a:r>
              <a:rPr b="1" dirty="0">
                <a:solidFill>
                  <a:schemeClr val="bg1"/>
                </a:solidFill>
                <a:latin typeface="+mn-lt"/>
              </a:rPr>
              <a:t>.</a:t>
            </a:r>
            <a:r>
              <a:rPr b="1" spc="2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5300" y="20066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12700"/>
                </a:lnTo>
                <a:lnTo>
                  <a:pt x="25400" y="38100"/>
                </a:lnTo>
                <a:lnTo>
                  <a:pt x="0" y="63500"/>
                </a:lnTo>
                <a:lnTo>
                  <a:pt x="0" y="9652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1003300"/>
                </a:lnTo>
                <a:lnTo>
                  <a:pt x="381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38100" y="50800"/>
                </a:lnTo>
                <a:lnTo>
                  <a:pt x="63500" y="25400"/>
                </a:lnTo>
                <a:lnTo>
                  <a:pt x="101600" y="25400"/>
                </a:lnTo>
                <a:lnTo>
                  <a:pt x="101600" y="0"/>
                </a:lnTo>
                <a:close/>
              </a:path>
              <a:path w="571500" h="1016000">
                <a:moveTo>
                  <a:pt x="63500" y="990600"/>
                </a:moveTo>
                <a:lnTo>
                  <a:pt x="63500" y="1003300"/>
                </a:lnTo>
                <a:lnTo>
                  <a:pt x="101600" y="1003300"/>
                </a:lnTo>
                <a:lnTo>
                  <a:pt x="63500" y="9906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25400"/>
                </a:lnTo>
                <a:lnTo>
                  <a:pt x="495300" y="25400"/>
                </a:lnTo>
                <a:lnTo>
                  <a:pt x="533400" y="50800"/>
                </a:lnTo>
                <a:lnTo>
                  <a:pt x="520700" y="50800"/>
                </a:lnTo>
                <a:lnTo>
                  <a:pt x="546100" y="76200"/>
                </a:lnTo>
                <a:lnTo>
                  <a:pt x="546100" y="952500"/>
                </a:lnTo>
                <a:lnTo>
                  <a:pt x="520700" y="977900"/>
                </a:lnTo>
                <a:lnTo>
                  <a:pt x="533400" y="977900"/>
                </a:lnTo>
                <a:lnTo>
                  <a:pt x="495300" y="10033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27050" y="1003300"/>
                </a:lnTo>
                <a:lnTo>
                  <a:pt x="495300" y="1003300"/>
                </a:lnTo>
                <a:lnTo>
                  <a:pt x="508000" y="990600"/>
                </a:lnTo>
                <a:lnTo>
                  <a:pt x="546100" y="990600"/>
                </a:lnTo>
                <a:lnTo>
                  <a:pt x="558800" y="965200"/>
                </a:lnTo>
                <a:lnTo>
                  <a:pt x="558800" y="952500"/>
                </a:lnTo>
                <a:lnTo>
                  <a:pt x="571500" y="927100"/>
                </a:lnTo>
                <a:lnTo>
                  <a:pt x="571500" y="101600"/>
                </a:lnTo>
                <a:lnTo>
                  <a:pt x="558800" y="63500"/>
                </a:lnTo>
                <a:lnTo>
                  <a:pt x="546100" y="38100"/>
                </a:lnTo>
                <a:lnTo>
                  <a:pt x="508000" y="127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79600" y="22161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79600" y="23368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9600" y="25082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79600" y="26479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79600" y="27813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25700" y="20066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12700"/>
                </a:lnTo>
                <a:lnTo>
                  <a:pt x="25400" y="38100"/>
                </a:lnTo>
                <a:lnTo>
                  <a:pt x="12700" y="63500"/>
                </a:lnTo>
                <a:lnTo>
                  <a:pt x="0" y="101600"/>
                </a:lnTo>
                <a:lnTo>
                  <a:pt x="0" y="927100"/>
                </a:lnTo>
                <a:lnTo>
                  <a:pt x="12700" y="952500"/>
                </a:lnTo>
                <a:lnTo>
                  <a:pt x="12700" y="9652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76200" y="10033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76200"/>
                </a:lnTo>
                <a:lnTo>
                  <a:pt x="50800" y="50800"/>
                </a:lnTo>
                <a:lnTo>
                  <a:pt x="38100" y="50800"/>
                </a:lnTo>
                <a:lnTo>
                  <a:pt x="76200" y="25400"/>
                </a:lnTo>
                <a:lnTo>
                  <a:pt x="101600" y="25400"/>
                </a:lnTo>
                <a:lnTo>
                  <a:pt x="101600" y="0"/>
                </a:lnTo>
                <a:close/>
              </a:path>
              <a:path w="571500" h="1016000">
                <a:moveTo>
                  <a:pt x="63500" y="990600"/>
                </a:moveTo>
                <a:lnTo>
                  <a:pt x="76200" y="1003300"/>
                </a:lnTo>
                <a:lnTo>
                  <a:pt x="101600" y="1003300"/>
                </a:lnTo>
                <a:lnTo>
                  <a:pt x="63500" y="9906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254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10033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27050" y="1003300"/>
                </a:lnTo>
                <a:lnTo>
                  <a:pt x="508000" y="1003300"/>
                </a:lnTo>
                <a:lnTo>
                  <a:pt x="508000" y="990600"/>
                </a:lnTo>
                <a:lnTo>
                  <a:pt x="546100" y="990600"/>
                </a:lnTo>
                <a:lnTo>
                  <a:pt x="571500" y="965200"/>
                </a:lnTo>
                <a:lnTo>
                  <a:pt x="571500" y="63500"/>
                </a:lnTo>
                <a:lnTo>
                  <a:pt x="546100" y="38100"/>
                </a:lnTo>
                <a:lnTo>
                  <a:pt x="508000" y="127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40000" y="22161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40000" y="23368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40000" y="25082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40000" y="26479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40000" y="27813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11500" y="20193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76200" y="9906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33866" y="635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3866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33866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50800"/>
                </a:lnTo>
                <a:lnTo>
                  <a:pt x="45719" y="45720"/>
                </a:lnTo>
                <a:lnTo>
                  <a:pt x="50800" y="38100"/>
                </a:lnTo>
                <a:close/>
              </a:path>
              <a:path w="571500" h="1016000">
                <a:moveTo>
                  <a:pt x="45719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19" y="45720"/>
                </a:lnTo>
                <a:close/>
              </a:path>
              <a:path w="571500" h="1016000">
                <a:moveTo>
                  <a:pt x="57150" y="38100"/>
                </a:moveTo>
                <a:lnTo>
                  <a:pt x="50800" y="38100"/>
                </a:lnTo>
                <a:lnTo>
                  <a:pt x="45719" y="45720"/>
                </a:lnTo>
                <a:lnTo>
                  <a:pt x="57150" y="38100"/>
                </a:lnTo>
                <a:close/>
              </a:path>
              <a:path w="571500" h="1016000">
                <a:moveTo>
                  <a:pt x="571500" y="63500"/>
                </a:move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52500"/>
                </a:lnTo>
                <a:lnTo>
                  <a:pt x="571500" y="63500"/>
                </a:lnTo>
                <a:close/>
              </a:path>
              <a:path w="571500" h="1016000">
                <a:moveTo>
                  <a:pt x="554566" y="38100"/>
                </a:moveTo>
                <a:lnTo>
                  <a:pt x="533400" y="38100"/>
                </a:lnTo>
                <a:lnTo>
                  <a:pt x="546100" y="76200"/>
                </a:lnTo>
                <a:lnTo>
                  <a:pt x="546100" y="63500"/>
                </a:lnTo>
                <a:lnTo>
                  <a:pt x="571500" y="63500"/>
                </a:lnTo>
                <a:lnTo>
                  <a:pt x="554566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33400" y="38100"/>
                </a:lnTo>
                <a:lnTo>
                  <a:pt x="554566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25800" y="22288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25800" y="23685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25800" y="2489200"/>
            <a:ext cx="368300" cy="50800"/>
          </a:xfrm>
          <a:custGeom>
            <a:avLst/>
            <a:gdLst/>
            <a:ahLst/>
            <a:cxnLst/>
            <a:rect l="l" t="t" r="r" b="b"/>
            <a:pathLst>
              <a:path w="368300" h="50800">
                <a:moveTo>
                  <a:pt x="0" y="0"/>
                </a:moveTo>
                <a:lnTo>
                  <a:pt x="0" y="38100"/>
                </a:lnTo>
                <a:lnTo>
                  <a:pt x="368300" y="50800"/>
                </a:lnTo>
                <a:lnTo>
                  <a:pt x="3683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25800" y="26606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25800" y="28130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97300" y="20193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76200" y="9906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33866" y="635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3866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33866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50800"/>
                </a:lnTo>
                <a:lnTo>
                  <a:pt x="45720" y="45720"/>
                </a:lnTo>
                <a:lnTo>
                  <a:pt x="50800" y="38100"/>
                </a:lnTo>
                <a:close/>
              </a:path>
              <a:path w="571500" h="1016000">
                <a:moveTo>
                  <a:pt x="45720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20" y="45720"/>
                </a:lnTo>
                <a:close/>
              </a:path>
              <a:path w="571500" h="1016000">
                <a:moveTo>
                  <a:pt x="57150" y="38100"/>
                </a:moveTo>
                <a:lnTo>
                  <a:pt x="50800" y="38100"/>
                </a:lnTo>
                <a:lnTo>
                  <a:pt x="45720" y="45720"/>
                </a:lnTo>
                <a:lnTo>
                  <a:pt x="57150" y="38100"/>
                </a:lnTo>
                <a:close/>
              </a:path>
              <a:path w="571500" h="1016000">
                <a:moveTo>
                  <a:pt x="571500" y="63500"/>
                </a:move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52500"/>
                </a:lnTo>
                <a:lnTo>
                  <a:pt x="571500" y="63500"/>
                </a:lnTo>
                <a:close/>
              </a:path>
              <a:path w="571500" h="1016000">
                <a:moveTo>
                  <a:pt x="554566" y="38100"/>
                </a:moveTo>
                <a:lnTo>
                  <a:pt x="533400" y="38100"/>
                </a:lnTo>
                <a:lnTo>
                  <a:pt x="546100" y="76200"/>
                </a:lnTo>
                <a:lnTo>
                  <a:pt x="546100" y="63500"/>
                </a:lnTo>
                <a:lnTo>
                  <a:pt x="571500" y="63500"/>
                </a:lnTo>
                <a:lnTo>
                  <a:pt x="554566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33400" y="38100"/>
                </a:lnTo>
                <a:lnTo>
                  <a:pt x="554566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11600" y="22288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11600" y="23685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11600" y="2489200"/>
            <a:ext cx="368300" cy="50800"/>
          </a:xfrm>
          <a:custGeom>
            <a:avLst/>
            <a:gdLst/>
            <a:ahLst/>
            <a:cxnLst/>
            <a:rect l="l" t="t" r="r" b="b"/>
            <a:pathLst>
              <a:path w="368300" h="50800">
                <a:moveTo>
                  <a:pt x="0" y="0"/>
                </a:moveTo>
                <a:lnTo>
                  <a:pt x="0" y="38100"/>
                </a:lnTo>
                <a:lnTo>
                  <a:pt x="368300" y="50800"/>
                </a:lnTo>
                <a:lnTo>
                  <a:pt x="3683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11600" y="26606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11600" y="28130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95800" y="2146300"/>
            <a:ext cx="43180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000099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65700" y="2336800"/>
            <a:ext cx="609600" cy="292100"/>
          </a:xfrm>
          <a:custGeom>
            <a:avLst/>
            <a:gdLst/>
            <a:ahLst/>
            <a:cxnLst/>
            <a:rect l="l" t="t" r="r" b="b"/>
            <a:pathLst>
              <a:path w="609600" h="292100">
                <a:moveTo>
                  <a:pt x="292100" y="0"/>
                </a:moveTo>
                <a:lnTo>
                  <a:pt x="0" y="152400"/>
                </a:lnTo>
                <a:lnTo>
                  <a:pt x="292100" y="292100"/>
                </a:lnTo>
                <a:lnTo>
                  <a:pt x="292100" y="177800"/>
                </a:lnTo>
                <a:lnTo>
                  <a:pt x="266700" y="177800"/>
                </a:lnTo>
                <a:lnTo>
                  <a:pt x="266700" y="114300"/>
                </a:lnTo>
                <a:lnTo>
                  <a:pt x="292100" y="114300"/>
                </a:lnTo>
                <a:lnTo>
                  <a:pt x="292100" y="0"/>
                </a:lnTo>
                <a:close/>
              </a:path>
              <a:path w="609600" h="292100">
                <a:moveTo>
                  <a:pt x="292100" y="114300"/>
                </a:moveTo>
                <a:lnTo>
                  <a:pt x="266700" y="114300"/>
                </a:lnTo>
                <a:lnTo>
                  <a:pt x="266700" y="177800"/>
                </a:lnTo>
                <a:lnTo>
                  <a:pt x="292100" y="177800"/>
                </a:lnTo>
                <a:lnTo>
                  <a:pt x="292100" y="114300"/>
                </a:lnTo>
                <a:close/>
              </a:path>
              <a:path w="609600" h="292100">
                <a:moveTo>
                  <a:pt x="609600" y="114300"/>
                </a:moveTo>
                <a:lnTo>
                  <a:pt x="292100" y="114300"/>
                </a:lnTo>
                <a:lnTo>
                  <a:pt x="292100" y="177800"/>
                </a:lnTo>
                <a:lnTo>
                  <a:pt x="609600" y="177800"/>
                </a:lnTo>
                <a:lnTo>
                  <a:pt x="609600" y="1143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title" idx="4294967295"/>
          </p:nvPr>
        </p:nvSpPr>
        <p:spPr>
          <a:xfrm>
            <a:off x="112404" y="312464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В</a:t>
            </a:r>
            <a:r>
              <a:rPr b="1" dirty="0">
                <a:solidFill>
                  <a:schemeClr val="bg1"/>
                </a:solidFill>
                <a:latin typeface="+mn-lt"/>
              </a:rPr>
              <a:t>ы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-7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204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ф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028700" y="4277339"/>
            <a:ext cx="2965450" cy="74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Не</a:t>
            </a:r>
            <a:r>
              <a:rPr sz="2400" dirty="0">
                <a:latin typeface="Arial"/>
                <a:cs typeface="Arial"/>
              </a:rPr>
              <a:t>уп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-1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нн</a:t>
            </a:r>
            <a:r>
              <a:rPr sz="2400" spc="70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й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й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29100" y="4279900"/>
            <a:ext cx="95948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сп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35600" y="4279900"/>
            <a:ext cx="174942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16800" y="4279900"/>
            <a:ext cx="21253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70865" algn="l"/>
              </a:tabLst>
            </a:pP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	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а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28700" y="5194300"/>
            <a:ext cx="9499600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1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spc="1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5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-п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м</a:t>
            </a:r>
          </a:p>
          <a:p>
            <a:pPr marL="812800" marR="6350" lvl="1" indent="-342900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812800" algn="l"/>
                <a:tab pos="2069464" algn="l"/>
                <a:tab pos="2653665" algn="l"/>
                <a:tab pos="3796665" algn="l"/>
                <a:tab pos="5447665" algn="l"/>
                <a:tab pos="7149465" algn="l"/>
              </a:tabLst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55" dirty="0">
                <a:latin typeface="Arial"/>
                <a:cs typeface="Arial"/>
              </a:rPr>
              <a:t>ч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	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а	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100" dirty="0">
                <a:latin typeface="Arial"/>
                <a:cs typeface="Arial"/>
              </a:rPr>
              <a:t>с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е	</a:t>
            </a:r>
            <a:r>
              <a:rPr sz="2000" spc="7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8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м	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8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8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85" dirty="0">
                <a:latin typeface="Arial"/>
                <a:cs typeface="Arial"/>
              </a:rPr>
              <a:t>а</a:t>
            </a:r>
            <a:r>
              <a:rPr sz="2000" spc="50" dirty="0">
                <a:latin typeface="Arial"/>
                <a:cs typeface="Arial"/>
              </a:rPr>
              <a:t>ц</a:t>
            </a:r>
            <a:r>
              <a:rPr sz="2000" spc="-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	</a:t>
            </a:r>
            <a:r>
              <a:rPr sz="2000" spc="-30" dirty="0" err="1" smtClean="0">
                <a:latin typeface="Arial"/>
                <a:cs typeface="Arial"/>
              </a:rPr>
              <a:t>г</a:t>
            </a:r>
            <a:r>
              <a:rPr sz="2000" spc="-15" dirty="0" err="1" smtClean="0">
                <a:latin typeface="Arial"/>
                <a:cs typeface="Arial"/>
              </a:rPr>
              <a:t>ра</a:t>
            </a:r>
            <a:r>
              <a:rPr lang="ru-RU" sz="2000" spc="130" dirty="0" err="1" smtClean="0">
                <a:latin typeface="Arial"/>
                <a:cs typeface="Arial"/>
              </a:rPr>
              <a:t>диентов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019800" y="1409700"/>
            <a:ext cx="3302000" cy="247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11900" y="1422400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11900" y="20066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311900" y="25527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11900" y="30988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311900" y="3644900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13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553200" y="1422400"/>
            <a:ext cx="63500" cy="520700"/>
          </a:xfrm>
          <a:custGeom>
            <a:avLst/>
            <a:gdLst/>
            <a:ahLst/>
            <a:cxnLst/>
            <a:rect l="l" t="t" r="r" b="b"/>
            <a:pathLst>
              <a:path w="63500" h="520700">
                <a:moveTo>
                  <a:pt x="0" y="520700"/>
                </a:moveTo>
                <a:lnTo>
                  <a:pt x="63500" y="520700"/>
                </a:lnTo>
                <a:lnTo>
                  <a:pt x="635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553200" y="20066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53200" y="25527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53200" y="30988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553200" y="3644900"/>
            <a:ext cx="63500" cy="241300"/>
          </a:xfrm>
          <a:custGeom>
            <a:avLst/>
            <a:gdLst/>
            <a:ahLst/>
            <a:cxnLst/>
            <a:rect l="l" t="t" r="r" b="b"/>
            <a:pathLst>
              <a:path w="63500" h="241300">
                <a:moveTo>
                  <a:pt x="0" y="241300"/>
                </a:moveTo>
                <a:lnTo>
                  <a:pt x="63500" y="241300"/>
                </a:lnTo>
                <a:lnTo>
                  <a:pt x="63500" y="0"/>
                </a:lnTo>
                <a:lnTo>
                  <a:pt x="0" y="0"/>
                </a:lnTo>
                <a:lnTo>
                  <a:pt x="0" y="241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858000" y="1422400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58000" y="20066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58000" y="25527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58000" y="30988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858000" y="3644900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13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99300" y="1422400"/>
            <a:ext cx="63500" cy="520700"/>
          </a:xfrm>
          <a:custGeom>
            <a:avLst/>
            <a:gdLst/>
            <a:ahLst/>
            <a:cxnLst/>
            <a:rect l="l" t="t" r="r" b="b"/>
            <a:pathLst>
              <a:path w="63500" h="520700">
                <a:moveTo>
                  <a:pt x="0" y="520700"/>
                </a:moveTo>
                <a:lnTo>
                  <a:pt x="63500" y="520700"/>
                </a:lnTo>
                <a:lnTo>
                  <a:pt x="635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099300" y="20066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99300" y="25527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099300" y="30988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099300" y="3644900"/>
            <a:ext cx="63500" cy="241300"/>
          </a:xfrm>
          <a:custGeom>
            <a:avLst/>
            <a:gdLst/>
            <a:ahLst/>
            <a:cxnLst/>
            <a:rect l="l" t="t" r="r" b="b"/>
            <a:pathLst>
              <a:path w="63500" h="241300">
                <a:moveTo>
                  <a:pt x="0" y="241300"/>
                </a:moveTo>
                <a:lnTo>
                  <a:pt x="63500" y="241300"/>
                </a:lnTo>
                <a:lnTo>
                  <a:pt x="63500" y="0"/>
                </a:lnTo>
                <a:lnTo>
                  <a:pt x="0" y="0"/>
                </a:lnTo>
                <a:lnTo>
                  <a:pt x="0" y="241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404100" y="1422400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404100" y="20066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404100" y="25527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404100" y="30988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404100" y="3644900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13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645400" y="1422400"/>
            <a:ext cx="63500" cy="520700"/>
          </a:xfrm>
          <a:custGeom>
            <a:avLst/>
            <a:gdLst/>
            <a:ahLst/>
            <a:cxnLst/>
            <a:rect l="l" t="t" r="r" b="b"/>
            <a:pathLst>
              <a:path w="63500" h="520700">
                <a:moveTo>
                  <a:pt x="0" y="520700"/>
                </a:moveTo>
                <a:lnTo>
                  <a:pt x="63500" y="520700"/>
                </a:lnTo>
                <a:lnTo>
                  <a:pt x="635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45400" y="20066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645400" y="25527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645400" y="30988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645400" y="3644900"/>
            <a:ext cx="63500" cy="241300"/>
          </a:xfrm>
          <a:custGeom>
            <a:avLst/>
            <a:gdLst/>
            <a:ahLst/>
            <a:cxnLst/>
            <a:rect l="l" t="t" r="r" b="b"/>
            <a:pathLst>
              <a:path w="63500" h="241300">
                <a:moveTo>
                  <a:pt x="0" y="241300"/>
                </a:moveTo>
                <a:lnTo>
                  <a:pt x="63500" y="241300"/>
                </a:lnTo>
                <a:lnTo>
                  <a:pt x="63500" y="0"/>
                </a:lnTo>
                <a:lnTo>
                  <a:pt x="0" y="0"/>
                </a:lnTo>
                <a:lnTo>
                  <a:pt x="0" y="241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950200" y="1422400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950200" y="20066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950200" y="25527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950200" y="30988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950200" y="3644900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13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191500" y="1422400"/>
            <a:ext cx="63500" cy="520700"/>
          </a:xfrm>
          <a:custGeom>
            <a:avLst/>
            <a:gdLst/>
            <a:ahLst/>
            <a:cxnLst/>
            <a:rect l="l" t="t" r="r" b="b"/>
            <a:pathLst>
              <a:path w="63500" h="520700">
                <a:moveTo>
                  <a:pt x="0" y="520700"/>
                </a:moveTo>
                <a:lnTo>
                  <a:pt x="63500" y="520700"/>
                </a:lnTo>
                <a:lnTo>
                  <a:pt x="635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191500" y="20066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191500" y="25527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191500" y="30988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191500" y="3644900"/>
            <a:ext cx="63500" cy="241300"/>
          </a:xfrm>
          <a:custGeom>
            <a:avLst/>
            <a:gdLst/>
            <a:ahLst/>
            <a:cxnLst/>
            <a:rect l="l" t="t" r="r" b="b"/>
            <a:pathLst>
              <a:path w="63500" h="241300">
                <a:moveTo>
                  <a:pt x="0" y="241300"/>
                </a:moveTo>
                <a:lnTo>
                  <a:pt x="63500" y="241300"/>
                </a:lnTo>
                <a:lnTo>
                  <a:pt x="63500" y="0"/>
                </a:lnTo>
                <a:lnTo>
                  <a:pt x="0" y="0"/>
                </a:lnTo>
                <a:lnTo>
                  <a:pt x="0" y="241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496300" y="1422400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496300" y="20066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496300" y="25527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496300" y="30988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496300" y="3644900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13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737600" y="1422400"/>
            <a:ext cx="63500" cy="520700"/>
          </a:xfrm>
          <a:custGeom>
            <a:avLst/>
            <a:gdLst/>
            <a:ahLst/>
            <a:cxnLst/>
            <a:rect l="l" t="t" r="r" b="b"/>
            <a:pathLst>
              <a:path w="63500" h="520700">
                <a:moveTo>
                  <a:pt x="0" y="520700"/>
                </a:moveTo>
                <a:lnTo>
                  <a:pt x="63500" y="520700"/>
                </a:lnTo>
                <a:lnTo>
                  <a:pt x="635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737600" y="20066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737600" y="25527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737600" y="3098800"/>
            <a:ext cx="63500" cy="482600"/>
          </a:xfrm>
          <a:custGeom>
            <a:avLst/>
            <a:gdLst/>
            <a:ahLst/>
            <a:cxnLst/>
            <a:rect l="l" t="t" r="r" b="b"/>
            <a:pathLst>
              <a:path w="63500" h="482600">
                <a:moveTo>
                  <a:pt x="0" y="482600"/>
                </a:moveTo>
                <a:lnTo>
                  <a:pt x="63500" y="482600"/>
                </a:lnTo>
                <a:lnTo>
                  <a:pt x="63500" y="0"/>
                </a:lnTo>
                <a:lnTo>
                  <a:pt x="0" y="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737600" y="3644900"/>
            <a:ext cx="63500" cy="241300"/>
          </a:xfrm>
          <a:custGeom>
            <a:avLst/>
            <a:gdLst/>
            <a:ahLst/>
            <a:cxnLst/>
            <a:rect l="l" t="t" r="r" b="b"/>
            <a:pathLst>
              <a:path w="63500" h="241300">
                <a:moveTo>
                  <a:pt x="0" y="241300"/>
                </a:moveTo>
                <a:lnTo>
                  <a:pt x="63500" y="241300"/>
                </a:lnTo>
                <a:lnTo>
                  <a:pt x="63500" y="0"/>
                </a:lnTo>
                <a:lnTo>
                  <a:pt x="0" y="0"/>
                </a:lnTo>
                <a:lnTo>
                  <a:pt x="0" y="241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042400" y="1422400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042400" y="20066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042400" y="25527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042400" y="3098800"/>
            <a:ext cx="0" cy="482600"/>
          </a:xfrm>
          <a:custGeom>
            <a:avLst/>
            <a:gdLst/>
            <a:ahLst/>
            <a:cxnLst/>
            <a:rect l="l" t="t" r="r" b="b"/>
            <a:pathLst>
              <a:path h="482600">
                <a:moveTo>
                  <a:pt x="0" y="0"/>
                </a:moveTo>
                <a:lnTo>
                  <a:pt x="0" y="4826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042400" y="3644900"/>
            <a:ext cx="0" cy="241300"/>
          </a:xfrm>
          <a:custGeom>
            <a:avLst/>
            <a:gdLst/>
            <a:ahLst/>
            <a:cxnLst/>
            <a:rect l="l" t="t" r="r" b="b"/>
            <a:pathLst>
              <a:path h="241300">
                <a:moveTo>
                  <a:pt x="0" y="0"/>
                </a:moveTo>
                <a:lnTo>
                  <a:pt x="0" y="24130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032500" y="1701800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0" y="0"/>
                </a:moveTo>
                <a:lnTo>
                  <a:pt x="3276600" y="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032500" y="1943100"/>
            <a:ext cx="3276600" cy="63500"/>
          </a:xfrm>
          <a:custGeom>
            <a:avLst/>
            <a:gdLst/>
            <a:ahLst/>
            <a:cxnLst/>
            <a:rect l="l" t="t" r="r" b="b"/>
            <a:pathLst>
              <a:path w="3276600" h="63500">
                <a:moveTo>
                  <a:pt x="0" y="63500"/>
                </a:moveTo>
                <a:lnTo>
                  <a:pt x="3276600" y="63500"/>
                </a:lnTo>
                <a:lnTo>
                  <a:pt x="32766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032500" y="2247900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0" y="0"/>
                </a:moveTo>
                <a:lnTo>
                  <a:pt x="3276600" y="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032500" y="2489200"/>
            <a:ext cx="3276600" cy="63500"/>
          </a:xfrm>
          <a:custGeom>
            <a:avLst/>
            <a:gdLst/>
            <a:ahLst/>
            <a:cxnLst/>
            <a:rect l="l" t="t" r="r" b="b"/>
            <a:pathLst>
              <a:path w="3276600" h="63500">
                <a:moveTo>
                  <a:pt x="0" y="63500"/>
                </a:moveTo>
                <a:lnTo>
                  <a:pt x="3276600" y="63500"/>
                </a:lnTo>
                <a:lnTo>
                  <a:pt x="32766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032500" y="2794000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0" y="0"/>
                </a:moveTo>
                <a:lnTo>
                  <a:pt x="3276600" y="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032500" y="3035300"/>
            <a:ext cx="3276600" cy="63500"/>
          </a:xfrm>
          <a:custGeom>
            <a:avLst/>
            <a:gdLst/>
            <a:ahLst/>
            <a:cxnLst/>
            <a:rect l="l" t="t" r="r" b="b"/>
            <a:pathLst>
              <a:path w="3276600" h="63500">
                <a:moveTo>
                  <a:pt x="0" y="63500"/>
                </a:moveTo>
                <a:lnTo>
                  <a:pt x="3276600" y="63500"/>
                </a:lnTo>
                <a:lnTo>
                  <a:pt x="32766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032500" y="3340100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0" y="0"/>
                </a:moveTo>
                <a:lnTo>
                  <a:pt x="3276600" y="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032500" y="3581400"/>
            <a:ext cx="3276600" cy="63500"/>
          </a:xfrm>
          <a:custGeom>
            <a:avLst/>
            <a:gdLst/>
            <a:ahLst/>
            <a:cxnLst/>
            <a:rect l="l" t="t" r="r" b="b"/>
            <a:pathLst>
              <a:path w="3276600" h="63500">
                <a:moveTo>
                  <a:pt x="0" y="63500"/>
                </a:moveTo>
                <a:lnTo>
                  <a:pt x="3276600" y="63500"/>
                </a:lnTo>
                <a:lnTo>
                  <a:pt x="32766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BF0AD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032500" y="3886200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0" y="0"/>
                </a:moveTo>
                <a:lnTo>
                  <a:pt x="3276600" y="0"/>
                </a:lnTo>
              </a:path>
            </a:pathLst>
          </a:custGeom>
          <a:ln w="52069">
            <a:solidFill>
              <a:srgbClr val="FFFFFF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6037" y="148273"/>
            <a:ext cx="693306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15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3200" b="1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135" dirty="0">
                <a:solidFill>
                  <a:schemeClr val="bg1"/>
                </a:solidFill>
                <a:latin typeface="Arial"/>
                <a:cs typeface="Arial"/>
              </a:rPr>
              <a:t>б</a:t>
            </a:r>
            <a:r>
              <a:rPr sz="3200" b="1" spc="-100" dirty="0">
                <a:solidFill>
                  <a:schemeClr val="bg1"/>
                </a:solidFill>
                <a:latin typeface="Arial"/>
                <a:cs typeface="Arial"/>
              </a:rPr>
              <a:t>у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ч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л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100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ар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я</a:t>
            </a:r>
          </a:p>
        </p:txBody>
      </p:sp>
      <p:sp>
        <p:nvSpPr>
          <p:cNvPr id="3" name="object 3"/>
          <p:cNvSpPr/>
          <p:nvPr/>
        </p:nvSpPr>
        <p:spPr>
          <a:xfrm>
            <a:off x="2692400" y="2794000"/>
            <a:ext cx="749300" cy="1295400"/>
          </a:xfrm>
          <a:custGeom>
            <a:avLst/>
            <a:gdLst/>
            <a:ahLst/>
            <a:cxnLst/>
            <a:rect l="l" t="t" r="r" b="b"/>
            <a:pathLst>
              <a:path w="749300" h="1295400">
                <a:moveTo>
                  <a:pt x="63500" y="0"/>
                </a:moveTo>
                <a:lnTo>
                  <a:pt x="50800" y="50800"/>
                </a:lnTo>
                <a:lnTo>
                  <a:pt x="63500" y="50800"/>
                </a:lnTo>
                <a:lnTo>
                  <a:pt x="76200" y="12700"/>
                </a:lnTo>
                <a:lnTo>
                  <a:pt x="63500" y="0"/>
                </a:lnTo>
                <a:close/>
              </a:path>
              <a:path w="749300" h="1295400">
                <a:moveTo>
                  <a:pt x="50800" y="88900"/>
                </a:moveTo>
                <a:lnTo>
                  <a:pt x="38100" y="88900"/>
                </a:lnTo>
                <a:lnTo>
                  <a:pt x="25400" y="139700"/>
                </a:lnTo>
                <a:lnTo>
                  <a:pt x="38100" y="139700"/>
                </a:lnTo>
                <a:lnTo>
                  <a:pt x="50800" y="88900"/>
                </a:lnTo>
                <a:close/>
              </a:path>
              <a:path w="749300" h="1295400">
                <a:moveTo>
                  <a:pt x="25400" y="177800"/>
                </a:moveTo>
                <a:lnTo>
                  <a:pt x="12700" y="177800"/>
                </a:lnTo>
                <a:lnTo>
                  <a:pt x="12700" y="228600"/>
                </a:lnTo>
                <a:lnTo>
                  <a:pt x="25400" y="228600"/>
                </a:lnTo>
                <a:lnTo>
                  <a:pt x="25400" y="177800"/>
                </a:lnTo>
                <a:close/>
              </a:path>
              <a:path w="749300" h="1295400">
                <a:moveTo>
                  <a:pt x="12700" y="266700"/>
                </a:moveTo>
                <a:lnTo>
                  <a:pt x="0" y="266700"/>
                </a:lnTo>
                <a:lnTo>
                  <a:pt x="0" y="317500"/>
                </a:lnTo>
                <a:lnTo>
                  <a:pt x="12700" y="317500"/>
                </a:lnTo>
                <a:lnTo>
                  <a:pt x="12700" y="266700"/>
                </a:lnTo>
                <a:close/>
              </a:path>
              <a:path w="749300" h="1295400">
                <a:moveTo>
                  <a:pt x="12700" y="355600"/>
                </a:moveTo>
                <a:lnTo>
                  <a:pt x="0" y="355600"/>
                </a:lnTo>
                <a:lnTo>
                  <a:pt x="0" y="406400"/>
                </a:lnTo>
                <a:lnTo>
                  <a:pt x="12700" y="406400"/>
                </a:lnTo>
                <a:lnTo>
                  <a:pt x="12700" y="355600"/>
                </a:lnTo>
                <a:close/>
              </a:path>
              <a:path w="749300" h="1295400">
                <a:moveTo>
                  <a:pt x="12700" y="444500"/>
                </a:moveTo>
                <a:lnTo>
                  <a:pt x="0" y="444500"/>
                </a:lnTo>
                <a:lnTo>
                  <a:pt x="12700" y="457200"/>
                </a:lnTo>
                <a:lnTo>
                  <a:pt x="12700" y="495300"/>
                </a:lnTo>
                <a:lnTo>
                  <a:pt x="25400" y="495300"/>
                </a:lnTo>
                <a:lnTo>
                  <a:pt x="25400" y="457200"/>
                </a:lnTo>
                <a:lnTo>
                  <a:pt x="12700" y="444500"/>
                </a:lnTo>
                <a:close/>
              </a:path>
              <a:path w="749300" h="1295400">
                <a:moveTo>
                  <a:pt x="38100" y="533400"/>
                </a:moveTo>
                <a:lnTo>
                  <a:pt x="25400" y="533400"/>
                </a:lnTo>
                <a:lnTo>
                  <a:pt x="50800" y="584200"/>
                </a:lnTo>
                <a:lnTo>
                  <a:pt x="63500" y="571500"/>
                </a:lnTo>
                <a:lnTo>
                  <a:pt x="38100" y="533400"/>
                </a:lnTo>
                <a:close/>
              </a:path>
              <a:path w="749300" h="1295400">
                <a:moveTo>
                  <a:pt x="76200" y="609600"/>
                </a:moveTo>
                <a:lnTo>
                  <a:pt x="63500" y="609600"/>
                </a:lnTo>
                <a:lnTo>
                  <a:pt x="63500" y="622300"/>
                </a:lnTo>
                <a:lnTo>
                  <a:pt x="88900" y="660400"/>
                </a:lnTo>
                <a:lnTo>
                  <a:pt x="101600" y="647700"/>
                </a:lnTo>
                <a:lnTo>
                  <a:pt x="76200" y="609600"/>
                </a:lnTo>
                <a:close/>
              </a:path>
              <a:path w="749300" h="1295400">
                <a:moveTo>
                  <a:pt x="114300" y="685800"/>
                </a:moveTo>
                <a:lnTo>
                  <a:pt x="114300" y="698500"/>
                </a:lnTo>
                <a:lnTo>
                  <a:pt x="139700" y="736600"/>
                </a:lnTo>
                <a:lnTo>
                  <a:pt x="152400" y="723900"/>
                </a:lnTo>
                <a:lnTo>
                  <a:pt x="114300" y="685800"/>
                </a:lnTo>
                <a:close/>
              </a:path>
              <a:path w="749300" h="1295400">
                <a:moveTo>
                  <a:pt x="177800" y="749300"/>
                </a:moveTo>
                <a:lnTo>
                  <a:pt x="165100" y="762000"/>
                </a:lnTo>
                <a:lnTo>
                  <a:pt x="177800" y="787400"/>
                </a:lnTo>
                <a:lnTo>
                  <a:pt x="190500" y="800100"/>
                </a:lnTo>
                <a:lnTo>
                  <a:pt x="203200" y="787400"/>
                </a:lnTo>
                <a:lnTo>
                  <a:pt x="190500" y="774700"/>
                </a:lnTo>
                <a:lnTo>
                  <a:pt x="177800" y="749300"/>
                </a:lnTo>
                <a:close/>
              </a:path>
              <a:path w="749300" h="1295400">
                <a:moveTo>
                  <a:pt x="228600" y="825500"/>
                </a:moveTo>
                <a:lnTo>
                  <a:pt x="215900" y="825500"/>
                </a:lnTo>
                <a:lnTo>
                  <a:pt x="254000" y="863600"/>
                </a:lnTo>
                <a:lnTo>
                  <a:pt x="266700" y="863600"/>
                </a:lnTo>
                <a:lnTo>
                  <a:pt x="228600" y="825500"/>
                </a:lnTo>
                <a:close/>
              </a:path>
              <a:path w="749300" h="1295400">
                <a:moveTo>
                  <a:pt x="292100" y="889000"/>
                </a:moveTo>
                <a:lnTo>
                  <a:pt x="279400" y="889000"/>
                </a:lnTo>
                <a:lnTo>
                  <a:pt x="317500" y="927100"/>
                </a:lnTo>
                <a:lnTo>
                  <a:pt x="330200" y="927100"/>
                </a:lnTo>
                <a:lnTo>
                  <a:pt x="292100" y="889000"/>
                </a:lnTo>
                <a:close/>
              </a:path>
              <a:path w="749300" h="1295400">
                <a:moveTo>
                  <a:pt x="355600" y="952500"/>
                </a:moveTo>
                <a:lnTo>
                  <a:pt x="342900" y="952500"/>
                </a:lnTo>
                <a:lnTo>
                  <a:pt x="381000" y="990600"/>
                </a:lnTo>
                <a:lnTo>
                  <a:pt x="393700" y="977900"/>
                </a:lnTo>
                <a:lnTo>
                  <a:pt x="355600" y="952500"/>
                </a:lnTo>
                <a:close/>
              </a:path>
              <a:path w="749300" h="1295400">
                <a:moveTo>
                  <a:pt x="419100" y="1003300"/>
                </a:moveTo>
                <a:lnTo>
                  <a:pt x="406400" y="1016000"/>
                </a:lnTo>
                <a:lnTo>
                  <a:pt x="444500" y="1041400"/>
                </a:lnTo>
                <a:lnTo>
                  <a:pt x="444500" y="1054100"/>
                </a:lnTo>
                <a:lnTo>
                  <a:pt x="457200" y="1041400"/>
                </a:lnTo>
                <a:lnTo>
                  <a:pt x="419100" y="1003300"/>
                </a:lnTo>
                <a:close/>
              </a:path>
              <a:path w="749300" h="1295400">
                <a:moveTo>
                  <a:pt x="482600" y="1066800"/>
                </a:moveTo>
                <a:lnTo>
                  <a:pt x="482600" y="1079500"/>
                </a:lnTo>
                <a:lnTo>
                  <a:pt x="520700" y="1104900"/>
                </a:lnTo>
                <a:lnTo>
                  <a:pt x="482600" y="1066800"/>
                </a:lnTo>
                <a:close/>
              </a:path>
              <a:path w="749300" h="1295400">
                <a:moveTo>
                  <a:pt x="558800" y="1130300"/>
                </a:moveTo>
                <a:lnTo>
                  <a:pt x="546100" y="1130300"/>
                </a:lnTo>
                <a:lnTo>
                  <a:pt x="584200" y="1168400"/>
                </a:lnTo>
                <a:lnTo>
                  <a:pt x="596900" y="1155700"/>
                </a:lnTo>
                <a:lnTo>
                  <a:pt x="558800" y="1130300"/>
                </a:lnTo>
                <a:close/>
              </a:path>
              <a:path w="749300" h="1295400">
                <a:moveTo>
                  <a:pt x="622300" y="1181100"/>
                </a:moveTo>
                <a:lnTo>
                  <a:pt x="609600" y="1193800"/>
                </a:lnTo>
                <a:lnTo>
                  <a:pt x="647700" y="1219200"/>
                </a:lnTo>
                <a:lnTo>
                  <a:pt x="660400" y="1219200"/>
                </a:lnTo>
                <a:lnTo>
                  <a:pt x="622300" y="1181100"/>
                </a:lnTo>
                <a:close/>
              </a:path>
              <a:path w="749300" h="1295400">
                <a:moveTo>
                  <a:pt x="692638" y="1258276"/>
                </a:moveTo>
                <a:lnTo>
                  <a:pt x="673100" y="1282700"/>
                </a:lnTo>
                <a:lnTo>
                  <a:pt x="749300" y="1295400"/>
                </a:lnTo>
                <a:lnTo>
                  <a:pt x="740833" y="1270000"/>
                </a:lnTo>
                <a:lnTo>
                  <a:pt x="698500" y="1270000"/>
                </a:lnTo>
                <a:lnTo>
                  <a:pt x="692638" y="1258276"/>
                </a:lnTo>
                <a:close/>
              </a:path>
              <a:path w="749300" h="1295400">
                <a:moveTo>
                  <a:pt x="698500" y="1250950"/>
                </a:moveTo>
                <a:lnTo>
                  <a:pt x="692638" y="1258276"/>
                </a:lnTo>
                <a:lnTo>
                  <a:pt x="698500" y="1270000"/>
                </a:lnTo>
                <a:lnTo>
                  <a:pt x="711200" y="1257300"/>
                </a:lnTo>
                <a:lnTo>
                  <a:pt x="698500" y="1250950"/>
                </a:lnTo>
                <a:close/>
              </a:path>
              <a:path w="749300" h="1295400">
                <a:moveTo>
                  <a:pt x="723900" y="1219200"/>
                </a:moveTo>
                <a:lnTo>
                  <a:pt x="698500" y="1250950"/>
                </a:lnTo>
                <a:lnTo>
                  <a:pt x="711200" y="1257300"/>
                </a:lnTo>
                <a:lnTo>
                  <a:pt x="698500" y="1270000"/>
                </a:lnTo>
                <a:lnTo>
                  <a:pt x="740833" y="1270000"/>
                </a:lnTo>
                <a:lnTo>
                  <a:pt x="723900" y="1219200"/>
                </a:lnTo>
                <a:close/>
              </a:path>
              <a:path w="749300" h="1295400">
                <a:moveTo>
                  <a:pt x="685800" y="1244600"/>
                </a:moveTo>
                <a:lnTo>
                  <a:pt x="692638" y="1258276"/>
                </a:lnTo>
                <a:lnTo>
                  <a:pt x="698500" y="1250950"/>
                </a:lnTo>
                <a:lnTo>
                  <a:pt x="685800" y="1244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32100" y="2870200"/>
            <a:ext cx="1308100" cy="2933700"/>
          </a:xfrm>
          <a:custGeom>
            <a:avLst/>
            <a:gdLst/>
            <a:ahLst/>
            <a:cxnLst/>
            <a:rect l="l" t="t" r="r" b="b"/>
            <a:pathLst>
              <a:path w="1308100" h="2933700">
                <a:moveTo>
                  <a:pt x="698500" y="0"/>
                </a:moveTo>
                <a:lnTo>
                  <a:pt x="685800" y="12700"/>
                </a:lnTo>
                <a:lnTo>
                  <a:pt x="711200" y="50800"/>
                </a:lnTo>
                <a:lnTo>
                  <a:pt x="698500" y="0"/>
                </a:lnTo>
                <a:close/>
              </a:path>
              <a:path w="1308100" h="2933700">
                <a:moveTo>
                  <a:pt x="736600" y="88900"/>
                </a:moveTo>
                <a:lnTo>
                  <a:pt x="723900" y="88900"/>
                </a:lnTo>
                <a:lnTo>
                  <a:pt x="736600" y="139700"/>
                </a:lnTo>
                <a:lnTo>
                  <a:pt x="749300" y="127000"/>
                </a:lnTo>
                <a:lnTo>
                  <a:pt x="736600" y="88900"/>
                </a:lnTo>
                <a:close/>
              </a:path>
              <a:path w="1308100" h="2933700">
                <a:moveTo>
                  <a:pt x="762000" y="165100"/>
                </a:moveTo>
                <a:lnTo>
                  <a:pt x="749300" y="177800"/>
                </a:lnTo>
                <a:lnTo>
                  <a:pt x="774700" y="215900"/>
                </a:lnTo>
                <a:lnTo>
                  <a:pt x="787400" y="215900"/>
                </a:lnTo>
                <a:lnTo>
                  <a:pt x="762000" y="165100"/>
                </a:lnTo>
                <a:close/>
              </a:path>
              <a:path w="1308100" h="2933700">
                <a:moveTo>
                  <a:pt x="800100" y="254000"/>
                </a:moveTo>
                <a:lnTo>
                  <a:pt x="787400" y="254000"/>
                </a:lnTo>
                <a:lnTo>
                  <a:pt x="800100" y="292100"/>
                </a:lnTo>
                <a:lnTo>
                  <a:pt x="812800" y="304800"/>
                </a:lnTo>
                <a:lnTo>
                  <a:pt x="825500" y="292100"/>
                </a:lnTo>
                <a:lnTo>
                  <a:pt x="812800" y="279400"/>
                </a:lnTo>
                <a:lnTo>
                  <a:pt x="800100" y="254000"/>
                </a:lnTo>
                <a:close/>
              </a:path>
              <a:path w="1308100" h="2933700">
                <a:moveTo>
                  <a:pt x="838200" y="330200"/>
                </a:moveTo>
                <a:lnTo>
                  <a:pt x="825500" y="330200"/>
                </a:lnTo>
                <a:lnTo>
                  <a:pt x="838200" y="381000"/>
                </a:lnTo>
                <a:lnTo>
                  <a:pt x="850900" y="381000"/>
                </a:lnTo>
                <a:lnTo>
                  <a:pt x="838200" y="330200"/>
                </a:lnTo>
                <a:close/>
              </a:path>
              <a:path w="1308100" h="2933700">
                <a:moveTo>
                  <a:pt x="863600" y="419100"/>
                </a:moveTo>
                <a:lnTo>
                  <a:pt x="876300" y="469900"/>
                </a:lnTo>
                <a:lnTo>
                  <a:pt x="889000" y="457200"/>
                </a:lnTo>
                <a:lnTo>
                  <a:pt x="863600" y="419100"/>
                </a:lnTo>
                <a:close/>
              </a:path>
              <a:path w="1308100" h="2933700">
                <a:moveTo>
                  <a:pt x="901700" y="495300"/>
                </a:moveTo>
                <a:lnTo>
                  <a:pt x="889000" y="495300"/>
                </a:lnTo>
                <a:lnTo>
                  <a:pt x="914400" y="546100"/>
                </a:lnTo>
                <a:lnTo>
                  <a:pt x="927100" y="546100"/>
                </a:lnTo>
                <a:lnTo>
                  <a:pt x="901700" y="495300"/>
                </a:lnTo>
                <a:close/>
              </a:path>
              <a:path w="1308100" h="2933700">
                <a:moveTo>
                  <a:pt x="939800" y="584200"/>
                </a:moveTo>
                <a:lnTo>
                  <a:pt x="927100" y="584200"/>
                </a:lnTo>
                <a:lnTo>
                  <a:pt x="939800" y="635000"/>
                </a:lnTo>
                <a:lnTo>
                  <a:pt x="952500" y="622300"/>
                </a:lnTo>
                <a:lnTo>
                  <a:pt x="939800" y="584200"/>
                </a:lnTo>
                <a:close/>
              </a:path>
              <a:path w="1308100" h="2933700">
                <a:moveTo>
                  <a:pt x="965200" y="660400"/>
                </a:moveTo>
                <a:lnTo>
                  <a:pt x="952500" y="660400"/>
                </a:lnTo>
                <a:lnTo>
                  <a:pt x="977900" y="711200"/>
                </a:lnTo>
                <a:lnTo>
                  <a:pt x="990600" y="711200"/>
                </a:lnTo>
                <a:lnTo>
                  <a:pt x="965200" y="660400"/>
                </a:lnTo>
                <a:close/>
              </a:path>
              <a:path w="1308100" h="2933700">
                <a:moveTo>
                  <a:pt x="1003300" y="749300"/>
                </a:moveTo>
                <a:lnTo>
                  <a:pt x="990600" y="749300"/>
                </a:lnTo>
                <a:lnTo>
                  <a:pt x="1003300" y="800100"/>
                </a:lnTo>
                <a:lnTo>
                  <a:pt x="1016000" y="787400"/>
                </a:lnTo>
                <a:lnTo>
                  <a:pt x="1003300" y="749300"/>
                </a:lnTo>
                <a:close/>
              </a:path>
              <a:path w="1308100" h="2933700">
                <a:moveTo>
                  <a:pt x="1028700" y="825500"/>
                </a:moveTo>
                <a:lnTo>
                  <a:pt x="1028700" y="838200"/>
                </a:lnTo>
                <a:lnTo>
                  <a:pt x="1041400" y="876300"/>
                </a:lnTo>
                <a:lnTo>
                  <a:pt x="1054100" y="876300"/>
                </a:lnTo>
                <a:lnTo>
                  <a:pt x="1041400" y="838200"/>
                </a:lnTo>
                <a:lnTo>
                  <a:pt x="1028700" y="825500"/>
                </a:lnTo>
                <a:close/>
              </a:path>
              <a:path w="1308100" h="2933700">
                <a:moveTo>
                  <a:pt x="1066800" y="914400"/>
                </a:moveTo>
                <a:lnTo>
                  <a:pt x="1054100" y="914400"/>
                </a:lnTo>
                <a:lnTo>
                  <a:pt x="1066800" y="965200"/>
                </a:lnTo>
                <a:lnTo>
                  <a:pt x="1079500" y="965200"/>
                </a:lnTo>
                <a:lnTo>
                  <a:pt x="1066800" y="914400"/>
                </a:lnTo>
                <a:close/>
              </a:path>
              <a:path w="1308100" h="2933700">
                <a:moveTo>
                  <a:pt x="1092200" y="990600"/>
                </a:moveTo>
                <a:lnTo>
                  <a:pt x="1079500" y="1003300"/>
                </a:lnTo>
                <a:lnTo>
                  <a:pt x="1104900" y="1041400"/>
                </a:lnTo>
                <a:lnTo>
                  <a:pt x="1117600" y="1041400"/>
                </a:lnTo>
                <a:lnTo>
                  <a:pt x="1092200" y="990600"/>
                </a:lnTo>
                <a:close/>
              </a:path>
              <a:path w="1308100" h="2933700">
                <a:moveTo>
                  <a:pt x="1130300" y="1079500"/>
                </a:moveTo>
                <a:lnTo>
                  <a:pt x="1117600" y="1079500"/>
                </a:lnTo>
                <a:lnTo>
                  <a:pt x="1117600" y="1104900"/>
                </a:lnTo>
                <a:lnTo>
                  <a:pt x="1130300" y="1130300"/>
                </a:lnTo>
                <a:lnTo>
                  <a:pt x="1143000" y="1130300"/>
                </a:lnTo>
                <a:lnTo>
                  <a:pt x="1130300" y="1092200"/>
                </a:lnTo>
                <a:lnTo>
                  <a:pt x="1130300" y="1079500"/>
                </a:lnTo>
                <a:close/>
              </a:path>
              <a:path w="1308100" h="2933700">
                <a:moveTo>
                  <a:pt x="1155700" y="1168400"/>
                </a:moveTo>
                <a:lnTo>
                  <a:pt x="1143000" y="1168400"/>
                </a:lnTo>
                <a:lnTo>
                  <a:pt x="1155700" y="1219200"/>
                </a:lnTo>
                <a:lnTo>
                  <a:pt x="1168400" y="1206500"/>
                </a:lnTo>
                <a:lnTo>
                  <a:pt x="1155700" y="1168400"/>
                </a:lnTo>
                <a:close/>
              </a:path>
              <a:path w="1308100" h="2933700">
                <a:moveTo>
                  <a:pt x="1181100" y="1244600"/>
                </a:moveTo>
                <a:lnTo>
                  <a:pt x="1168400" y="1257300"/>
                </a:lnTo>
                <a:lnTo>
                  <a:pt x="1181100" y="1295400"/>
                </a:lnTo>
                <a:lnTo>
                  <a:pt x="1193800" y="1295400"/>
                </a:lnTo>
                <a:lnTo>
                  <a:pt x="1181100" y="1244600"/>
                </a:lnTo>
                <a:close/>
              </a:path>
              <a:path w="1308100" h="2933700">
                <a:moveTo>
                  <a:pt x="1206500" y="1333500"/>
                </a:moveTo>
                <a:lnTo>
                  <a:pt x="1193800" y="1333500"/>
                </a:lnTo>
                <a:lnTo>
                  <a:pt x="1193800" y="1346200"/>
                </a:lnTo>
                <a:lnTo>
                  <a:pt x="1206500" y="1384300"/>
                </a:lnTo>
                <a:lnTo>
                  <a:pt x="1219200" y="1384300"/>
                </a:lnTo>
                <a:lnTo>
                  <a:pt x="1206500" y="1346200"/>
                </a:lnTo>
                <a:lnTo>
                  <a:pt x="1206500" y="1333500"/>
                </a:lnTo>
                <a:close/>
              </a:path>
              <a:path w="1308100" h="2933700">
                <a:moveTo>
                  <a:pt x="1231900" y="1422400"/>
                </a:moveTo>
                <a:lnTo>
                  <a:pt x="1219200" y="1422400"/>
                </a:lnTo>
                <a:lnTo>
                  <a:pt x="1231900" y="1460500"/>
                </a:lnTo>
                <a:lnTo>
                  <a:pt x="1231900" y="1473200"/>
                </a:lnTo>
                <a:lnTo>
                  <a:pt x="1244600" y="1473200"/>
                </a:lnTo>
                <a:lnTo>
                  <a:pt x="1244600" y="1460500"/>
                </a:lnTo>
                <a:lnTo>
                  <a:pt x="1231900" y="1422400"/>
                </a:lnTo>
                <a:close/>
              </a:path>
              <a:path w="1308100" h="2933700">
                <a:moveTo>
                  <a:pt x="1257300" y="1511300"/>
                </a:moveTo>
                <a:lnTo>
                  <a:pt x="1244600" y="1511300"/>
                </a:lnTo>
                <a:lnTo>
                  <a:pt x="1244600" y="1562100"/>
                </a:lnTo>
                <a:lnTo>
                  <a:pt x="1257300" y="1549400"/>
                </a:lnTo>
                <a:lnTo>
                  <a:pt x="1257300" y="1511300"/>
                </a:lnTo>
                <a:close/>
              </a:path>
              <a:path w="1308100" h="2933700">
                <a:moveTo>
                  <a:pt x="1270000" y="1587500"/>
                </a:moveTo>
                <a:lnTo>
                  <a:pt x="1257300" y="1600200"/>
                </a:lnTo>
                <a:lnTo>
                  <a:pt x="1270000" y="1651000"/>
                </a:lnTo>
                <a:lnTo>
                  <a:pt x="1282700" y="1638300"/>
                </a:lnTo>
                <a:lnTo>
                  <a:pt x="1270000" y="1587500"/>
                </a:lnTo>
                <a:close/>
              </a:path>
              <a:path w="1308100" h="2933700">
                <a:moveTo>
                  <a:pt x="1282700" y="1676400"/>
                </a:moveTo>
                <a:lnTo>
                  <a:pt x="1270000" y="1689100"/>
                </a:lnTo>
                <a:lnTo>
                  <a:pt x="1282700" y="1727200"/>
                </a:lnTo>
                <a:lnTo>
                  <a:pt x="1295400" y="1727200"/>
                </a:lnTo>
                <a:lnTo>
                  <a:pt x="1282700" y="1689100"/>
                </a:lnTo>
                <a:lnTo>
                  <a:pt x="1282700" y="1676400"/>
                </a:lnTo>
                <a:close/>
              </a:path>
              <a:path w="1308100" h="2933700">
                <a:moveTo>
                  <a:pt x="1295400" y="1765300"/>
                </a:moveTo>
                <a:lnTo>
                  <a:pt x="1282700" y="1765300"/>
                </a:lnTo>
                <a:lnTo>
                  <a:pt x="1295400" y="1790700"/>
                </a:lnTo>
                <a:lnTo>
                  <a:pt x="1295400" y="1816100"/>
                </a:lnTo>
                <a:lnTo>
                  <a:pt x="1308100" y="1816100"/>
                </a:lnTo>
                <a:lnTo>
                  <a:pt x="1308100" y="1790700"/>
                </a:lnTo>
                <a:lnTo>
                  <a:pt x="1295400" y="1765300"/>
                </a:lnTo>
                <a:close/>
              </a:path>
              <a:path w="1308100" h="2933700">
                <a:moveTo>
                  <a:pt x="1308100" y="1854200"/>
                </a:moveTo>
                <a:lnTo>
                  <a:pt x="1295400" y="1854200"/>
                </a:lnTo>
                <a:lnTo>
                  <a:pt x="1295400" y="1905000"/>
                </a:lnTo>
                <a:lnTo>
                  <a:pt x="1308100" y="1905000"/>
                </a:lnTo>
                <a:lnTo>
                  <a:pt x="1308100" y="1854200"/>
                </a:lnTo>
                <a:close/>
              </a:path>
              <a:path w="1308100" h="2933700">
                <a:moveTo>
                  <a:pt x="1308100" y="1943100"/>
                </a:moveTo>
                <a:lnTo>
                  <a:pt x="1295400" y="1943100"/>
                </a:lnTo>
                <a:lnTo>
                  <a:pt x="1295400" y="1993900"/>
                </a:lnTo>
                <a:lnTo>
                  <a:pt x="1308100" y="1993900"/>
                </a:lnTo>
                <a:lnTo>
                  <a:pt x="1308100" y="1943100"/>
                </a:lnTo>
                <a:close/>
              </a:path>
              <a:path w="1308100" h="2933700">
                <a:moveTo>
                  <a:pt x="1308100" y="2032000"/>
                </a:moveTo>
                <a:lnTo>
                  <a:pt x="1295400" y="2032000"/>
                </a:lnTo>
                <a:lnTo>
                  <a:pt x="1282700" y="2070100"/>
                </a:lnTo>
                <a:lnTo>
                  <a:pt x="1282700" y="2082800"/>
                </a:lnTo>
                <a:lnTo>
                  <a:pt x="1295400" y="2082800"/>
                </a:lnTo>
                <a:lnTo>
                  <a:pt x="1308100" y="2032000"/>
                </a:lnTo>
                <a:close/>
              </a:path>
              <a:path w="1308100" h="2933700">
                <a:moveTo>
                  <a:pt x="1282700" y="2120900"/>
                </a:moveTo>
                <a:lnTo>
                  <a:pt x="1270000" y="2120900"/>
                </a:lnTo>
                <a:lnTo>
                  <a:pt x="1270000" y="2159000"/>
                </a:lnTo>
                <a:lnTo>
                  <a:pt x="1257300" y="2171700"/>
                </a:lnTo>
                <a:lnTo>
                  <a:pt x="1270000" y="2171700"/>
                </a:lnTo>
                <a:lnTo>
                  <a:pt x="1282700" y="2159000"/>
                </a:lnTo>
                <a:lnTo>
                  <a:pt x="1282700" y="2120900"/>
                </a:lnTo>
                <a:close/>
              </a:path>
              <a:path w="1308100" h="2933700">
                <a:moveTo>
                  <a:pt x="1257300" y="2209800"/>
                </a:moveTo>
                <a:lnTo>
                  <a:pt x="1244600" y="2209800"/>
                </a:lnTo>
                <a:lnTo>
                  <a:pt x="1231900" y="2235200"/>
                </a:lnTo>
                <a:lnTo>
                  <a:pt x="1231900" y="2247900"/>
                </a:lnTo>
                <a:lnTo>
                  <a:pt x="1244600" y="2260600"/>
                </a:lnTo>
                <a:lnTo>
                  <a:pt x="1244600" y="2247900"/>
                </a:lnTo>
                <a:lnTo>
                  <a:pt x="1257300" y="2209800"/>
                </a:lnTo>
                <a:close/>
              </a:path>
              <a:path w="1308100" h="2933700">
                <a:moveTo>
                  <a:pt x="1219200" y="2286000"/>
                </a:moveTo>
                <a:lnTo>
                  <a:pt x="1206500" y="2286000"/>
                </a:lnTo>
                <a:lnTo>
                  <a:pt x="1193800" y="2311400"/>
                </a:lnTo>
                <a:lnTo>
                  <a:pt x="1193800" y="2336800"/>
                </a:lnTo>
                <a:lnTo>
                  <a:pt x="1206500" y="2324100"/>
                </a:lnTo>
                <a:lnTo>
                  <a:pt x="1219200" y="2286000"/>
                </a:lnTo>
                <a:close/>
              </a:path>
              <a:path w="1308100" h="2933700">
                <a:moveTo>
                  <a:pt x="1168400" y="2362200"/>
                </a:moveTo>
                <a:lnTo>
                  <a:pt x="1155700" y="2387600"/>
                </a:lnTo>
                <a:lnTo>
                  <a:pt x="1143000" y="2400300"/>
                </a:lnTo>
                <a:lnTo>
                  <a:pt x="1155700" y="2413000"/>
                </a:lnTo>
                <a:lnTo>
                  <a:pt x="1168400" y="2400300"/>
                </a:lnTo>
                <a:lnTo>
                  <a:pt x="1181100" y="2374900"/>
                </a:lnTo>
                <a:lnTo>
                  <a:pt x="1168400" y="2362200"/>
                </a:lnTo>
                <a:close/>
              </a:path>
              <a:path w="1308100" h="2933700">
                <a:moveTo>
                  <a:pt x="1104900" y="2463800"/>
                </a:moveTo>
                <a:lnTo>
                  <a:pt x="1079500" y="2476500"/>
                </a:lnTo>
                <a:lnTo>
                  <a:pt x="1092200" y="2489200"/>
                </a:lnTo>
                <a:lnTo>
                  <a:pt x="1104900" y="2463800"/>
                </a:lnTo>
                <a:close/>
              </a:path>
              <a:path w="1308100" h="2933700">
                <a:moveTo>
                  <a:pt x="1130300" y="2438400"/>
                </a:moveTo>
                <a:lnTo>
                  <a:pt x="1117600" y="2438400"/>
                </a:lnTo>
                <a:lnTo>
                  <a:pt x="1104900" y="2463800"/>
                </a:lnTo>
                <a:lnTo>
                  <a:pt x="1130300" y="2438400"/>
                </a:lnTo>
                <a:close/>
              </a:path>
              <a:path w="1308100" h="2933700">
                <a:moveTo>
                  <a:pt x="1054100" y="2501900"/>
                </a:moveTo>
                <a:lnTo>
                  <a:pt x="1028700" y="2540000"/>
                </a:lnTo>
                <a:lnTo>
                  <a:pt x="1041400" y="2552700"/>
                </a:lnTo>
                <a:lnTo>
                  <a:pt x="1066800" y="2514600"/>
                </a:lnTo>
                <a:lnTo>
                  <a:pt x="1054100" y="2501900"/>
                </a:lnTo>
                <a:close/>
              </a:path>
              <a:path w="1308100" h="2933700">
                <a:moveTo>
                  <a:pt x="1003300" y="2565400"/>
                </a:moveTo>
                <a:lnTo>
                  <a:pt x="965200" y="2603500"/>
                </a:lnTo>
                <a:lnTo>
                  <a:pt x="977900" y="2616200"/>
                </a:lnTo>
                <a:lnTo>
                  <a:pt x="990600" y="2590800"/>
                </a:lnTo>
                <a:lnTo>
                  <a:pt x="1003300" y="2578100"/>
                </a:lnTo>
                <a:lnTo>
                  <a:pt x="1003300" y="2565400"/>
                </a:lnTo>
                <a:close/>
              </a:path>
              <a:path w="1308100" h="2933700">
                <a:moveTo>
                  <a:pt x="939800" y="2628900"/>
                </a:moveTo>
                <a:lnTo>
                  <a:pt x="901700" y="2667000"/>
                </a:lnTo>
                <a:lnTo>
                  <a:pt x="939800" y="2641600"/>
                </a:lnTo>
                <a:lnTo>
                  <a:pt x="939800" y="2628900"/>
                </a:lnTo>
                <a:close/>
              </a:path>
              <a:path w="1308100" h="2933700">
                <a:moveTo>
                  <a:pt x="876300" y="2692400"/>
                </a:moveTo>
                <a:lnTo>
                  <a:pt x="863600" y="2692400"/>
                </a:lnTo>
                <a:lnTo>
                  <a:pt x="825500" y="2717800"/>
                </a:lnTo>
                <a:lnTo>
                  <a:pt x="838200" y="2730500"/>
                </a:lnTo>
                <a:lnTo>
                  <a:pt x="876300" y="2705100"/>
                </a:lnTo>
                <a:lnTo>
                  <a:pt x="876300" y="2692400"/>
                </a:lnTo>
                <a:close/>
              </a:path>
              <a:path w="1308100" h="2933700">
                <a:moveTo>
                  <a:pt x="800100" y="2743200"/>
                </a:moveTo>
                <a:lnTo>
                  <a:pt x="762000" y="2768600"/>
                </a:lnTo>
                <a:lnTo>
                  <a:pt x="762000" y="2781300"/>
                </a:lnTo>
                <a:lnTo>
                  <a:pt x="800100" y="2755900"/>
                </a:lnTo>
                <a:lnTo>
                  <a:pt x="800100" y="2743200"/>
                </a:lnTo>
                <a:close/>
              </a:path>
              <a:path w="1308100" h="2933700">
                <a:moveTo>
                  <a:pt x="723900" y="2794000"/>
                </a:moveTo>
                <a:lnTo>
                  <a:pt x="685800" y="2819400"/>
                </a:lnTo>
                <a:lnTo>
                  <a:pt x="685800" y="2832100"/>
                </a:lnTo>
                <a:lnTo>
                  <a:pt x="736600" y="2806700"/>
                </a:lnTo>
                <a:lnTo>
                  <a:pt x="723900" y="2794000"/>
                </a:lnTo>
                <a:close/>
              </a:path>
              <a:path w="1308100" h="2933700">
                <a:moveTo>
                  <a:pt x="647700" y="2832100"/>
                </a:moveTo>
                <a:lnTo>
                  <a:pt x="635000" y="2844800"/>
                </a:lnTo>
                <a:lnTo>
                  <a:pt x="609600" y="2857500"/>
                </a:lnTo>
                <a:lnTo>
                  <a:pt x="609600" y="2870200"/>
                </a:lnTo>
                <a:lnTo>
                  <a:pt x="660400" y="2844800"/>
                </a:lnTo>
                <a:lnTo>
                  <a:pt x="647700" y="2832100"/>
                </a:lnTo>
                <a:close/>
              </a:path>
              <a:path w="1308100" h="2933700">
                <a:moveTo>
                  <a:pt x="571500" y="2882900"/>
                </a:moveTo>
                <a:lnTo>
                  <a:pt x="533400" y="2895600"/>
                </a:lnTo>
                <a:lnTo>
                  <a:pt x="520700" y="2895600"/>
                </a:lnTo>
                <a:lnTo>
                  <a:pt x="533400" y="2908300"/>
                </a:lnTo>
                <a:lnTo>
                  <a:pt x="546100" y="2908300"/>
                </a:lnTo>
                <a:lnTo>
                  <a:pt x="571500" y="2895600"/>
                </a:lnTo>
                <a:lnTo>
                  <a:pt x="571500" y="2882900"/>
                </a:lnTo>
                <a:close/>
              </a:path>
              <a:path w="1308100" h="2933700">
                <a:moveTo>
                  <a:pt x="495300" y="2908300"/>
                </a:moveTo>
                <a:lnTo>
                  <a:pt x="457200" y="2921000"/>
                </a:lnTo>
                <a:lnTo>
                  <a:pt x="444500" y="2921000"/>
                </a:lnTo>
                <a:lnTo>
                  <a:pt x="444500" y="2933700"/>
                </a:lnTo>
                <a:lnTo>
                  <a:pt x="457200" y="2933700"/>
                </a:lnTo>
                <a:lnTo>
                  <a:pt x="495300" y="2921000"/>
                </a:lnTo>
                <a:lnTo>
                  <a:pt x="495300" y="2908300"/>
                </a:lnTo>
                <a:close/>
              </a:path>
              <a:path w="1308100" h="2933700">
                <a:moveTo>
                  <a:pt x="355600" y="2908300"/>
                </a:moveTo>
                <a:lnTo>
                  <a:pt x="355600" y="2921000"/>
                </a:lnTo>
                <a:lnTo>
                  <a:pt x="381000" y="2933700"/>
                </a:lnTo>
                <a:lnTo>
                  <a:pt x="406400" y="2933700"/>
                </a:lnTo>
                <a:lnTo>
                  <a:pt x="406400" y="2921000"/>
                </a:lnTo>
                <a:lnTo>
                  <a:pt x="393700" y="2921000"/>
                </a:lnTo>
                <a:lnTo>
                  <a:pt x="355600" y="2908300"/>
                </a:lnTo>
                <a:close/>
              </a:path>
              <a:path w="1308100" h="2933700">
                <a:moveTo>
                  <a:pt x="279400" y="2870200"/>
                </a:moveTo>
                <a:lnTo>
                  <a:pt x="266700" y="2882900"/>
                </a:lnTo>
                <a:lnTo>
                  <a:pt x="317500" y="2908300"/>
                </a:lnTo>
                <a:lnTo>
                  <a:pt x="317500" y="2895600"/>
                </a:lnTo>
                <a:lnTo>
                  <a:pt x="279400" y="2870200"/>
                </a:lnTo>
                <a:close/>
              </a:path>
              <a:path w="1308100" h="2933700">
                <a:moveTo>
                  <a:pt x="203200" y="2819400"/>
                </a:moveTo>
                <a:lnTo>
                  <a:pt x="203200" y="2832100"/>
                </a:lnTo>
                <a:lnTo>
                  <a:pt x="241300" y="2857500"/>
                </a:lnTo>
                <a:lnTo>
                  <a:pt x="203200" y="2819400"/>
                </a:lnTo>
                <a:close/>
              </a:path>
              <a:path w="1308100" h="2933700">
                <a:moveTo>
                  <a:pt x="139700" y="2755900"/>
                </a:moveTo>
                <a:lnTo>
                  <a:pt x="139700" y="2768600"/>
                </a:lnTo>
                <a:lnTo>
                  <a:pt x="177800" y="2806700"/>
                </a:lnTo>
                <a:lnTo>
                  <a:pt x="177800" y="2794000"/>
                </a:lnTo>
                <a:lnTo>
                  <a:pt x="139700" y="2755900"/>
                </a:lnTo>
                <a:close/>
              </a:path>
              <a:path w="1308100" h="2933700">
                <a:moveTo>
                  <a:pt x="88900" y="2692400"/>
                </a:moveTo>
                <a:lnTo>
                  <a:pt x="76200" y="2692400"/>
                </a:lnTo>
                <a:lnTo>
                  <a:pt x="114300" y="2730500"/>
                </a:lnTo>
                <a:lnTo>
                  <a:pt x="127000" y="2730500"/>
                </a:lnTo>
                <a:lnTo>
                  <a:pt x="88900" y="2692400"/>
                </a:lnTo>
                <a:close/>
              </a:path>
              <a:path w="1308100" h="2933700">
                <a:moveTo>
                  <a:pt x="0" y="2590800"/>
                </a:moveTo>
                <a:lnTo>
                  <a:pt x="25400" y="2679700"/>
                </a:lnTo>
                <a:lnTo>
                  <a:pt x="46566" y="2662766"/>
                </a:lnTo>
                <a:lnTo>
                  <a:pt x="38100" y="2654300"/>
                </a:lnTo>
                <a:lnTo>
                  <a:pt x="50800" y="2641600"/>
                </a:lnTo>
                <a:lnTo>
                  <a:pt x="73025" y="2641600"/>
                </a:lnTo>
                <a:lnTo>
                  <a:pt x="88900" y="2628900"/>
                </a:lnTo>
                <a:lnTo>
                  <a:pt x="0" y="2590800"/>
                </a:lnTo>
                <a:close/>
              </a:path>
              <a:path w="1308100" h="2933700">
                <a:moveTo>
                  <a:pt x="60677" y="2651477"/>
                </a:moveTo>
                <a:lnTo>
                  <a:pt x="46566" y="2662766"/>
                </a:lnTo>
                <a:lnTo>
                  <a:pt x="50800" y="2667000"/>
                </a:lnTo>
                <a:lnTo>
                  <a:pt x="63500" y="2654300"/>
                </a:lnTo>
                <a:lnTo>
                  <a:pt x="60677" y="2651477"/>
                </a:lnTo>
                <a:close/>
              </a:path>
              <a:path w="1308100" h="2933700">
                <a:moveTo>
                  <a:pt x="50800" y="2641600"/>
                </a:moveTo>
                <a:lnTo>
                  <a:pt x="38100" y="2654300"/>
                </a:lnTo>
                <a:lnTo>
                  <a:pt x="46566" y="2662766"/>
                </a:lnTo>
                <a:lnTo>
                  <a:pt x="60677" y="2651477"/>
                </a:lnTo>
                <a:lnTo>
                  <a:pt x="50800" y="2641600"/>
                </a:lnTo>
                <a:close/>
              </a:path>
              <a:path w="1308100" h="2933700">
                <a:moveTo>
                  <a:pt x="73025" y="2641600"/>
                </a:moveTo>
                <a:lnTo>
                  <a:pt x="50800" y="2641600"/>
                </a:lnTo>
                <a:lnTo>
                  <a:pt x="60677" y="2651477"/>
                </a:lnTo>
                <a:lnTo>
                  <a:pt x="73025" y="264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7500" y="2870200"/>
            <a:ext cx="317500" cy="279400"/>
          </a:xfrm>
          <a:custGeom>
            <a:avLst/>
            <a:gdLst/>
            <a:ahLst/>
            <a:cxnLst/>
            <a:rect l="l" t="t" r="r" b="b"/>
            <a:pathLst>
              <a:path w="317500" h="279400">
                <a:moveTo>
                  <a:pt x="12700" y="0"/>
                </a:moveTo>
                <a:lnTo>
                  <a:pt x="0" y="12700"/>
                </a:lnTo>
                <a:lnTo>
                  <a:pt x="38100" y="38100"/>
                </a:lnTo>
                <a:lnTo>
                  <a:pt x="50800" y="38100"/>
                </a:lnTo>
                <a:lnTo>
                  <a:pt x="12700" y="0"/>
                </a:lnTo>
                <a:close/>
              </a:path>
              <a:path w="317500" h="279400">
                <a:moveTo>
                  <a:pt x="76200" y="63500"/>
                </a:moveTo>
                <a:lnTo>
                  <a:pt x="114300" y="101600"/>
                </a:lnTo>
                <a:lnTo>
                  <a:pt x="114300" y="88900"/>
                </a:lnTo>
                <a:lnTo>
                  <a:pt x="76200" y="63500"/>
                </a:lnTo>
                <a:close/>
              </a:path>
              <a:path w="317500" h="279400">
                <a:moveTo>
                  <a:pt x="152400" y="114300"/>
                </a:moveTo>
                <a:lnTo>
                  <a:pt x="139700" y="127000"/>
                </a:lnTo>
                <a:lnTo>
                  <a:pt x="152400" y="139700"/>
                </a:lnTo>
                <a:lnTo>
                  <a:pt x="177800" y="152400"/>
                </a:lnTo>
                <a:lnTo>
                  <a:pt x="190500" y="152400"/>
                </a:lnTo>
                <a:lnTo>
                  <a:pt x="152400" y="114300"/>
                </a:lnTo>
                <a:close/>
              </a:path>
              <a:path w="317500" h="279400">
                <a:moveTo>
                  <a:pt x="215900" y="177800"/>
                </a:moveTo>
                <a:lnTo>
                  <a:pt x="203200" y="177800"/>
                </a:lnTo>
                <a:lnTo>
                  <a:pt x="241300" y="215900"/>
                </a:lnTo>
                <a:lnTo>
                  <a:pt x="254000" y="203200"/>
                </a:lnTo>
                <a:lnTo>
                  <a:pt x="215900" y="177800"/>
                </a:lnTo>
                <a:close/>
              </a:path>
              <a:path w="317500" h="279400">
                <a:moveTo>
                  <a:pt x="279400" y="228600"/>
                </a:moveTo>
                <a:lnTo>
                  <a:pt x="266700" y="241300"/>
                </a:lnTo>
                <a:lnTo>
                  <a:pt x="304800" y="279400"/>
                </a:lnTo>
                <a:lnTo>
                  <a:pt x="317500" y="266700"/>
                </a:lnTo>
                <a:lnTo>
                  <a:pt x="2794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0" y="3162300"/>
            <a:ext cx="279400" cy="304800"/>
          </a:xfrm>
          <a:custGeom>
            <a:avLst/>
            <a:gdLst/>
            <a:ahLst/>
            <a:cxnLst/>
            <a:rect l="l" t="t" r="r" b="b"/>
            <a:pathLst>
              <a:path w="279400" h="304800">
                <a:moveTo>
                  <a:pt x="0" y="0"/>
                </a:moveTo>
                <a:lnTo>
                  <a:pt x="0" y="12700"/>
                </a:lnTo>
                <a:lnTo>
                  <a:pt x="38100" y="38100"/>
                </a:lnTo>
                <a:lnTo>
                  <a:pt x="0" y="0"/>
                </a:lnTo>
                <a:close/>
              </a:path>
              <a:path w="279400" h="304800">
                <a:moveTo>
                  <a:pt x="63500" y="63500"/>
                </a:moveTo>
                <a:lnTo>
                  <a:pt x="63500" y="76200"/>
                </a:lnTo>
                <a:lnTo>
                  <a:pt x="101600" y="101600"/>
                </a:lnTo>
                <a:lnTo>
                  <a:pt x="63500" y="63500"/>
                </a:lnTo>
                <a:close/>
              </a:path>
              <a:path w="279400" h="304800">
                <a:moveTo>
                  <a:pt x="127000" y="127000"/>
                </a:moveTo>
                <a:lnTo>
                  <a:pt x="152400" y="165100"/>
                </a:lnTo>
                <a:lnTo>
                  <a:pt x="165100" y="165100"/>
                </a:lnTo>
                <a:lnTo>
                  <a:pt x="127000" y="127000"/>
                </a:lnTo>
                <a:close/>
              </a:path>
              <a:path w="279400" h="304800">
                <a:moveTo>
                  <a:pt x="190500" y="190500"/>
                </a:moveTo>
                <a:lnTo>
                  <a:pt x="177800" y="203200"/>
                </a:lnTo>
                <a:lnTo>
                  <a:pt x="215900" y="241300"/>
                </a:lnTo>
                <a:lnTo>
                  <a:pt x="228600" y="228600"/>
                </a:lnTo>
                <a:lnTo>
                  <a:pt x="190500" y="190500"/>
                </a:lnTo>
                <a:close/>
              </a:path>
              <a:path w="279400" h="304800">
                <a:moveTo>
                  <a:pt x="254000" y="254000"/>
                </a:moveTo>
                <a:lnTo>
                  <a:pt x="241300" y="266700"/>
                </a:lnTo>
                <a:lnTo>
                  <a:pt x="279400" y="304800"/>
                </a:lnTo>
                <a:lnTo>
                  <a:pt x="279400" y="292100"/>
                </a:lnTo>
                <a:lnTo>
                  <a:pt x="254000" y="25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75200" y="3492500"/>
            <a:ext cx="215900" cy="355600"/>
          </a:xfrm>
          <a:custGeom>
            <a:avLst/>
            <a:gdLst/>
            <a:ahLst/>
            <a:cxnLst/>
            <a:rect l="l" t="t" r="r" b="b"/>
            <a:pathLst>
              <a:path w="215900" h="3556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25400" y="38100"/>
                </a:lnTo>
                <a:lnTo>
                  <a:pt x="38100" y="38100"/>
                </a:lnTo>
                <a:lnTo>
                  <a:pt x="12700" y="0"/>
                </a:lnTo>
                <a:close/>
              </a:path>
              <a:path w="215900" h="355600">
                <a:moveTo>
                  <a:pt x="63500" y="63500"/>
                </a:moveTo>
                <a:lnTo>
                  <a:pt x="50800" y="76200"/>
                </a:lnTo>
                <a:lnTo>
                  <a:pt x="50800" y="88900"/>
                </a:lnTo>
                <a:lnTo>
                  <a:pt x="76200" y="114300"/>
                </a:lnTo>
                <a:lnTo>
                  <a:pt x="88900" y="114300"/>
                </a:lnTo>
                <a:lnTo>
                  <a:pt x="63500" y="76200"/>
                </a:lnTo>
                <a:lnTo>
                  <a:pt x="63500" y="63500"/>
                </a:lnTo>
                <a:close/>
              </a:path>
              <a:path w="215900" h="355600">
                <a:moveTo>
                  <a:pt x="101600" y="139700"/>
                </a:moveTo>
                <a:lnTo>
                  <a:pt x="101600" y="165100"/>
                </a:lnTo>
                <a:lnTo>
                  <a:pt x="127000" y="190500"/>
                </a:lnTo>
                <a:lnTo>
                  <a:pt x="114300" y="152400"/>
                </a:lnTo>
                <a:lnTo>
                  <a:pt x="101600" y="139700"/>
                </a:lnTo>
                <a:close/>
              </a:path>
              <a:path w="215900" h="355600">
                <a:moveTo>
                  <a:pt x="152400" y="215900"/>
                </a:moveTo>
                <a:lnTo>
                  <a:pt x="139700" y="228600"/>
                </a:lnTo>
                <a:lnTo>
                  <a:pt x="152400" y="241300"/>
                </a:lnTo>
                <a:lnTo>
                  <a:pt x="165100" y="266700"/>
                </a:lnTo>
                <a:lnTo>
                  <a:pt x="177800" y="266700"/>
                </a:lnTo>
                <a:lnTo>
                  <a:pt x="152400" y="215900"/>
                </a:lnTo>
                <a:close/>
              </a:path>
              <a:path w="215900" h="355600">
                <a:moveTo>
                  <a:pt x="190500" y="304800"/>
                </a:moveTo>
                <a:lnTo>
                  <a:pt x="177800" y="304800"/>
                </a:lnTo>
                <a:lnTo>
                  <a:pt x="203200" y="355600"/>
                </a:lnTo>
                <a:lnTo>
                  <a:pt x="215900" y="342900"/>
                </a:lnTo>
                <a:lnTo>
                  <a:pt x="203200" y="330200"/>
                </a:lnTo>
                <a:lnTo>
                  <a:pt x="190500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91100" y="3873500"/>
            <a:ext cx="76200" cy="406400"/>
          </a:xfrm>
          <a:custGeom>
            <a:avLst/>
            <a:gdLst/>
            <a:ahLst/>
            <a:cxnLst/>
            <a:rect l="l" t="t" r="r" b="b"/>
            <a:pathLst>
              <a:path w="76200" h="406400">
                <a:moveTo>
                  <a:pt x="12700" y="38100"/>
                </a:moveTo>
                <a:lnTo>
                  <a:pt x="12700" y="50800"/>
                </a:lnTo>
                <a:lnTo>
                  <a:pt x="25400" y="50800"/>
                </a:lnTo>
                <a:lnTo>
                  <a:pt x="12700" y="38100"/>
                </a:lnTo>
                <a:close/>
              </a:path>
              <a:path w="76200" h="406400">
                <a:moveTo>
                  <a:pt x="12700" y="0"/>
                </a:moveTo>
                <a:lnTo>
                  <a:pt x="0" y="0"/>
                </a:lnTo>
                <a:lnTo>
                  <a:pt x="12700" y="38100"/>
                </a:lnTo>
                <a:lnTo>
                  <a:pt x="12700" y="0"/>
                </a:lnTo>
                <a:close/>
              </a:path>
              <a:path w="76200" h="406400">
                <a:moveTo>
                  <a:pt x="38100" y="88900"/>
                </a:moveTo>
                <a:lnTo>
                  <a:pt x="25400" y="88900"/>
                </a:lnTo>
                <a:lnTo>
                  <a:pt x="38100" y="127000"/>
                </a:lnTo>
                <a:lnTo>
                  <a:pt x="38100" y="139700"/>
                </a:lnTo>
                <a:lnTo>
                  <a:pt x="50800" y="139700"/>
                </a:lnTo>
                <a:lnTo>
                  <a:pt x="50800" y="127000"/>
                </a:lnTo>
                <a:lnTo>
                  <a:pt x="38100" y="88900"/>
                </a:lnTo>
                <a:close/>
              </a:path>
              <a:path w="76200" h="406400">
                <a:moveTo>
                  <a:pt x="50800" y="177800"/>
                </a:moveTo>
                <a:lnTo>
                  <a:pt x="38100" y="177800"/>
                </a:lnTo>
                <a:lnTo>
                  <a:pt x="50800" y="228600"/>
                </a:lnTo>
                <a:lnTo>
                  <a:pt x="63500" y="228600"/>
                </a:lnTo>
                <a:lnTo>
                  <a:pt x="63500" y="215900"/>
                </a:lnTo>
                <a:lnTo>
                  <a:pt x="50800" y="177800"/>
                </a:lnTo>
                <a:close/>
              </a:path>
              <a:path w="76200" h="406400">
                <a:moveTo>
                  <a:pt x="63500" y="266700"/>
                </a:moveTo>
                <a:lnTo>
                  <a:pt x="50800" y="266700"/>
                </a:lnTo>
                <a:lnTo>
                  <a:pt x="63500" y="317500"/>
                </a:lnTo>
                <a:lnTo>
                  <a:pt x="76200" y="317500"/>
                </a:lnTo>
                <a:lnTo>
                  <a:pt x="63500" y="266700"/>
                </a:lnTo>
                <a:close/>
              </a:path>
              <a:path w="76200" h="406400">
                <a:moveTo>
                  <a:pt x="76200" y="355600"/>
                </a:moveTo>
                <a:lnTo>
                  <a:pt x="63500" y="355600"/>
                </a:lnTo>
                <a:lnTo>
                  <a:pt x="63500" y="406400"/>
                </a:lnTo>
                <a:lnTo>
                  <a:pt x="76200" y="406400"/>
                </a:lnTo>
                <a:lnTo>
                  <a:pt x="76200" y="35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03800" y="4318000"/>
            <a:ext cx="63500" cy="393700"/>
          </a:xfrm>
          <a:custGeom>
            <a:avLst/>
            <a:gdLst/>
            <a:ahLst/>
            <a:cxnLst/>
            <a:rect l="l" t="t" r="r" b="b"/>
            <a:pathLst>
              <a:path w="63500" h="393700">
                <a:moveTo>
                  <a:pt x="63500" y="0"/>
                </a:moveTo>
                <a:lnTo>
                  <a:pt x="50800" y="0"/>
                </a:lnTo>
                <a:lnTo>
                  <a:pt x="50800" y="50800"/>
                </a:lnTo>
                <a:lnTo>
                  <a:pt x="63500" y="50800"/>
                </a:lnTo>
                <a:lnTo>
                  <a:pt x="63500" y="0"/>
                </a:lnTo>
                <a:close/>
              </a:path>
              <a:path w="63500" h="393700">
                <a:moveTo>
                  <a:pt x="63500" y="88900"/>
                </a:moveTo>
                <a:lnTo>
                  <a:pt x="50800" y="88900"/>
                </a:lnTo>
                <a:lnTo>
                  <a:pt x="38100" y="139700"/>
                </a:lnTo>
                <a:lnTo>
                  <a:pt x="50800" y="139700"/>
                </a:lnTo>
                <a:lnTo>
                  <a:pt x="63500" y="88900"/>
                </a:lnTo>
                <a:close/>
              </a:path>
              <a:path w="63500" h="393700">
                <a:moveTo>
                  <a:pt x="50800" y="177800"/>
                </a:moveTo>
                <a:lnTo>
                  <a:pt x="38100" y="177800"/>
                </a:lnTo>
                <a:lnTo>
                  <a:pt x="38100" y="228600"/>
                </a:lnTo>
                <a:lnTo>
                  <a:pt x="50800" y="228600"/>
                </a:lnTo>
                <a:lnTo>
                  <a:pt x="50800" y="177800"/>
                </a:lnTo>
                <a:close/>
              </a:path>
              <a:path w="63500" h="393700">
                <a:moveTo>
                  <a:pt x="25400" y="254000"/>
                </a:moveTo>
                <a:lnTo>
                  <a:pt x="25400" y="304800"/>
                </a:lnTo>
                <a:lnTo>
                  <a:pt x="38100" y="317500"/>
                </a:lnTo>
                <a:lnTo>
                  <a:pt x="38100" y="266700"/>
                </a:lnTo>
                <a:lnTo>
                  <a:pt x="25400" y="254000"/>
                </a:lnTo>
                <a:close/>
              </a:path>
              <a:path w="63500" h="393700">
                <a:moveTo>
                  <a:pt x="12700" y="342900"/>
                </a:moveTo>
                <a:lnTo>
                  <a:pt x="0" y="393700"/>
                </a:lnTo>
                <a:lnTo>
                  <a:pt x="12700" y="393700"/>
                </a:lnTo>
                <a:lnTo>
                  <a:pt x="25400" y="355600"/>
                </a:lnTo>
                <a:lnTo>
                  <a:pt x="12700" y="342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9500" y="4749800"/>
            <a:ext cx="127000" cy="393700"/>
          </a:xfrm>
          <a:custGeom>
            <a:avLst/>
            <a:gdLst/>
            <a:ahLst/>
            <a:cxnLst/>
            <a:rect l="l" t="t" r="r" b="b"/>
            <a:pathLst>
              <a:path w="127000" h="393700">
                <a:moveTo>
                  <a:pt x="127000" y="0"/>
                </a:moveTo>
                <a:lnTo>
                  <a:pt x="114300" y="0"/>
                </a:lnTo>
                <a:lnTo>
                  <a:pt x="101600" y="50800"/>
                </a:lnTo>
                <a:lnTo>
                  <a:pt x="114300" y="50800"/>
                </a:lnTo>
                <a:lnTo>
                  <a:pt x="127000" y="0"/>
                </a:lnTo>
                <a:close/>
              </a:path>
              <a:path w="127000" h="393700">
                <a:moveTo>
                  <a:pt x="101600" y="88900"/>
                </a:moveTo>
                <a:lnTo>
                  <a:pt x="88900" y="88900"/>
                </a:lnTo>
                <a:lnTo>
                  <a:pt x="88900" y="114300"/>
                </a:lnTo>
                <a:lnTo>
                  <a:pt x="76200" y="139700"/>
                </a:lnTo>
                <a:lnTo>
                  <a:pt x="88900" y="139700"/>
                </a:lnTo>
                <a:lnTo>
                  <a:pt x="101600" y="114300"/>
                </a:lnTo>
                <a:lnTo>
                  <a:pt x="101600" y="88900"/>
                </a:lnTo>
                <a:close/>
              </a:path>
              <a:path w="127000" h="393700">
                <a:moveTo>
                  <a:pt x="76200" y="177800"/>
                </a:moveTo>
                <a:lnTo>
                  <a:pt x="63500" y="177800"/>
                </a:lnTo>
                <a:lnTo>
                  <a:pt x="50800" y="228600"/>
                </a:lnTo>
                <a:lnTo>
                  <a:pt x="63500" y="228600"/>
                </a:lnTo>
                <a:lnTo>
                  <a:pt x="76200" y="177800"/>
                </a:lnTo>
                <a:close/>
              </a:path>
              <a:path w="127000" h="393700">
                <a:moveTo>
                  <a:pt x="50800" y="266700"/>
                </a:moveTo>
                <a:lnTo>
                  <a:pt x="38100" y="266700"/>
                </a:lnTo>
                <a:lnTo>
                  <a:pt x="25400" y="304800"/>
                </a:lnTo>
                <a:lnTo>
                  <a:pt x="38100" y="317500"/>
                </a:lnTo>
                <a:lnTo>
                  <a:pt x="50800" y="266700"/>
                </a:lnTo>
                <a:close/>
              </a:path>
              <a:path w="127000" h="393700">
                <a:moveTo>
                  <a:pt x="12700" y="342900"/>
                </a:moveTo>
                <a:lnTo>
                  <a:pt x="0" y="393700"/>
                </a:lnTo>
                <a:lnTo>
                  <a:pt x="12700" y="393700"/>
                </a:lnTo>
                <a:lnTo>
                  <a:pt x="25400" y="355600"/>
                </a:lnTo>
                <a:lnTo>
                  <a:pt x="12700" y="342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49800" y="5181600"/>
            <a:ext cx="139700" cy="393700"/>
          </a:xfrm>
          <a:custGeom>
            <a:avLst/>
            <a:gdLst/>
            <a:ahLst/>
            <a:cxnLst/>
            <a:rect l="l" t="t" r="r" b="b"/>
            <a:pathLst>
              <a:path w="139700" h="393700">
                <a:moveTo>
                  <a:pt x="139700" y="0"/>
                </a:moveTo>
                <a:lnTo>
                  <a:pt x="127000" y="0"/>
                </a:lnTo>
                <a:lnTo>
                  <a:pt x="114300" y="50800"/>
                </a:lnTo>
                <a:lnTo>
                  <a:pt x="127000" y="50800"/>
                </a:lnTo>
                <a:lnTo>
                  <a:pt x="139700" y="0"/>
                </a:lnTo>
                <a:close/>
              </a:path>
              <a:path w="139700" h="393700">
                <a:moveTo>
                  <a:pt x="114300" y="88900"/>
                </a:moveTo>
                <a:lnTo>
                  <a:pt x="101600" y="88900"/>
                </a:lnTo>
                <a:lnTo>
                  <a:pt x="88900" y="127000"/>
                </a:lnTo>
                <a:lnTo>
                  <a:pt x="101600" y="139700"/>
                </a:lnTo>
                <a:lnTo>
                  <a:pt x="114300" y="88900"/>
                </a:lnTo>
                <a:close/>
              </a:path>
              <a:path w="139700" h="393700">
                <a:moveTo>
                  <a:pt x="76200" y="165100"/>
                </a:moveTo>
                <a:lnTo>
                  <a:pt x="63500" y="215900"/>
                </a:lnTo>
                <a:lnTo>
                  <a:pt x="76200" y="215900"/>
                </a:lnTo>
                <a:lnTo>
                  <a:pt x="88900" y="177800"/>
                </a:lnTo>
                <a:lnTo>
                  <a:pt x="76200" y="165100"/>
                </a:lnTo>
                <a:close/>
              </a:path>
              <a:path w="139700" h="393700">
                <a:moveTo>
                  <a:pt x="63500" y="254000"/>
                </a:moveTo>
                <a:lnTo>
                  <a:pt x="50800" y="254000"/>
                </a:lnTo>
                <a:lnTo>
                  <a:pt x="25400" y="304800"/>
                </a:lnTo>
                <a:lnTo>
                  <a:pt x="38100" y="304800"/>
                </a:lnTo>
                <a:lnTo>
                  <a:pt x="63500" y="254000"/>
                </a:lnTo>
                <a:close/>
              </a:path>
              <a:path w="139700" h="393700">
                <a:moveTo>
                  <a:pt x="12700" y="330200"/>
                </a:moveTo>
                <a:lnTo>
                  <a:pt x="0" y="381000"/>
                </a:lnTo>
                <a:lnTo>
                  <a:pt x="12700" y="393700"/>
                </a:lnTo>
                <a:lnTo>
                  <a:pt x="25400" y="342900"/>
                </a:lnTo>
                <a:lnTo>
                  <a:pt x="127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4700" y="5600700"/>
            <a:ext cx="165100" cy="393700"/>
          </a:xfrm>
          <a:custGeom>
            <a:avLst/>
            <a:gdLst/>
            <a:ahLst/>
            <a:cxnLst/>
            <a:rect l="l" t="t" r="r" b="b"/>
            <a:pathLst>
              <a:path w="165100" h="393700">
                <a:moveTo>
                  <a:pt x="165100" y="0"/>
                </a:moveTo>
                <a:lnTo>
                  <a:pt x="152400" y="0"/>
                </a:lnTo>
                <a:lnTo>
                  <a:pt x="127000" y="50800"/>
                </a:lnTo>
                <a:lnTo>
                  <a:pt x="139700" y="50800"/>
                </a:lnTo>
                <a:lnTo>
                  <a:pt x="165100" y="0"/>
                </a:lnTo>
                <a:close/>
              </a:path>
              <a:path w="165100" h="393700">
                <a:moveTo>
                  <a:pt x="127000" y="88900"/>
                </a:moveTo>
                <a:lnTo>
                  <a:pt x="114300" y="88900"/>
                </a:lnTo>
                <a:lnTo>
                  <a:pt x="101600" y="127000"/>
                </a:lnTo>
                <a:lnTo>
                  <a:pt x="114300" y="139700"/>
                </a:lnTo>
                <a:lnTo>
                  <a:pt x="127000" y="88900"/>
                </a:lnTo>
                <a:close/>
              </a:path>
              <a:path w="165100" h="393700">
                <a:moveTo>
                  <a:pt x="88900" y="165100"/>
                </a:moveTo>
                <a:lnTo>
                  <a:pt x="76200" y="215900"/>
                </a:lnTo>
                <a:lnTo>
                  <a:pt x="101600" y="177800"/>
                </a:lnTo>
                <a:lnTo>
                  <a:pt x="88900" y="165100"/>
                </a:lnTo>
                <a:close/>
              </a:path>
              <a:path w="165100" h="393700">
                <a:moveTo>
                  <a:pt x="63500" y="254000"/>
                </a:moveTo>
                <a:lnTo>
                  <a:pt x="50800" y="254000"/>
                </a:lnTo>
                <a:lnTo>
                  <a:pt x="38100" y="292100"/>
                </a:lnTo>
                <a:lnTo>
                  <a:pt x="50800" y="304800"/>
                </a:lnTo>
                <a:lnTo>
                  <a:pt x="63500" y="254000"/>
                </a:lnTo>
                <a:close/>
              </a:path>
              <a:path w="165100" h="393700">
                <a:moveTo>
                  <a:pt x="0" y="317500"/>
                </a:moveTo>
                <a:lnTo>
                  <a:pt x="0" y="393700"/>
                </a:lnTo>
                <a:lnTo>
                  <a:pt x="63500" y="342900"/>
                </a:lnTo>
                <a:lnTo>
                  <a:pt x="25400" y="342900"/>
                </a:lnTo>
                <a:lnTo>
                  <a:pt x="25400" y="330200"/>
                </a:lnTo>
                <a:lnTo>
                  <a:pt x="31750" y="330200"/>
                </a:lnTo>
                <a:lnTo>
                  <a:pt x="0" y="317500"/>
                </a:lnTo>
                <a:close/>
              </a:path>
              <a:path w="165100" h="393700">
                <a:moveTo>
                  <a:pt x="25400" y="330200"/>
                </a:moveTo>
                <a:lnTo>
                  <a:pt x="25400" y="342900"/>
                </a:lnTo>
                <a:lnTo>
                  <a:pt x="38100" y="342900"/>
                </a:lnTo>
                <a:lnTo>
                  <a:pt x="25400" y="330200"/>
                </a:lnTo>
                <a:close/>
              </a:path>
              <a:path w="165100" h="393700">
                <a:moveTo>
                  <a:pt x="31750" y="330200"/>
                </a:moveTo>
                <a:lnTo>
                  <a:pt x="25400" y="330200"/>
                </a:lnTo>
                <a:lnTo>
                  <a:pt x="38100" y="342900"/>
                </a:lnTo>
                <a:lnTo>
                  <a:pt x="63500" y="342900"/>
                </a:lnTo>
                <a:lnTo>
                  <a:pt x="3175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9500" y="2717800"/>
            <a:ext cx="1308100" cy="2057400"/>
          </a:xfrm>
          <a:custGeom>
            <a:avLst/>
            <a:gdLst/>
            <a:ahLst/>
            <a:cxnLst/>
            <a:rect l="l" t="t" r="r" b="b"/>
            <a:pathLst>
              <a:path w="1308100" h="2057400">
                <a:moveTo>
                  <a:pt x="990600" y="0"/>
                </a:moveTo>
                <a:lnTo>
                  <a:pt x="952500" y="25400"/>
                </a:lnTo>
                <a:lnTo>
                  <a:pt x="952500" y="38100"/>
                </a:lnTo>
                <a:lnTo>
                  <a:pt x="1003300" y="12700"/>
                </a:lnTo>
                <a:lnTo>
                  <a:pt x="990600" y="0"/>
                </a:lnTo>
                <a:close/>
              </a:path>
              <a:path w="1308100" h="2057400">
                <a:moveTo>
                  <a:pt x="927100" y="50800"/>
                </a:moveTo>
                <a:lnTo>
                  <a:pt x="914400" y="50800"/>
                </a:lnTo>
                <a:lnTo>
                  <a:pt x="876300" y="76200"/>
                </a:lnTo>
                <a:lnTo>
                  <a:pt x="927100" y="50800"/>
                </a:lnTo>
                <a:close/>
              </a:path>
              <a:path w="1308100" h="2057400">
                <a:moveTo>
                  <a:pt x="838200" y="88900"/>
                </a:moveTo>
                <a:lnTo>
                  <a:pt x="812800" y="101600"/>
                </a:lnTo>
                <a:lnTo>
                  <a:pt x="800100" y="114300"/>
                </a:lnTo>
                <a:lnTo>
                  <a:pt x="800100" y="127000"/>
                </a:lnTo>
                <a:lnTo>
                  <a:pt x="812800" y="114300"/>
                </a:lnTo>
                <a:lnTo>
                  <a:pt x="850900" y="101600"/>
                </a:lnTo>
                <a:lnTo>
                  <a:pt x="838200" y="88900"/>
                </a:lnTo>
                <a:close/>
              </a:path>
              <a:path w="1308100" h="2057400">
                <a:moveTo>
                  <a:pt x="774700" y="139700"/>
                </a:moveTo>
                <a:lnTo>
                  <a:pt x="762000" y="139700"/>
                </a:lnTo>
                <a:lnTo>
                  <a:pt x="723900" y="165100"/>
                </a:lnTo>
                <a:lnTo>
                  <a:pt x="723900" y="177800"/>
                </a:lnTo>
                <a:lnTo>
                  <a:pt x="774700" y="139700"/>
                </a:lnTo>
                <a:close/>
              </a:path>
              <a:path w="1308100" h="2057400">
                <a:moveTo>
                  <a:pt x="685800" y="177800"/>
                </a:moveTo>
                <a:lnTo>
                  <a:pt x="647700" y="203200"/>
                </a:lnTo>
                <a:lnTo>
                  <a:pt x="647700" y="215900"/>
                </a:lnTo>
                <a:lnTo>
                  <a:pt x="698500" y="190500"/>
                </a:lnTo>
                <a:lnTo>
                  <a:pt x="685800" y="177800"/>
                </a:lnTo>
                <a:close/>
              </a:path>
              <a:path w="1308100" h="2057400">
                <a:moveTo>
                  <a:pt x="609600" y="228600"/>
                </a:moveTo>
                <a:lnTo>
                  <a:pt x="571500" y="254000"/>
                </a:lnTo>
                <a:lnTo>
                  <a:pt x="571500" y="266700"/>
                </a:lnTo>
                <a:lnTo>
                  <a:pt x="622300" y="241300"/>
                </a:lnTo>
                <a:lnTo>
                  <a:pt x="609600" y="228600"/>
                </a:lnTo>
                <a:close/>
              </a:path>
              <a:path w="1308100" h="2057400">
                <a:moveTo>
                  <a:pt x="546100" y="279400"/>
                </a:moveTo>
                <a:lnTo>
                  <a:pt x="533400" y="279400"/>
                </a:lnTo>
                <a:lnTo>
                  <a:pt x="495300" y="304800"/>
                </a:lnTo>
                <a:lnTo>
                  <a:pt x="495300" y="317500"/>
                </a:lnTo>
                <a:lnTo>
                  <a:pt x="546100" y="279400"/>
                </a:lnTo>
                <a:close/>
              </a:path>
              <a:path w="1308100" h="2057400">
                <a:moveTo>
                  <a:pt x="457200" y="317500"/>
                </a:moveTo>
                <a:lnTo>
                  <a:pt x="419100" y="355600"/>
                </a:lnTo>
                <a:lnTo>
                  <a:pt x="469900" y="330200"/>
                </a:lnTo>
                <a:lnTo>
                  <a:pt x="457200" y="317500"/>
                </a:lnTo>
                <a:close/>
              </a:path>
              <a:path w="1308100" h="2057400">
                <a:moveTo>
                  <a:pt x="381000" y="368300"/>
                </a:moveTo>
                <a:lnTo>
                  <a:pt x="342900" y="406400"/>
                </a:lnTo>
                <a:lnTo>
                  <a:pt x="355600" y="419100"/>
                </a:lnTo>
                <a:lnTo>
                  <a:pt x="393700" y="381000"/>
                </a:lnTo>
                <a:lnTo>
                  <a:pt x="381000" y="368300"/>
                </a:lnTo>
                <a:close/>
              </a:path>
              <a:path w="1308100" h="2057400">
                <a:moveTo>
                  <a:pt x="317500" y="431800"/>
                </a:moveTo>
                <a:lnTo>
                  <a:pt x="279400" y="457200"/>
                </a:lnTo>
                <a:lnTo>
                  <a:pt x="279400" y="469900"/>
                </a:lnTo>
                <a:lnTo>
                  <a:pt x="317500" y="431800"/>
                </a:lnTo>
                <a:close/>
              </a:path>
              <a:path w="1308100" h="2057400">
                <a:moveTo>
                  <a:pt x="241300" y="482600"/>
                </a:moveTo>
                <a:lnTo>
                  <a:pt x="203200" y="508000"/>
                </a:lnTo>
                <a:lnTo>
                  <a:pt x="215900" y="520700"/>
                </a:lnTo>
                <a:lnTo>
                  <a:pt x="254000" y="495300"/>
                </a:lnTo>
                <a:lnTo>
                  <a:pt x="241300" y="482600"/>
                </a:lnTo>
                <a:close/>
              </a:path>
              <a:path w="1308100" h="2057400">
                <a:moveTo>
                  <a:pt x="177800" y="533400"/>
                </a:moveTo>
                <a:lnTo>
                  <a:pt x="139700" y="571500"/>
                </a:lnTo>
                <a:lnTo>
                  <a:pt x="152400" y="584200"/>
                </a:lnTo>
                <a:lnTo>
                  <a:pt x="190500" y="546100"/>
                </a:lnTo>
                <a:lnTo>
                  <a:pt x="177800" y="533400"/>
                </a:lnTo>
                <a:close/>
              </a:path>
              <a:path w="1308100" h="2057400">
                <a:moveTo>
                  <a:pt x="127000" y="609600"/>
                </a:moveTo>
                <a:lnTo>
                  <a:pt x="114300" y="609600"/>
                </a:lnTo>
                <a:lnTo>
                  <a:pt x="76200" y="647700"/>
                </a:lnTo>
                <a:lnTo>
                  <a:pt x="101600" y="647700"/>
                </a:lnTo>
                <a:lnTo>
                  <a:pt x="127000" y="609600"/>
                </a:lnTo>
                <a:close/>
              </a:path>
              <a:path w="1308100" h="2057400">
                <a:moveTo>
                  <a:pt x="63500" y="673100"/>
                </a:moveTo>
                <a:lnTo>
                  <a:pt x="50800" y="685800"/>
                </a:lnTo>
                <a:lnTo>
                  <a:pt x="38100" y="723900"/>
                </a:lnTo>
                <a:lnTo>
                  <a:pt x="50800" y="723900"/>
                </a:lnTo>
                <a:lnTo>
                  <a:pt x="63500" y="698500"/>
                </a:lnTo>
                <a:lnTo>
                  <a:pt x="76200" y="685800"/>
                </a:lnTo>
                <a:lnTo>
                  <a:pt x="63500" y="673100"/>
                </a:lnTo>
                <a:close/>
              </a:path>
              <a:path w="1308100" h="2057400">
                <a:moveTo>
                  <a:pt x="12700" y="749300"/>
                </a:moveTo>
                <a:lnTo>
                  <a:pt x="0" y="787400"/>
                </a:lnTo>
                <a:lnTo>
                  <a:pt x="0" y="800100"/>
                </a:lnTo>
                <a:lnTo>
                  <a:pt x="12700" y="800100"/>
                </a:lnTo>
                <a:lnTo>
                  <a:pt x="25400" y="762000"/>
                </a:lnTo>
                <a:lnTo>
                  <a:pt x="12700" y="749300"/>
                </a:lnTo>
                <a:close/>
              </a:path>
              <a:path w="1308100" h="2057400">
                <a:moveTo>
                  <a:pt x="12700" y="838200"/>
                </a:moveTo>
                <a:lnTo>
                  <a:pt x="0" y="838200"/>
                </a:lnTo>
                <a:lnTo>
                  <a:pt x="0" y="850900"/>
                </a:lnTo>
                <a:lnTo>
                  <a:pt x="12700" y="889000"/>
                </a:lnTo>
                <a:lnTo>
                  <a:pt x="25400" y="889000"/>
                </a:lnTo>
                <a:lnTo>
                  <a:pt x="15875" y="850900"/>
                </a:lnTo>
                <a:lnTo>
                  <a:pt x="12700" y="850900"/>
                </a:lnTo>
                <a:lnTo>
                  <a:pt x="12700" y="838200"/>
                </a:lnTo>
                <a:close/>
              </a:path>
              <a:path w="1308100" h="2057400">
                <a:moveTo>
                  <a:pt x="12700" y="838200"/>
                </a:moveTo>
                <a:lnTo>
                  <a:pt x="12700" y="850900"/>
                </a:lnTo>
                <a:lnTo>
                  <a:pt x="15875" y="850900"/>
                </a:lnTo>
                <a:lnTo>
                  <a:pt x="12700" y="838200"/>
                </a:lnTo>
                <a:close/>
              </a:path>
              <a:path w="1308100" h="2057400">
                <a:moveTo>
                  <a:pt x="38100" y="927100"/>
                </a:moveTo>
                <a:lnTo>
                  <a:pt x="25400" y="927100"/>
                </a:lnTo>
                <a:lnTo>
                  <a:pt x="50800" y="977900"/>
                </a:lnTo>
                <a:lnTo>
                  <a:pt x="63500" y="965200"/>
                </a:lnTo>
                <a:lnTo>
                  <a:pt x="38100" y="939800"/>
                </a:lnTo>
                <a:lnTo>
                  <a:pt x="50800" y="939800"/>
                </a:lnTo>
                <a:lnTo>
                  <a:pt x="38100" y="927100"/>
                </a:lnTo>
                <a:close/>
              </a:path>
              <a:path w="1308100" h="2057400">
                <a:moveTo>
                  <a:pt x="88900" y="990600"/>
                </a:moveTo>
                <a:lnTo>
                  <a:pt x="76200" y="1003300"/>
                </a:lnTo>
                <a:lnTo>
                  <a:pt x="114300" y="1041400"/>
                </a:lnTo>
                <a:lnTo>
                  <a:pt x="127000" y="1028700"/>
                </a:lnTo>
                <a:lnTo>
                  <a:pt x="88900" y="990600"/>
                </a:lnTo>
                <a:close/>
              </a:path>
              <a:path w="1308100" h="2057400">
                <a:moveTo>
                  <a:pt x="152400" y="1054100"/>
                </a:moveTo>
                <a:lnTo>
                  <a:pt x="139700" y="1066800"/>
                </a:lnTo>
                <a:lnTo>
                  <a:pt x="177800" y="1092200"/>
                </a:lnTo>
                <a:lnTo>
                  <a:pt x="190500" y="1092200"/>
                </a:lnTo>
                <a:lnTo>
                  <a:pt x="152400" y="1054100"/>
                </a:lnTo>
                <a:close/>
              </a:path>
              <a:path w="1308100" h="2057400">
                <a:moveTo>
                  <a:pt x="215900" y="1104900"/>
                </a:moveTo>
                <a:lnTo>
                  <a:pt x="215900" y="1117600"/>
                </a:lnTo>
                <a:lnTo>
                  <a:pt x="254000" y="1155700"/>
                </a:lnTo>
                <a:lnTo>
                  <a:pt x="266700" y="1143000"/>
                </a:lnTo>
                <a:lnTo>
                  <a:pt x="215900" y="1104900"/>
                </a:lnTo>
                <a:close/>
              </a:path>
              <a:path w="1308100" h="2057400">
                <a:moveTo>
                  <a:pt x="292100" y="1155700"/>
                </a:moveTo>
                <a:lnTo>
                  <a:pt x="292100" y="1168400"/>
                </a:lnTo>
                <a:lnTo>
                  <a:pt x="330200" y="1193800"/>
                </a:lnTo>
                <a:lnTo>
                  <a:pt x="292100" y="1155700"/>
                </a:lnTo>
                <a:close/>
              </a:path>
              <a:path w="1308100" h="2057400">
                <a:moveTo>
                  <a:pt x="368300" y="1206500"/>
                </a:moveTo>
                <a:lnTo>
                  <a:pt x="355600" y="1219200"/>
                </a:lnTo>
                <a:lnTo>
                  <a:pt x="406400" y="1244600"/>
                </a:lnTo>
                <a:lnTo>
                  <a:pt x="406400" y="1231900"/>
                </a:lnTo>
                <a:lnTo>
                  <a:pt x="368300" y="1206500"/>
                </a:lnTo>
                <a:close/>
              </a:path>
              <a:path w="1308100" h="2057400">
                <a:moveTo>
                  <a:pt x="444500" y="1257300"/>
                </a:moveTo>
                <a:lnTo>
                  <a:pt x="444500" y="1270000"/>
                </a:lnTo>
                <a:lnTo>
                  <a:pt x="482600" y="1295400"/>
                </a:lnTo>
                <a:lnTo>
                  <a:pt x="482600" y="1282700"/>
                </a:lnTo>
                <a:lnTo>
                  <a:pt x="444500" y="1257300"/>
                </a:lnTo>
                <a:close/>
              </a:path>
              <a:path w="1308100" h="2057400">
                <a:moveTo>
                  <a:pt x="520700" y="1295400"/>
                </a:moveTo>
                <a:lnTo>
                  <a:pt x="520700" y="1308100"/>
                </a:lnTo>
                <a:lnTo>
                  <a:pt x="558800" y="1333500"/>
                </a:lnTo>
                <a:lnTo>
                  <a:pt x="571500" y="1320800"/>
                </a:lnTo>
                <a:lnTo>
                  <a:pt x="520700" y="1295400"/>
                </a:lnTo>
                <a:close/>
              </a:path>
              <a:path w="1308100" h="2057400">
                <a:moveTo>
                  <a:pt x="596900" y="1346200"/>
                </a:moveTo>
                <a:lnTo>
                  <a:pt x="596900" y="1358900"/>
                </a:lnTo>
                <a:lnTo>
                  <a:pt x="635000" y="1384300"/>
                </a:lnTo>
                <a:lnTo>
                  <a:pt x="647700" y="1371600"/>
                </a:lnTo>
                <a:lnTo>
                  <a:pt x="596900" y="1346200"/>
                </a:lnTo>
                <a:close/>
              </a:path>
              <a:path w="1308100" h="2057400">
                <a:moveTo>
                  <a:pt x="673100" y="1384300"/>
                </a:moveTo>
                <a:lnTo>
                  <a:pt x="673100" y="1397000"/>
                </a:lnTo>
                <a:lnTo>
                  <a:pt x="711200" y="1422400"/>
                </a:lnTo>
                <a:lnTo>
                  <a:pt x="723900" y="1409700"/>
                </a:lnTo>
                <a:lnTo>
                  <a:pt x="673100" y="1384300"/>
                </a:lnTo>
                <a:close/>
              </a:path>
              <a:path w="1308100" h="2057400">
                <a:moveTo>
                  <a:pt x="749300" y="1435100"/>
                </a:moveTo>
                <a:lnTo>
                  <a:pt x="749300" y="1447800"/>
                </a:lnTo>
                <a:lnTo>
                  <a:pt x="787400" y="1473200"/>
                </a:lnTo>
                <a:lnTo>
                  <a:pt x="800100" y="1460500"/>
                </a:lnTo>
                <a:lnTo>
                  <a:pt x="749300" y="1435100"/>
                </a:lnTo>
                <a:close/>
              </a:path>
              <a:path w="1308100" h="2057400">
                <a:moveTo>
                  <a:pt x="825500" y="1473200"/>
                </a:moveTo>
                <a:lnTo>
                  <a:pt x="825500" y="1485900"/>
                </a:lnTo>
                <a:lnTo>
                  <a:pt x="863600" y="1511300"/>
                </a:lnTo>
                <a:lnTo>
                  <a:pt x="876300" y="1511300"/>
                </a:lnTo>
                <a:lnTo>
                  <a:pt x="825500" y="1473200"/>
                </a:lnTo>
                <a:close/>
              </a:path>
              <a:path w="1308100" h="2057400">
                <a:moveTo>
                  <a:pt x="901700" y="1524000"/>
                </a:moveTo>
                <a:lnTo>
                  <a:pt x="901700" y="1536700"/>
                </a:lnTo>
                <a:lnTo>
                  <a:pt x="939800" y="1562100"/>
                </a:lnTo>
                <a:lnTo>
                  <a:pt x="901700" y="1524000"/>
                </a:lnTo>
                <a:close/>
              </a:path>
              <a:path w="1308100" h="2057400">
                <a:moveTo>
                  <a:pt x="977900" y="1574800"/>
                </a:moveTo>
                <a:lnTo>
                  <a:pt x="965200" y="1587500"/>
                </a:lnTo>
                <a:lnTo>
                  <a:pt x="1003300" y="1625600"/>
                </a:lnTo>
                <a:lnTo>
                  <a:pt x="1016000" y="1612900"/>
                </a:lnTo>
                <a:lnTo>
                  <a:pt x="977900" y="1574800"/>
                </a:lnTo>
                <a:close/>
              </a:path>
              <a:path w="1308100" h="2057400">
                <a:moveTo>
                  <a:pt x="1041400" y="1638300"/>
                </a:moveTo>
                <a:lnTo>
                  <a:pt x="1028700" y="1651000"/>
                </a:lnTo>
                <a:lnTo>
                  <a:pt x="1066800" y="1689100"/>
                </a:lnTo>
                <a:lnTo>
                  <a:pt x="1079500" y="1676400"/>
                </a:lnTo>
                <a:lnTo>
                  <a:pt x="1041400" y="1638300"/>
                </a:lnTo>
                <a:close/>
              </a:path>
              <a:path w="1308100" h="2057400">
                <a:moveTo>
                  <a:pt x="1104900" y="1701800"/>
                </a:moveTo>
                <a:lnTo>
                  <a:pt x="1092200" y="1714500"/>
                </a:lnTo>
                <a:lnTo>
                  <a:pt x="1130300" y="1752600"/>
                </a:lnTo>
                <a:lnTo>
                  <a:pt x="1143000" y="1739900"/>
                </a:lnTo>
                <a:lnTo>
                  <a:pt x="1130300" y="1739900"/>
                </a:lnTo>
                <a:lnTo>
                  <a:pt x="1104900" y="1701800"/>
                </a:lnTo>
                <a:close/>
              </a:path>
              <a:path w="1308100" h="2057400">
                <a:moveTo>
                  <a:pt x="1155700" y="1778000"/>
                </a:moveTo>
                <a:lnTo>
                  <a:pt x="1168400" y="1816100"/>
                </a:lnTo>
                <a:lnTo>
                  <a:pt x="1181100" y="1828800"/>
                </a:lnTo>
                <a:lnTo>
                  <a:pt x="1193800" y="1816100"/>
                </a:lnTo>
                <a:lnTo>
                  <a:pt x="1155700" y="1778000"/>
                </a:lnTo>
                <a:close/>
              </a:path>
              <a:path w="1308100" h="2057400">
                <a:moveTo>
                  <a:pt x="1219200" y="1854200"/>
                </a:moveTo>
                <a:lnTo>
                  <a:pt x="1206500" y="1854200"/>
                </a:lnTo>
                <a:lnTo>
                  <a:pt x="1206500" y="1866900"/>
                </a:lnTo>
                <a:lnTo>
                  <a:pt x="1231900" y="1905000"/>
                </a:lnTo>
                <a:lnTo>
                  <a:pt x="1231900" y="1892300"/>
                </a:lnTo>
                <a:lnTo>
                  <a:pt x="1219200" y="1854200"/>
                </a:lnTo>
                <a:close/>
              </a:path>
              <a:path w="1308100" h="2057400">
                <a:moveTo>
                  <a:pt x="1308100" y="1981200"/>
                </a:moveTo>
                <a:lnTo>
                  <a:pt x="1244600" y="2006600"/>
                </a:lnTo>
                <a:lnTo>
                  <a:pt x="1295400" y="2057400"/>
                </a:lnTo>
                <a:lnTo>
                  <a:pt x="1308100" y="1981200"/>
                </a:lnTo>
                <a:close/>
              </a:path>
              <a:path w="1308100" h="2057400">
                <a:moveTo>
                  <a:pt x="1257300" y="1930400"/>
                </a:moveTo>
                <a:lnTo>
                  <a:pt x="1244600" y="1930400"/>
                </a:lnTo>
                <a:lnTo>
                  <a:pt x="1257300" y="1968500"/>
                </a:lnTo>
                <a:lnTo>
                  <a:pt x="1257300" y="1981200"/>
                </a:lnTo>
                <a:lnTo>
                  <a:pt x="1270000" y="1968500"/>
                </a:lnTo>
                <a:lnTo>
                  <a:pt x="1257300" y="1930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25700" y="17145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76200" y="9906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33866" y="635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3866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33866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50800"/>
                </a:lnTo>
                <a:lnTo>
                  <a:pt x="45719" y="45720"/>
                </a:lnTo>
                <a:lnTo>
                  <a:pt x="50800" y="38100"/>
                </a:lnTo>
                <a:close/>
              </a:path>
              <a:path w="571500" h="1016000">
                <a:moveTo>
                  <a:pt x="45719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19" y="45720"/>
                </a:lnTo>
                <a:close/>
              </a:path>
              <a:path w="571500" h="1016000">
                <a:moveTo>
                  <a:pt x="57150" y="38100"/>
                </a:moveTo>
                <a:lnTo>
                  <a:pt x="50800" y="38100"/>
                </a:lnTo>
                <a:lnTo>
                  <a:pt x="45719" y="45720"/>
                </a:lnTo>
                <a:lnTo>
                  <a:pt x="57150" y="38100"/>
                </a:lnTo>
                <a:close/>
              </a:path>
              <a:path w="571500" h="1016000">
                <a:moveTo>
                  <a:pt x="571500" y="63500"/>
                </a:move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52500"/>
                </a:lnTo>
                <a:lnTo>
                  <a:pt x="571500" y="63500"/>
                </a:lnTo>
                <a:close/>
              </a:path>
              <a:path w="571500" h="1016000">
                <a:moveTo>
                  <a:pt x="554566" y="38100"/>
                </a:moveTo>
                <a:lnTo>
                  <a:pt x="533400" y="38100"/>
                </a:lnTo>
                <a:lnTo>
                  <a:pt x="546100" y="76200"/>
                </a:lnTo>
                <a:lnTo>
                  <a:pt x="546100" y="63500"/>
                </a:lnTo>
                <a:lnTo>
                  <a:pt x="571500" y="63500"/>
                </a:lnTo>
                <a:lnTo>
                  <a:pt x="554566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33400" y="38100"/>
                </a:lnTo>
                <a:lnTo>
                  <a:pt x="554566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40000" y="2184400"/>
            <a:ext cx="368300" cy="50800"/>
          </a:xfrm>
          <a:custGeom>
            <a:avLst/>
            <a:gdLst/>
            <a:ahLst/>
            <a:cxnLst/>
            <a:rect l="l" t="t" r="r" b="b"/>
            <a:pathLst>
              <a:path w="368300" h="50800">
                <a:moveTo>
                  <a:pt x="0" y="0"/>
                </a:moveTo>
                <a:lnTo>
                  <a:pt x="0" y="38100"/>
                </a:lnTo>
                <a:lnTo>
                  <a:pt x="368300" y="50800"/>
                </a:lnTo>
                <a:lnTo>
                  <a:pt x="3683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115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19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19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19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19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258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973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20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20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20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20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116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95800" y="1854200"/>
            <a:ext cx="43180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000099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5300" y="17145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63500"/>
                </a:lnTo>
                <a:lnTo>
                  <a:pt x="0" y="9525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381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29633" y="63500"/>
                </a:lnTo>
                <a:lnTo>
                  <a:pt x="38100" y="38100"/>
                </a:lnTo>
                <a:lnTo>
                  <a:pt x="50800" y="381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29633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29633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0800" y="38100"/>
                </a:lnTo>
                <a:close/>
              </a:path>
              <a:path w="571500" h="1016000">
                <a:moveTo>
                  <a:pt x="558800" y="63500"/>
                </a:moveTo>
                <a:lnTo>
                  <a:pt x="546100" y="63500"/>
                </a:lnTo>
                <a:lnTo>
                  <a:pt x="546100" y="952500"/>
                </a:lnTo>
                <a:lnTo>
                  <a:pt x="520700" y="977900"/>
                </a:lnTo>
                <a:lnTo>
                  <a:pt x="533400" y="977900"/>
                </a:lnTo>
                <a:lnTo>
                  <a:pt x="495300" y="9906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14400"/>
                </a:lnTo>
                <a:lnTo>
                  <a:pt x="571500" y="101600"/>
                </a:lnTo>
                <a:lnTo>
                  <a:pt x="558800" y="63500"/>
                </a:lnTo>
                <a:close/>
              </a:path>
              <a:path w="571500" h="1016000">
                <a:moveTo>
                  <a:pt x="525780" y="45720"/>
                </a:moveTo>
                <a:lnTo>
                  <a:pt x="546100" y="76200"/>
                </a:lnTo>
                <a:lnTo>
                  <a:pt x="546100" y="63500"/>
                </a:lnTo>
                <a:lnTo>
                  <a:pt x="558800" y="63500"/>
                </a:lnTo>
                <a:lnTo>
                  <a:pt x="554566" y="50800"/>
                </a:lnTo>
                <a:lnTo>
                  <a:pt x="533400" y="50800"/>
                </a:lnTo>
                <a:lnTo>
                  <a:pt x="525780" y="45720"/>
                </a:lnTo>
                <a:close/>
              </a:path>
              <a:path w="571500" h="1016000">
                <a:moveTo>
                  <a:pt x="520700" y="38100"/>
                </a:moveTo>
                <a:lnTo>
                  <a:pt x="525780" y="45720"/>
                </a:lnTo>
                <a:lnTo>
                  <a:pt x="533400" y="50800"/>
                </a:lnTo>
                <a:lnTo>
                  <a:pt x="520700" y="38100"/>
                </a:lnTo>
                <a:close/>
              </a:path>
              <a:path w="571500" h="1016000">
                <a:moveTo>
                  <a:pt x="550333" y="38100"/>
                </a:moveTo>
                <a:lnTo>
                  <a:pt x="520700" y="38100"/>
                </a:lnTo>
                <a:lnTo>
                  <a:pt x="533400" y="50800"/>
                </a:lnTo>
                <a:lnTo>
                  <a:pt x="554566" y="50800"/>
                </a:lnTo>
                <a:lnTo>
                  <a:pt x="550333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495300" y="25400"/>
                </a:lnTo>
                <a:lnTo>
                  <a:pt x="525780" y="45720"/>
                </a:lnTo>
                <a:lnTo>
                  <a:pt x="520700" y="38100"/>
                </a:lnTo>
                <a:lnTo>
                  <a:pt x="550333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79600" y="19240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79600" y="20637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9600" y="21844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79600" y="23558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79600" y="25082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98600" y="3556000"/>
            <a:ext cx="76200" cy="3048000"/>
          </a:xfrm>
          <a:custGeom>
            <a:avLst/>
            <a:gdLst/>
            <a:ahLst/>
            <a:cxnLst/>
            <a:rect l="l" t="t" r="r" b="b"/>
            <a:pathLst>
              <a:path w="76200" h="3048000">
                <a:moveTo>
                  <a:pt x="50800" y="63500"/>
                </a:moveTo>
                <a:lnTo>
                  <a:pt x="38100" y="63500"/>
                </a:lnTo>
                <a:lnTo>
                  <a:pt x="38100" y="3048000"/>
                </a:lnTo>
                <a:lnTo>
                  <a:pt x="50800" y="3048000"/>
                </a:lnTo>
                <a:lnTo>
                  <a:pt x="50800" y="63500"/>
                </a:lnTo>
                <a:close/>
              </a:path>
              <a:path w="76200" h="3048000">
                <a:moveTo>
                  <a:pt x="38100" y="0"/>
                </a:moveTo>
                <a:lnTo>
                  <a:pt x="0" y="76200"/>
                </a:lnTo>
                <a:lnTo>
                  <a:pt x="38100" y="76200"/>
                </a:lnTo>
                <a:lnTo>
                  <a:pt x="381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6700" y="6565900"/>
            <a:ext cx="3810000" cy="76200"/>
          </a:xfrm>
          <a:custGeom>
            <a:avLst/>
            <a:gdLst/>
            <a:ahLst/>
            <a:cxnLst/>
            <a:rect l="l" t="t" r="r" b="b"/>
            <a:pathLst>
              <a:path w="3810000" h="76200">
                <a:moveTo>
                  <a:pt x="3733800" y="0"/>
                </a:moveTo>
                <a:lnTo>
                  <a:pt x="3733800" y="76200"/>
                </a:lnTo>
                <a:lnTo>
                  <a:pt x="3784600" y="50800"/>
                </a:lnTo>
                <a:lnTo>
                  <a:pt x="3746500" y="50800"/>
                </a:lnTo>
                <a:lnTo>
                  <a:pt x="3746500" y="25400"/>
                </a:lnTo>
                <a:lnTo>
                  <a:pt x="3784600" y="25400"/>
                </a:lnTo>
                <a:lnTo>
                  <a:pt x="3733800" y="0"/>
                </a:lnTo>
                <a:close/>
              </a:path>
              <a:path w="3810000" h="76200">
                <a:moveTo>
                  <a:pt x="37338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733800" y="50800"/>
                </a:lnTo>
                <a:lnTo>
                  <a:pt x="3733800" y="25400"/>
                </a:lnTo>
                <a:close/>
              </a:path>
              <a:path w="3810000" h="76200">
                <a:moveTo>
                  <a:pt x="3784600" y="25400"/>
                </a:moveTo>
                <a:lnTo>
                  <a:pt x="3746500" y="25400"/>
                </a:lnTo>
                <a:lnTo>
                  <a:pt x="3746500" y="50800"/>
                </a:lnTo>
                <a:lnTo>
                  <a:pt x="3784600" y="50800"/>
                </a:lnTo>
                <a:lnTo>
                  <a:pt x="3810000" y="38100"/>
                </a:lnTo>
                <a:lnTo>
                  <a:pt x="37846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36700" y="4927600"/>
            <a:ext cx="2819400" cy="1689100"/>
          </a:xfrm>
          <a:custGeom>
            <a:avLst/>
            <a:gdLst/>
            <a:ahLst/>
            <a:cxnLst/>
            <a:rect l="l" t="t" r="r" b="b"/>
            <a:pathLst>
              <a:path w="2819400" h="1689100">
                <a:moveTo>
                  <a:pt x="2761102" y="29836"/>
                </a:moveTo>
                <a:lnTo>
                  <a:pt x="0" y="1663700"/>
                </a:lnTo>
                <a:lnTo>
                  <a:pt x="12700" y="1689100"/>
                </a:lnTo>
                <a:lnTo>
                  <a:pt x="2770075" y="44793"/>
                </a:lnTo>
                <a:lnTo>
                  <a:pt x="2761102" y="29836"/>
                </a:lnTo>
                <a:close/>
              </a:path>
              <a:path w="2819400" h="1689100">
                <a:moveTo>
                  <a:pt x="2804159" y="25400"/>
                </a:moveTo>
                <a:lnTo>
                  <a:pt x="2768600" y="25400"/>
                </a:lnTo>
                <a:lnTo>
                  <a:pt x="2781300" y="38100"/>
                </a:lnTo>
                <a:lnTo>
                  <a:pt x="2770075" y="44793"/>
                </a:lnTo>
                <a:lnTo>
                  <a:pt x="2781300" y="63500"/>
                </a:lnTo>
                <a:lnTo>
                  <a:pt x="2804159" y="25400"/>
                </a:lnTo>
                <a:close/>
              </a:path>
              <a:path w="2819400" h="1689100">
                <a:moveTo>
                  <a:pt x="2768600" y="25400"/>
                </a:moveTo>
                <a:lnTo>
                  <a:pt x="2761102" y="29836"/>
                </a:lnTo>
                <a:lnTo>
                  <a:pt x="2770075" y="44793"/>
                </a:lnTo>
                <a:lnTo>
                  <a:pt x="2781300" y="38100"/>
                </a:lnTo>
                <a:lnTo>
                  <a:pt x="2768600" y="25400"/>
                </a:lnTo>
                <a:close/>
              </a:path>
              <a:path w="2819400" h="1689100">
                <a:moveTo>
                  <a:pt x="2819400" y="0"/>
                </a:moveTo>
                <a:lnTo>
                  <a:pt x="2743200" y="0"/>
                </a:lnTo>
                <a:lnTo>
                  <a:pt x="2761102" y="29836"/>
                </a:lnTo>
                <a:lnTo>
                  <a:pt x="2768600" y="25400"/>
                </a:lnTo>
                <a:lnTo>
                  <a:pt x="2804159" y="25400"/>
                </a:lnTo>
                <a:lnTo>
                  <a:pt x="2819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9200" y="5156264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85292" y="0"/>
                </a:moveTo>
                <a:lnTo>
                  <a:pt x="41408" y="12251"/>
                </a:lnTo>
                <a:lnTo>
                  <a:pt x="11227" y="40255"/>
                </a:lnTo>
                <a:lnTo>
                  <a:pt x="0" y="76135"/>
                </a:lnTo>
                <a:lnTo>
                  <a:pt x="7" y="77348"/>
                </a:lnTo>
                <a:lnTo>
                  <a:pt x="10038" y="118422"/>
                </a:lnTo>
                <a:lnTo>
                  <a:pt x="36708" y="148614"/>
                </a:lnTo>
                <a:lnTo>
                  <a:pt x="76499" y="163899"/>
                </a:lnTo>
                <a:lnTo>
                  <a:pt x="92071" y="164985"/>
                </a:lnTo>
                <a:lnTo>
                  <a:pt x="106428" y="163455"/>
                </a:lnTo>
                <a:lnTo>
                  <a:pt x="143487" y="146991"/>
                </a:lnTo>
                <a:lnTo>
                  <a:pt x="168495" y="115092"/>
                </a:lnTo>
                <a:lnTo>
                  <a:pt x="177553" y="70809"/>
                </a:lnTo>
                <a:lnTo>
                  <a:pt x="175217" y="58833"/>
                </a:lnTo>
                <a:lnTo>
                  <a:pt x="154781" y="26345"/>
                </a:lnTo>
                <a:lnTo>
                  <a:pt x="117469" y="4735"/>
                </a:lnTo>
                <a:lnTo>
                  <a:pt x="85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9200" y="51435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88900" y="0"/>
                </a:moveTo>
                <a:lnTo>
                  <a:pt x="50800" y="12700"/>
                </a:lnTo>
                <a:lnTo>
                  <a:pt x="25400" y="25400"/>
                </a:lnTo>
                <a:lnTo>
                  <a:pt x="25400" y="38100"/>
                </a:lnTo>
                <a:lnTo>
                  <a:pt x="0" y="63500"/>
                </a:lnTo>
                <a:lnTo>
                  <a:pt x="0" y="127000"/>
                </a:lnTo>
                <a:lnTo>
                  <a:pt x="25400" y="152400"/>
                </a:lnTo>
                <a:lnTo>
                  <a:pt x="25400" y="165100"/>
                </a:lnTo>
                <a:lnTo>
                  <a:pt x="50800" y="177800"/>
                </a:lnTo>
                <a:lnTo>
                  <a:pt x="127000" y="177800"/>
                </a:lnTo>
                <a:lnTo>
                  <a:pt x="152400" y="165100"/>
                </a:lnTo>
                <a:lnTo>
                  <a:pt x="63500" y="165100"/>
                </a:lnTo>
                <a:lnTo>
                  <a:pt x="38100" y="139700"/>
                </a:lnTo>
                <a:lnTo>
                  <a:pt x="31750" y="127000"/>
                </a:lnTo>
                <a:lnTo>
                  <a:pt x="25400" y="127000"/>
                </a:lnTo>
                <a:lnTo>
                  <a:pt x="16933" y="101600"/>
                </a:lnTo>
                <a:lnTo>
                  <a:pt x="12700" y="101600"/>
                </a:lnTo>
                <a:lnTo>
                  <a:pt x="12700" y="88900"/>
                </a:lnTo>
                <a:lnTo>
                  <a:pt x="16933" y="88900"/>
                </a:lnTo>
                <a:lnTo>
                  <a:pt x="25400" y="63500"/>
                </a:lnTo>
                <a:lnTo>
                  <a:pt x="38100" y="38100"/>
                </a:lnTo>
                <a:lnTo>
                  <a:pt x="50800" y="38100"/>
                </a:lnTo>
                <a:lnTo>
                  <a:pt x="63500" y="25400"/>
                </a:lnTo>
                <a:lnTo>
                  <a:pt x="152400" y="25400"/>
                </a:lnTo>
                <a:lnTo>
                  <a:pt x="127000" y="12700"/>
                </a:lnTo>
                <a:lnTo>
                  <a:pt x="88900" y="0"/>
                </a:lnTo>
                <a:close/>
              </a:path>
              <a:path w="190500" h="177800">
                <a:moveTo>
                  <a:pt x="63500" y="152400"/>
                </a:moveTo>
                <a:lnTo>
                  <a:pt x="63500" y="165100"/>
                </a:lnTo>
                <a:lnTo>
                  <a:pt x="88900" y="165100"/>
                </a:lnTo>
                <a:lnTo>
                  <a:pt x="63500" y="152400"/>
                </a:lnTo>
                <a:close/>
              </a:path>
              <a:path w="190500" h="177800">
                <a:moveTo>
                  <a:pt x="127000" y="152400"/>
                </a:moveTo>
                <a:lnTo>
                  <a:pt x="88900" y="165100"/>
                </a:lnTo>
                <a:lnTo>
                  <a:pt x="114300" y="165100"/>
                </a:lnTo>
                <a:lnTo>
                  <a:pt x="127000" y="152400"/>
                </a:lnTo>
                <a:close/>
              </a:path>
              <a:path w="190500" h="177800">
                <a:moveTo>
                  <a:pt x="165100" y="114300"/>
                </a:moveTo>
                <a:lnTo>
                  <a:pt x="139700" y="139700"/>
                </a:lnTo>
                <a:lnTo>
                  <a:pt x="152400" y="139700"/>
                </a:lnTo>
                <a:lnTo>
                  <a:pt x="114300" y="165100"/>
                </a:lnTo>
                <a:lnTo>
                  <a:pt x="152400" y="165100"/>
                </a:lnTo>
                <a:lnTo>
                  <a:pt x="1524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65100" y="127000"/>
                </a:lnTo>
                <a:lnTo>
                  <a:pt x="165100" y="114300"/>
                </a:lnTo>
                <a:close/>
              </a:path>
              <a:path w="190500" h="177800">
                <a:moveTo>
                  <a:pt x="25400" y="114300"/>
                </a:moveTo>
                <a:lnTo>
                  <a:pt x="25400" y="127000"/>
                </a:lnTo>
                <a:lnTo>
                  <a:pt x="31750" y="127000"/>
                </a:lnTo>
                <a:lnTo>
                  <a:pt x="25400" y="114300"/>
                </a:lnTo>
                <a:close/>
              </a:path>
              <a:path w="190500" h="177800">
                <a:moveTo>
                  <a:pt x="165100" y="38100"/>
                </a:moveTo>
                <a:lnTo>
                  <a:pt x="139700" y="38100"/>
                </a:lnTo>
                <a:lnTo>
                  <a:pt x="165100" y="63500"/>
                </a:lnTo>
                <a:lnTo>
                  <a:pt x="165100" y="127000"/>
                </a:lnTo>
                <a:lnTo>
                  <a:pt x="177800" y="127000"/>
                </a:lnTo>
                <a:lnTo>
                  <a:pt x="190500" y="101600"/>
                </a:lnTo>
                <a:lnTo>
                  <a:pt x="190500" y="88900"/>
                </a:lnTo>
                <a:lnTo>
                  <a:pt x="165100" y="38100"/>
                </a:lnTo>
                <a:close/>
              </a:path>
              <a:path w="190500" h="177800">
                <a:moveTo>
                  <a:pt x="12700" y="88900"/>
                </a:moveTo>
                <a:lnTo>
                  <a:pt x="12700" y="101600"/>
                </a:lnTo>
                <a:lnTo>
                  <a:pt x="14816" y="95250"/>
                </a:lnTo>
                <a:lnTo>
                  <a:pt x="12700" y="88900"/>
                </a:lnTo>
                <a:close/>
              </a:path>
              <a:path w="190500" h="177800">
                <a:moveTo>
                  <a:pt x="14816" y="95250"/>
                </a:moveTo>
                <a:lnTo>
                  <a:pt x="12700" y="101600"/>
                </a:lnTo>
                <a:lnTo>
                  <a:pt x="16933" y="101600"/>
                </a:lnTo>
                <a:lnTo>
                  <a:pt x="14816" y="95250"/>
                </a:lnTo>
                <a:close/>
              </a:path>
              <a:path w="190500" h="177800">
                <a:moveTo>
                  <a:pt x="16933" y="88900"/>
                </a:moveTo>
                <a:lnTo>
                  <a:pt x="12700" y="88900"/>
                </a:lnTo>
                <a:lnTo>
                  <a:pt x="14816" y="95250"/>
                </a:lnTo>
                <a:lnTo>
                  <a:pt x="16933" y="88900"/>
                </a:lnTo>
                <a:close/>
              </a:path>
              <a:path w="190500" h="177800">
                <a:moveTo>
                  <a:pt x="5080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0800" y="38100"/>
                </a:lnTo>
                <a:close/>
              </a:path>
              <a:path w="190500" h="177800">
                <a:moveTo>
                  <a:pt x="152400" y="25400"/>
                </a:moveTo>
                <a:lnTo>
                  <a:pt x="114300" y="25400"/>
                </a:lnTo>
                <a:lnTo>
                  <a:pt x="152400" y="50800"/>
                </a:lnTo>
                <a:lnTo>
                  <a:pt x="139700" y="38100"/>
                </a:lnTo>
                <a:lnTo>
                  <a:pt x="165100" y="38100"/>
                </a:lnTo>
                <a:lnTo>
                  <a:pt x="1524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41600" y="5308664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85292" y="0"/>
                </a:moveTo>
                <a:lnTo>
                  <a:pt x="41408" y="12251"/>
                </a:lnTo>
                <a:lnTo>
                  <a:pt x="11227" y="40255"/>
                </a:lnTo>
                <a:lnTo>
                  <a:pt x="0" y="76135"/>
                </a:lnTo>
                <a:lnTo>
                  <a:pt x="7" y="77348"/>
                </a:lnTo>
                <a:lnTo>
                  <a:pt x="10038" y="118422"/>
                </a:lnTo>
                <a:lnTo>
                  <a:pt x="36708" y="148614"/>
                </a:lnTo>
                <a:lnTo>
                  <a:pt x="76499" y="163899"/>
                </a:lnTo>
                <a:lnTo>
                  <a:pt x="92071" y="164985"/>
                </a:lnTo>
                <a:lnTo>
                  <a:pt x="106428" y="163455"/>
                </a:lnTo>
                <a:lnTo>
                  <a:pt x="143487" y="146991"/>
                </a:lnTo>
                <a:lnTo>
                  <a:pt x="168495" y="115092"/>
                </a:lnTo>
                <a:lnTo>
                  <a:pt x="177553" y="70809"/>
                </a:lnTo>
                <a:lnTo>
                  <a:pt x="175217" y="58833"/>
                </a:lnTo>
                <a:lnTo>
                  <a:pt x="154781" y="26345"/>
                </a:lnTo>
                <a:lnTo>
                  <a:pt x="117469" y="4735"/>
                </a:lnTo>
                <a:lnTo>
                  <a:pt x="85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41600" y="52959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88900" y="0"/>
                </a:moveTo>
                <a:lnTo>
                  <a:pt x="50800" y="12700"/>
                </a:lnTo>
                <a:lnTo>
                  <a:pt x="25400" y="25400"/>
                </a:lnTo>
                <a:lnTo>
                  <a:pt x="25400" y="38100"/>
                </a:lnTo>
                <a:lnTo>
                  <a:pt x="0" y="63500"/>
                </a:lnTo>
                <a:lnTo>
                  <a:pt x="0" y="127000"/>
                </a:lnTo>
                <a:lnTo>
                  <a:pt x="25400" y="152400"/>
                </a:lnTo>
                <a:lnTo>
                  <a:pt x="25400" y="165100"/>
                </a:lnTo>
                <a:lnTo>
                  <a:pt x="50800" y="177800"/>
                </a:lnTo>
                <a:lnTo>
                  <a:pt x="127000" y="177800"/>
                </a:lnTo>
                <a:lnTo>
                  <a:pt x="152400" y="165100"/>
                </a:lnTo>
                <a:lnTo>
                  <a:pt x="63500" y="165100"/>
                </a:lnTo>
                <a:lnTo>
                  <a:pt x="38100" y="139700"/>
                </a:lnTo>
                <a:lnTo>
                  <a:pt x="31750" y="127000"/>
                </a:lnTo>
                <a:lnTo>
                  <a:pt x="25400" y="127000"/>
                </a:lnTo>
                <a:lnTo>
                  <a:pt x="16933" y="101600"/>
                </a:lnTo>
                <a:lnTo>
                  <a:pt x="12700" y="101600"/>
                </a:lnTo>
                <a:lnTo>
                  <a:pt x="12700" y="88900"/>
                </a:lnTo>
                <a:lnTo>
                  <a:pt x="16933" y="88900"/>
                </a:lnTo>
                <a:lnTo>
                  <a:pt x="25400" y="63500"/>
                </a:lnTo>
                <a:lnTo>
                  <a:pt x="38100" y="38100"/>
                </a:lnTo>
                <a:lnTo>
                  <a:pt x="50800" y="38100"/>
                </a:lnTo>
                <a:lnTo>
                  <a:pt x="63500" y="25400"/>
                </a:lnTo>
                <a:lnTo>
                  <a:pt x="152400" y="25400"/>
                </a:lnTo>
                <a:lnTo>
                  <a:pt x="127000" y="12700"/>
                </a:lnTo>
                <a:lnTo>
                  <a:pt x="88900" y="0"/>
                </a:lnTo>
                <a:close/>
              </a:path>
              <a:path w="190500" h="177800">
                <a:moveTo>
                  <a:pt x="63500" y="152400"/>
                </a:moveTo>
                <a:lnTo>
                  <a:pt x="63500" y="165100"/>
                </a:lnTo>
                <a:lnTo>
                  <a:pt x="88900" y="165100"/>
                </a:lnTo>
                <a:lnTo>
                  <a:pt x="63500" y="152400"/>
                </a:lnTo>
                <a:close/>
              </a:path>
              <a:path w="190500" h="177800">
                <a:moveTo>
                  <a:pt x="127000" y="152400"/>
                </a:moveTo>
                <a:lnTo>
                  <a:pt x="88900" y="165100"/>
                </a:lnTo>
                <a:lnTo>
                  <a:pt x="114300" y="165100"/>
                </a:lnTo>
                <a:lnTo>
                  <a:pt x="127000" y="152400"/>
                </a:lnTo>
                <a:close/>
              </a:path>
              <a:path w="190500" h="177800">
                <a:moveTo>
                  <a:pt x="165100" y="114300"/>
                </a:moveTo>
                <a:lnTo>
                  <a:pt x="139700" y="139700"/>
                </a:lnTo>
                <a:lnTo>
                  <a:pt x="152400" y="139700"/>
                </a:lnTo>
                <a:lnTo>
                  <a:pt x="114300" y="165100"/>
                </a:lnTo>
                <a:lnTo>
                  <a:pt x="152400" y="165100"/>
                </a:lnTo>
                <a:lnTo>
                  <a:pt x="1524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65100" y="127000"/>
                </a:lnTo>
                <a:lnTo>
                  <a:pt x="165100" y="114300"/>
                </a:lnTo>
                <a:close/>
              </a:path>
              <a:path w="190500" h="177800">
                <a:moveTo>
                  <a:pt x="25400" y="114300"/>
                </a:moveTo>
                <a:lnTo>
                  <a:pt x="25400" y="127000"/>
                </a:lnTo>
                <a:lnTo>
                  <a:pt x="31750" y="127000"/>
                </a:lnTo>
                <a:lnTo>
                  <a:pt x="25400" y="114300"/>
                </a:lnTo>
                <a:close/>
              </a:path>
              <a:path w="190500" h="177800">
                <a:moveTo>
                  <a:pt x="165100" y="38100"/>
                </a:moveTo>
                <a:lnTo>
                  <a:pt x="139700" y="38100"/>
                </a:lnTo>
                <a:lnTo>
                  <a:pt x="165100" y="63500"/>
                </a:lnTo>
                <a:lnTo>
                  <a:pt x="165100" y="127000"/>
                </a:lnTo>
                <a:lnTo>
                  <a:pt x="177800" y="127000"/>
                </a:lnTo>
                <a:lnTo>
                  <a:pt x="190500" y="101600"/>
                </a:lnTo>
                <a:lnTo>
                  <a:pt x="190500" y="88900"/>
                </a:lnTo>
                <a:lnTo>
                  <a:pt x="165100" y="38100"/>
                </a:lnTo>
                <a:close/>
              </a:path>
              <a:path w="190500" h="177800">
                <a:moveTo>
                  <a:pt x="12700" y="88900"/>
                </a:moveTo>
                <a:lnTo>
                  <a:pt x="12700" y="101600"/>
                </a:lnTo>
                <a:lnTo>
                  <a:pt x="14816" y="95250"/>
                </a:lnTo>
                <a:lnTo>
                  <a:pt x="12700" y="88900"/>
                </a:lnTo>
                <a:close/>
              </a:path>
              <a:path w="190500" h="177800">
                <a:moveTo>
                  <a:pt x="14816" y="95250"/>
                </a:moveTo>
                <a:lnTo>
                  <a:pt x="12700" y="101600"/>
                </a:lnTo>
                <a:lnTo>
                  <a:pt x="16933" y="101600"/>
                </a:lnTo>
                <a:lnTo>
                  <a:pt x="14816" y="95250"/>
                </a:lnTo>
                <a:close/>
              </a:path>
              <a:path w="190500" h="177800">
                <a:moveTo>
                  <a:pt x="16933" y="88900"/>
                </a:moveTo>
                <a:lnTo>
                  <a:pt x="12700" y="88900"/>
                </a:lnTo>
                <a:lnTo>
                  <a:pt x="14816" y="95250"/>
                </a:lnTo>
                <a:lnTo>
                  <a:pt x="16933" y="88900"/>
                </a:lnTo>
                <a:close/>
              </a:path>
              <a:path w="190500" h="177800">
                <a:moveTo>
                  <a:pt x="5080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0800" y="38100"/>
                </a:lnTo>
                <a:close/>
              </a:path>
              <a:path w="190500" h="177800">
                <a:moveTo>
                  <a:pt x="152400" y="25400"/>
                </a:moveTo>
                <a:lnTo>
                  <a:pt x="114300" y="25400"/>
                </a:lnTo>
                <a:lnTo>
                  <a:pt x="152400" y="50800"/>
                </a:lnTo>
                <a:lnTo>
                  <a:pt x="139700" y="38100"/>
                </a:lnTo>
                <a:lnTo>
                  <a:pt x="165100" y="38100"/>
                </a:lnTo>
                <a:lnTo>
                  <a:pt x="1524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46300" y="5157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46300" y="5156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51100" y="5538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51100" y="5537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22500" y="5461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22500" y="54610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17900" y="40903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17900" y="40894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41700" y="4699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41700" y="46990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13100" y="4395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13100" y="4394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17900" y="4395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17900" y="4394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84500" y="5157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84500" y="5156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98700" y="48523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98700" y="48514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56100" y="60715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56100" y="60706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03700" y="5842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03700" y="58420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75100" y="60715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75100" y="60706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25700" y="17145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76200" y="9906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33866" y="635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3866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33866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50800"/>
                </a:lnTo>
                <a:lnTo>
                  <a:pt x="45719" y="45720"/>
                </a:lnTo>
                <a:lnTo>
                  <a:pt x="50800" y="38100"/>
                </a:lnTo>
                <a:close/>
              </a:path>
              <a:path w="571500" h="1016000">
                <a:moveTo>
                  <a:pt x="45719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19" y="45720"/>
                </a:lnTo>
                <a:close/>
              </a:path>
              <a:path w="571500" h="1016000">
                <a:moveTo>
                  <a:pt x="57150" y="38100"/>
                </a:moveTo>
                <a:lnTo>
                  <a:pt x="50800" y="38100"/>
                </a:lnTo>
                <a:lnTo>
                  <a:pt x="45719" y="45720"/>
                </a:lnTo>
                <a:lnTo>
                  <a:pt x="57150" y="38100"/>
                </a:lnTo>
                <a:close/>
              </a:path>
              <a:path w="571500" h="1016000">
                <a:moveTo>
                  <a:pt x="571500" y="63500"/>
                </a:move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52500"/>
                </a:lnTo>
                <a:lnTo>
                  <a:pt x="571500" y="63500"/>
                </a:lnTo>
                <a:close/>
              </a:path>
              <a:path w="571500" h="1016000">
                <a:moveTo>
                  <a:pt x="554566" y="38100"/>
                </a:moveTo>
                <a:lnTo>
                  <a:pt x="533400" y="38100"/>
                </a:lnTo>
                <a:lnTo>
                  <a:pt x="546100" y="76200"/>
                </a:lnTo>
                <a:lnTo>
                  <a:pt x="546100" y="63500"/>
                </a:lnTo>
                <a:lnTo>
                  <a:pt x="571500" y="63500"/>
                </a:lnTo>
                <a:lnTo>
                  <a:pt x="554566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33400" y="38100"/>
                </a:lnTo>
                <a:lnTo>
                  <a:pt x="554566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540000" y="19240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540000" y="20637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540000" y="2184400"/>
            <a:ext cx="368300" cy="50800"/>
          </a:xfrm>
          <a:custGeom>
            <a:avLst/>
            <a:gdLst/>
            <a:ahLst/>
            <a:cxnLst/>
            <a:rect l="l" t="t" r="r" b="b"/>
            <a:pathLst>
              <a:path w="368300" h="50800">
                <a:moveTo>
                  <a:pt x="0" y="0"/>
                </a:moveTo>
                <a:lnTo>
                  <a:pt x="0" y="38100"/>
                </a:lnTo>
                <a:lnTo>
                  <a:pt x="368300" y="50800"/>
                </a:lnTo>
                <a:lnTo>
                  <a:pt x="3683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40000" y="23558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540000" y="25082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115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19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19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19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19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258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25800" y="20764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25800" y="22161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25800" y="23685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225800" y="25209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7973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20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20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20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20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9116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911600" y="20764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911600" y="22161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11600" y="23685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911600" y="25209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18200" y="1270000"/>
            <a:ext cx="76200" cy="3276600"/>
          </a:xfrm>
          <a:custGeom>
            <a:avLst/>
            <a:gdLst/>
            <a:ahLst/>
            <a:cxnLst/>
            <a:rect l="l" t="t" r="r" b="b"/>
            <a:pathLst>
              <a:path w="76200" h="3276600">
                <a:moveTo>
                  <a:pt x="50800" y="63500"/>
                </a:moveTo>
                <a:lnTo>
                  <a:pt x="38100" y="63500"/>
                </a:lnTo>
                <a:lnTo>
                  <a:pt x="38100" y="3276600"/>
                </a:lnTo>
                <a:lnTo>
                  <a:pt x="50800" y="3276600"/>
                </a:lnTo>
                <a:lnTo>
                  <a:pt x="50800" y="63500"/>
                </a:lnTo>
                <a:close/>
              </a:path>
              <a:path w="76200" h="3276600">
                <a:moveTo>
                  <a:pt x="38100" y="0"/>
                </a:moveTo>
                <a:lnTo>
                  <a:pt x="0" y="76200"/>
                </a:lnTo>
                <a:lnTo>
                  <a:pt x="38100" y="76200"/>
                </a:lnTo>
                <a:lnTo>
                  <a:pt x="381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2766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56300" y="4508500"/>
            <a:ext cx="3810000" cy="76200"/>
          </a:xfrm>
          <a:custGeom>
            <a:avLst/>
            <a:gdLst/>
            <a:ahLst/>
            <a:cxnLst/>
            <a:rect l="l" t="t" r="r" b="b"/>
            <a:pathLst>
              <a:path w="3810000" h="76200">
                <a:moveTo>
                  <a:pt x="3733800" y="0"/>
                </a:moveTo>
                <a:lnTo>
                  <a:pt x="3733800" y="76200"/>
                </a:lnTo>
                <a:lnTo>
                  <a:pt x="3784600" y="50800"/>
                </a:lnTo>
                <a:lnTo>
                  <a:pt x="3746500" y="50800"/>
                </a:lnTo>
                <a:lnTo>
                  <a:pt x="3746500" y="25400"/>
                </a:lnTo>
                <a:lnTo>
                  <a:pt x="3784600" y="25400"/>
                </a:lnTo>
                <a:lnTo>
                  <a:pt x="3733800" y="0"/>
                </a:lnTo>
                <a:close/>
              </a:path>
              <a:path w="3810000" h="76200">
                <a:moveTo>
                  <a:pt x="37338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733800" y="50800"/>
                </a:lnTo>
                <a:lnTo>
                  <a:pt x="3733800" y="25400"/>
                </a:lnTo>
                <a:close/>
              </a:path>
              <a:path w="3810000" h="76200">
                <a:moveTo>
                  <a:pt x="3784600" y="25400"/>
                </a:moveTo>
                <a:lnTo>
                  <a:pt x="3746500" y="25400"/>
                </a:lnTo>
                <a:lnTo>
                  <a:pt x="3746500" y="50800"/>
                </a:lnTo>
                <a:lnTo>
                  <a:pt x="3784600" y="50800"/>
                </a:lnTo>
                <a:lnTo>
                  <a:pt x="3810000" y="38100"/>
                </a:lnTo>
                <a:lnTo>
                  <a:pt x="37846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56300" y="2870200"/>
            <a:ext cx="2819400" cy="1689100"/>
          </a:xfrm>
          <a:custGeom>
            <a:avLst/>
            <a:gdLst/>
            <a:ahLst/>
            <a:cxnLst/>
            <a:rect l="l" t="t" r="r" b="b"/>
            <a:pathLst>
              <a:path w="2819400" h="1689100">
                <a:moveTo>
                  <a:pt x="2761102" y="29836"/>
                </a:moveTo>
                <a:lnTo>
                  <a:pt x="0" y="1663700"/>
                </a:lnTo>
                <a:lnTo>
                  <a:pt x="12700" y="1689100"/>
                </a:lnTo>
                <a:lnTo>
                  <a:pt x="2770075" y="44793"/>
                </a:lnTo>
                <a:lnTo>
                  <a:pt x="2761102" y="29836"/>
                </a:lnTo>
                <a:close/>
              </a:path>
              <a:path w="2819400" h="1689100">
                <a:moveTo>
                  <a:pt x="2804159" y="25400"/>
                </a:moveTo>
                <a:lnTo>
                  <a:pt x="2768600" y="25400"/>
                </a:lnTo>
                <a:lnTo>
                  <a:pt x="2781300" y="38100"/>
                </a:lnTo>
                <a:lnTo>
                  <a:pt x="2770075" y="44793"/>
                </a:lnTo>
                <a:lnTo>
                  <a:pt x="2781300" y="63500"/>
                </a:lnTo>
                <a:lnTo>
                  <a:pt x="2804159" y="25400"/>
                </a:lnTo>
                <a:close/>
              </a:path>
              <a:path w="2819400" h="1689100">
                <a:moveTo>
                  <a:pt x="2768600" y="25400"/>
                </a:moveTo>
                <a:lnTo>
                  <a:pt x="2761102" y="29836"/>
                </a:lnTo>
                <a:lnTo>
                  <a:pt x="2770075" y="44793"/>
                </a:lnTo>
                <a:lnTo>
                  <a:pt x="2781300" y="38100"/>
                </a:lnTo>
                <a:lnTo>
                  <a:pt x="2768600" y="25400"/>
                </a:lnTo>
                <a:close/>
              </a:path>
              <a:path w="2819400" h="1689100">
                <a:moveTo>
                  <a:pt x="2819400" y="0"/>
                </a:moveTo>
                <a:lnTo>
                  <a:pt x="2743200" y="0"/>
                </a:lnTo>
                <a:lnTo>
                  <a:pt x="2761102" y="29836"/>
                </a:lnTo>
                <a:lnTo>
                  <a:pt x="2768600" y="25400"/>
                </a:lnTo>
                <a:lnTo>
                  <a:pt x="2804159" y="25400"/>
                </a:lnTo>
                <a:lnTo>
                  <a:pt x="2819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908800" y="3098864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85292" y="0"/>
                </a:moveTo>
                <a:lnTo>
                  <a:pt x="41408" y="12251"/>
                </a:lnTo>
                <a:lnTo>
                  <a:pt x="11227" y="40255"/>
                </a:lnTo>
                <a:lnTo>
                  <a:pt x="0" y="76135"/>
                </a:lnTo>
                <a:lnTo>
                  <a:pt x="7" y="77348"/>
                </a:lnTo>
                <a:lnTo>
                  <a:pt x="10038" y="118422"/>
                </a:lnTo>
                <a:lnTo>
                  <a:pt x="36708" y="148614"/>
                </a:lnTo>
                <a:lnTo>
                  <a:pt x="76499" y="163899"/>
                </a:lnTo>
                <a:lnTo>
                  <a:pt x="92071" y="164985"/>
                </a:lnTo>
                <a:lnTo>
                  <a:pt x="106428" y="163455"/>
                </a:lnTo>
                <a:lnTo>
                  <a:pt x="143487" y="146991"/>
                </a:lnTo>
                <a:lnTo>
                  <a:pt x="168495" y="115092"/>
                </a:lnTo>
                <a:lnTo>
                  <a:pt x="177553" y="70809"/>
                </a:lnTo>
                <a:lnTo>
                  <a:pt x="175217" y="58833"/>
                </a:lnTo>
                <a:lnTo>
                  <a:pt x="154781" y="26345"/>
                </a:lnTo>
                <a:lnTo>
                  <a:pt x="117469" y="4735"/>
                </a:lnTo>
                <a:lnTo>
                  <a:pt x="85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061200" y="3251264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85292" y="0"/>
                </a:moveTo>
                <a:lnTo>
                  <a:pt x="41408" y="12251"/>
                </a:lnTo>
                <a:lnTo>
                  <a:pt x="11227" y="40255"/>
                </a:lnTo>
                <a:lnTo>
                  <a:pt x="0" y="76135"/>
                </a:lnTo>
                <a:lnTo>
                  <a:pt x="7" y="77348"/>
                </a:lnTo>
                <a:lnTo>
                  <a:pt x="10038" y="118422"/>
                </a:lnTo>
                <a:lnTo>
                  <a:pt x="36708" y="148614"/>
                </a:lnTo>
                <a:lnTo>
                  <a:pt x="76499" y="163899"/>
                </a:lnTo>
                <a:lnTo>
                  <a:pt x="92071" y="164985"/>
                </a:lnTo>
                <a:lnTo>
                  <a:pt x="106428" y="163455"/>
                </a:lnTo>
                <a:lnTo>
                  <a:pt x="143487" y="146991"/>
                </a:lnTo>
                <a:lnTo>
                  <a:pt x="168495" y="115092"/>
                </a:lnTo>
                <a:lnTo>
                  <a:pt x="177553" y="70809"/>
                </a:lnTo>
                <a:lnTo>
                  <a:pt x="175217" y="58833"/>
                </a:lnTo>
                <a:lnTo>
                  <a:pt x="154781" y="26345"/>
                </a:lnTo>
                <a:lnTo>
                  <a:pt x="117469" y="4735"/>
                </a:lnTo>
                <a:lnTo>
                  <a:pt x="85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565900" y="30997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870700" y="34807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642100" y="34045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937500" y="2032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30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861300" y="26425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30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32700" y="23377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30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937500" y="23377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30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404100" y="30997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718300" y="2794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30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775700" y="4014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623300" y="37855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394700" y="4014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879600" y="251337"/>
            <a:ext cx="651510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15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3200" b="1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135" dirty="0">
                <a:solidFill>
                  <a:schemeClr val="bg1"/>
                </a:solidFill>
                <a:latin typeface="Arial"/>
                <a:cs typeface="Arial"/>
              </a:rPr>
              <a:t>б</a:t>
            </a:r>
            <a:r>
              <a:rPr sz="3200" b="1" spc="-100" dirty="0">
                <a:solidFill>
                  <a:schemeClr val="bg1"/>
                </a:solidFill>
                <a:latin typeface="Arial"/>
                <a:cs typeface="Arial"/>
              </a:rPr>
              <a:t>у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ч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л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-100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ар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я</a:t>
            </a:r>
          </a:p>
        </p:txBody>
      </p:sp>
      <p:sp>
        <p:nvSpPr>
          <p:cNvPr id="75" name="object 75"/>
          <p:cNvSpPr/>
          <p:nvPr/>
        </p:nvSpPr>
        <p:spPr>
          <a:xfrm>
            <a:off x="5575300" y="5918200"/>
            <a:ext cx="1612900" cy="152400"/>
          </a:xfrm>
          <a:custGeom>
            <a:avLst/>
            <a:gdLst/>
            <a:ahLst/>
            <a:cxnLst/>
            <a:rect l="l" t="t" r="r" b="b"/>
            <a:pathLst>
              <a:path w="1612900" h="152400">
                <a:moveTo>
                  <a:pt x="0" y="152400"/>
                </a:moveTo>
                <a:lnTo>
                  <a:pt x="1612900" y="152400"/>
                </a:lnTo>
                <a:lnTo>
                  <a:pt x="16129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708900" y="4775200"/>
            <a:ext cx="457200" cy="1219200"/>
          </a:xfrm>
          <a:custGeom>
            <a:avLst/>
            <a:gdLst/>
            <a:ahLst/>
            <a:cxnLst/>
            <a:rect l="l" t="t" r="r" b="b"/>
            <a:pathLst>
              <a:path w="457200" h="1219200">
                <a:moveTo>
                  <a:pt x="304800" y="381000"/>
                </a:moveTo>
                <a:lnTo>
                  <a:pt x="152400" y="381000"/>
                </a:lnTo>
                <a:lnTo>
                  <a:pt x="152400" y="1219200"/>
                </a:lnTo>
                <a:lnTo>
                  <a:pt x="304800" y="1219200"/>
                </a:lnTo>
                <a:lnTo>
                  <a:pt x="304800" y="381000"/>
                </a:lnTo>
                <a:close/>
              </a:path>
              <a:path w="457200" h="1219200">
                <a:moveTo>
                  <a:pt x="228600" y="0"/>
                </a:moveTo>
                <a:lnTo>
                  <a:pt x="0" y="457200"/>
                </a:lnTo>
                <a:lnTo>
                  <a:pt x="152400" y="457200"/>
                </a:lnTo>
                <a:lnTo>
                  <a:pt x="152400" y="381000"/>
                </a:lnTo>
                <a:lnTo>
                  <a:pt x="419100" y="381000"/>
                </a:lnTo>
                <a:lnTo>
                  <a:pt x="228600" y="0"/>
                </a:lnTo>
                <a:close/>
              </a:path>
              <a:path w="457200" h="1219200">
                <a:moveTo>
                  <a:pt x="419100" y="381000"/>
                </a:moveTo>
                <a:lnTo>
                  <a:pt x="304800" y="381000"/>
                </a:lnTo>
                <a:lnTo>
                  <a:pt x="304800" y="457200"/>
                </a:lnTo>
                <a:lnTo>
                  <a:pt x="457200" y="457200"/>
                </a:lnTo>
                <a:lnTo>
                  <a:pt x="419100" y="381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188200" y="5702300"/>
            <a:ext cx="2705100" cy="520700"/>
          </a:xfrm>
          <a:custGeom>
            <a:avLst/>
            <a:gdLst/>
            <a:ahLst/>
            <a:cxnLst/>
            <a:rect l="l" t="t" r="r" b="b"/>
            <a:pathLst>
              <a:path w="2705100" h="520700">
                <a:moveTo>
                  <a:pt x="0" y="520700"/>
                </a:moveTo>
                <a:lnTo>
                  <a:pt x="2705100" y="520700"/>
                </a:lnTo>
                <a:lnTo>
                  <a:pt x="27051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162800" y="5676900"/>
            <a:ext cx="2743200" cy="558800"/>
          </a:xfrm>
          <a:custGeom>
            <a:avLst/>
            <a:gdLst/>
            <a:ahLst/>
            <a:cxnLst/>
            <a:rect l="l" t="t" r="r" b="b"/>
            <a:pathLst>
              <a:path w="2743200" h="558800">
                <a:moveTo>
                  <a:pt x="2743200" y="0"/>
                </a:moveTo>
                <a:lnTo>
                  <a:pt x="0" y="0"/>
                </a:lnTo>
                <a:lnTo>
                  <a:pt x="0" y="558800"/>
                </a:lnTo>
                <a:lnTo>
                  <a:pt x="2743200" y="558800"/>
                </a:lnTo>
                <a:lnTo>
                  <a:pt x="2743200" y="546100"/>
                </a:lnTo>
                <a:lnTo>
                  <a:pt x="38100" y="546100"/>
                </a:lnTo>
                <a:lnTo>
                  <a:pt x="25400" y="520700"/>
                </a:lnTo>
                <a:lnTo>
                  <a:pt x="38100" y="520700"/>
                </a:lnTo>
                <a:lnTo>
                  <a:pt x="38100" y="38100"/>
                </a:lnTo>
                <a:lnTo>
                  <a:pt x="25400" y="38100"/>
                </a:lnTo>
                <a:lnTo>
                  <a:pt x="38100" y="25400"/>
                </a:lnTo>
                <a:lnTo>
                  <a:pt x="2743200" y="25400"/>
                </a:lnTo>
                <a:lnTo>
                  <a:pt x="2743200" y="0"/>
                </a:lnTo>
                <a:close/>
              </a:path>
              <a:path w="2743200" h="558800">
                <a:moveTo>
                  <a:pt x="38100" y="520700"/>
                </a:moveTo>
                <a:lnTo>
                  <a:pt x="25400" y="520700"/>
                </a:lnTo>
                <a:lnTo>
                  <a:pt x="38100" y="546100"/>
                </a:lnTo>
                <a:lnTo>
                  <a:pt x="38100" y="520700"/>
                </a:lnTo>
                <a:close/>
              </a:path>
              <a:path w="2743200" h="558800">
                <a:moveTo>
                  <a:pt x="2717800" y="520700"/>
                </a:moveTo>
                <a:lnTo>
                  <a:pt x="38100" y="520700"/>
                </a:lnTo>
                <a:lnTo>
                  <a:pt x="38100" y="546100"/>
                </a:lnTo>
                <a:lnTo>
                  <a:pt x="2717800" y="546100"/>
                </a:lnTo>
                <a:lnTo>
                  <a:pt x="2717800" y="520700"/>
                </a:lnTo>
                <a:close/>
              </a:path>
              <a:path w="2743200" h="558800">
                <a:moveTo>
                  <a:pt x="2717800" y="25400"/>
                </a:moveTo>
                <a:lnTo>
                  <a:pt x="2717800" y="546100"/>
                </a:lnTo>
                <a:lnTo>
                  <a:pt x="2730500" y="520700"/>
                </a:lnTo>
                <a:lnTo>
                  <a:pt x="2743200" y="520700"/>
                </a:lnTo>
                <a:lnTo>
                  <a:pt x="2743200" y="38100"/>
                </a:lnTo>
                <a:lnTo>
                  <a:pt x="2730500" y="38100"/>
                </a:lnTo>
                <a:lnTo>
                  <a:pt x="2717800" y="25400"/>
                </a:lnTo>
                <a:close/>
              </a:path>
              <a:path w="2743200" h="558800">
                <a:moveTo>
                  <a:pt x="2743200" y="520700"/>
                </a:moveTo>
                <a:lnTo>
                  <a:pt x="2730500" y="520700"/>
                </a:lnTo>
                <a:lnTo>
                  <a:pt x="2717800" y="546100"/>
                </a:lnTo>
                <a:lnTo>
                  <a:pt x="2743200" y="546100"/>
                </a:lnTo>
                <a:lnTo>
                  <a:pt x="2743200" y="520700"/>
                </a:lnTo>
                <a:close/>
              </a:path>
              <a:path w="2743200" h="558800">
                <a:moveTo>
                  <a:pt x="38100" y="25400"/>
                </a:moveTo>
                <a:lnTo>
                  <a:pt x="25400" y="38100"/>
                </a:lnTo>
                <a:lnTo>
                  <a:pt x="38100" y="38100"/>
                </a:lnTo>
                <a:lnTo>
                  <a:pt x="38100" y="25400"/>
                </a:lnTo>
                <a:close/>
              </a:path>
              <a:path w="2743200" h="558800">
                <a:moveTo>
                  <a:pt x="2717800" y="25400"/>
                </a:moveTo>
                <a:lnTo>
                  <a:pt x="38100" y="25400"/>
                </a:lnTo>
                <a:lnTo>
                  <a:pt x="38100" y="38100"/>
                </a:lnTo>
                <a:lnTo>
                  <a:pt x="2717800" y="38100"/>
                </a:lnTo>
                <a:lnTo>
                  <a:pt x="2717800" y="25400"/>
                </a:lnTo>
                <a:close/>
              </a:path>
              <a:path w="2743200" h="558800">
                <a:moveTo>
                  <a:pt x="2743200" y="25400"/>
                </a:moveTo>
                <a:lnTo>
                  <a:pt x="2717800" y="25400"/>
                </a:lnTo>
                <a:lnTo>
                  <a:pt x="2730500" y="38100"/>
                </a:lnTo>
                <a:lnTo>
                  <a:pt x="2743200" y="38100"/>
                </a:lnTo>
                <a:lnTo>
                  <a:pt x="2743200" y="254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251700" y="5727700"/>
            <a:ext cx="251714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35" dirty="0">
                <a:latin typeface="Arial"/>
                <a:cs typeface="Arial"/>
              </a:rPr>
              <a:t>Кл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dirty="0">
                <a:latin typeface="Arial"/>
                <a:cs typeface="Arial"/>
              </a:rPr>
              <a:t>с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15" dirty="0">
                <a:latin typeface="Arial"/>
                <a:cs typeface="Arial"/>
              </a:rPr>
              <a:t>з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5" dirty="0">
                <a:latin typeface="Arial"/>
                <a:cs typeface="Arial"/>
              </a:rPr>
              <a:t>ц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dirty="0">
                <a:latin typeface="Arial"/>
                <a:cs typeface="Arial"/>
              </a:rPr>
              <a:t>я</a:t>
            </a:r>
            <a:endParaRPr sz="28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425700" y="17145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76200" y="9906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33866" y="635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3866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33866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50800"/>
                </a:lnTo>
                <a:lnTo>
                  <a:pt x="45719" y="45720"/>
                </a:lnTo>
                <a:lnTo>
                  <a:pt x="50800" y="38100"/>
                </a:lnTo>
                <a:close/>
              </a:path>
              <a:path w="571500" h="1016000">
                <a:moveTo>
                  <a:pt x="45719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19" y="45720"/>
                </a:lnTo>
                <a:close/>
              </a:path>
              <a:path w="571500" h="1016000">
                <a:moveTo>
                  <a:pt x="57150" y="38100"/>
                </a:moveTo>
                <a:lnTo>
                  <a:pt x="50800" y="38100"/>
                </a:lnTo>
                <a:lnTo>
                  <a:pt x="45719" y="45720"/>
                </a:lnTo>
                <a:lnTo>
                  <a:pt x="57150" y="38100"/>
                </a:lnTo>
                <a:close/>
              </a:path>
              <a:path w="571500" h="1016000">
                <a:moveTo>
                  <a:pt x="571500" y="63500"/>
                </a:move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52500"/>
                </a:lnTo>
                <a:lnTo>
                  <a:pt x="571500" y="63500"/>
                </a:lnTo>
                <a:close/>
              </a:path>
              <a:path w="571500" h="1016000">
                <a:moveTo>
                  <a:pt x="554566" y="38100"/>
                </a:moveTo>
                <a:lnTo>
                  <a:pt x="533400" y="38100"/>
                </a:lnTo>
                <a:lnTo>
                  <a:pt x="546100" y="76200"/>
                </a:lnTo>
                <a:lnTo>
                  <a:pt x="546100" y="63500"/>
                </a:lnTo>
                <a:lnTo>
                  <a:pt x="571500" y="63500"/>
                </a:lnTo>
                <a:lnTo>
                  <a:pt x="554566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33400" y="38100"/>
                </a:lnTo>
                <a:lnTo>
                  <a:pt x="554566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540000" y="2184400"/>
            <a:ext cx="368300" cy="50800"/>
          </a:xfrm>
          <a:custGeom>
            <a:avLst/>
            <a:gdLst/>
            <a:ahLst/>
            <a:cxnLst/>
            <a:rect l="l" t="t" r="r" b="b"/>
            <a:pathLst>
              <a:path w="368300" h="50800">
                <a:moveTo>
                  <a:pt x="0" y="0"/>
                </a:moveTo>
                <a:lnTo>
                  <a:pt x="0" y="38100"/>
                </a:lnTo>
                <a:lnTo>
                  <a:pt x="368300" y="50800"/>
                </a:lnTo>
                <a:lnTo>
                  <a:pt x="3683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1115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19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19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19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19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2258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7973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20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20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20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20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9116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495800" y="1854200"/>
            <a:ext cx="43180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000099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2832100" y="2870200"/>
            <a:ext cx="457200" cy="990600"/>
          </a:xfrm>
          <a:custGeom>
            <a:avLst/>
            <a:gdLst/>
            <a:ahLst/>
            <a:cxnLst/>
            <a:rect l="l" t="t" r="r" b="b"/>
            <a:pathLst>
              <a:path w="457200" h="990600">
                <a:moveTo>
                  <a:pt x="152400" y="533400"/>
                </a:moveTo>
                <a:lnTo>
                  <a:pt x="0" y="533400"/>
                </a:lnTo>
                <a:lnTo>
                  <a:pt x="228600" y="990600"/>
                </a:lnTo>
                <a:lnTo>
                  <a:pt x="419100" y="609600"/>
                </a:lnTo>
                <a:lnTo>
                  <a:pt x="152400" y="609600"/>
                </a:lnTo>
                <a:lnTo>
                  <a:pt x="152400" y="533400"/>
                </a:lnTo>
                <a:close/>
              </a:path>
              <a:path w="457200" h="990600">
                <a:moveTo>
                  <a:pt x="304800" y="0"/>
                </a:moveTo>
                <a:lnTo>
                  <a:pt x="152400" y="0"/>
                </a:lnTo>
                <a:lnTo>
                  <a:pt x="152400" y="609600"/>
                </a:lnTo>
                <a:lnTo>
                  <a:pt x="304800" y="609600"/>
                </a:lnTo>
                <a:lnTo>
                  <a:pt x="304800" y="0"/>
                </a:lnTo>
                <a:close/>
              </a:path>
              <a:path w="457200" h="990600">
                <a:moveTo>
                  <a:pt x="457200" y="533400"/>
                </a:moveTo>
                <a:lnTo>
                  <a:pt x="304800" y="533400"/>
                </a:lnTo>
                <a:lnTo>
                  <a:pt x="304800" y="609600"/>
                </a:lnTo>
                <a:lnTo>
                  <a:pt x="419100" y="609600"/>
                </a:lnTo>
                <a:lnTo>
                  <a:pt x="457200" y="5334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5300" y="17145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63500"/>
                </a:lnTo>
                <a:lnTo>
                  <a:pt x="0" y="9525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381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29633" y="63500"/>
                </a:lnTo>
                <a:lnTo>
                  <a:pt x="38100" y="38100"/>
                </a:lnTo>
                <a:lnTo>
                  <a:pt x="50800" y="381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29633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29633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0800" y="38100"/>
                </a:lnTo>
                <a:close/>
              </a:path>
              <a:path w="571500" h="1016000">
                <a:moveTo>
                  <a:pt x="558800" y="63500"/>
                </a:moveTo>
                <a:lnTo>
                  <a:pt x="546100" y="63500"/>
                </a:lnTo>
                <a:lnTo>
                  <a:pt x="546100" y="952500"/>
                </a:lnTo>
                <a:lnTo>
                  <a:pt x="520700" y="977900"/>
                </a:lnTo>
                <a:lnTo>
                  <a:pt x="533400" y="977900"/>
                </a:lnTo>
                <a:lnTo>
                  <a:pt x="495300" y="9906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14400"/>
                </a:lnTo>
                <a:lnTo>
                  <a:pt x="571500" y="101600"/>
                </a:lnTo>
                <a:lnTo>
                  <a:pt x="558800" y="63500"/>
                </a:lnTo>
                <a:close/>
              </a:path>
              <a:path w="571500" h="1016000">
                <a:moveTo>
                  <a:pt x="525780" y="45720"/>
                </a:moveTo>
                <a:lnTo>
                  <a:pt x="546100" y="76200"/>
                </a:lnTo>
                <a:lnTo>
                  <a:pt x="546100" y="63500"/>
                </a:lnTo>
                <a:lnTo>
                  <a:pt x="558800" y="63500"/>
                </a:lnTo>
                <a:lnTo>
                  <a:pt x="554566" y="50800"/>
                </a:lnTo>
                <a:lnTo>
                  <a:pt x="533400" y="50800"/>
                </a:lnTo>
                <a:lnTo>
                  <a:pt x="525780" y="45720"/>
                </a:lnTo>
                <a:close/>
              </a:path>
              <a:path w="571500" h="1016000">
                <a:moveTo>
                  <a:pt x="520700" y="38100"/>
                </a:moveTo>
                <a:lnTo>
                  <a:pt x="525780" y="45720"/>
                </a:lnTo>
                <a:lnTo>
                  <a:pt x="533400" y="50800"/>
                </a:lnTo>
                <a:lnTo>
                  <a:pt x="520700" y="38100"/>
                </a:lnTo>
                <a:close/>
              </a:path>
              <a:path w="571500" h="1016000">
                <a:moveTo>
                  <a:pt x="550333" y="38100"/>
                </a:moveTo>
                <a:lnTo>
                  <a:pt x="520700" y="38100"/>
                </a:lnTo>
                <a:lnTo>
                  <a:pt x="533400" y="50800"/>
                </a:lnTo>
                <a:lnTo>
                  <a:pt x="554566" y="50800"/>
                </a:lnTo>
                <a:lnTo>
                  <a:pt x="550333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495300" y="25400"/>
                </a:lnTo>
                <a:lnTo>
                  <a:pt x="525780" y="45720"/>
                </a:lnTo>
                <a:lnTo>
                  <a:pt x="520700" y="38100"/>
                </a:lnTo>
                <a:lnTo>
                  <a:pt x="550333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79600" y="19240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79600" y="20637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9600" y="21844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79600" y="23558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79600" y="25082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98600" y="3556000"/>
            <a:ext cx="76200" cy="3048000"/>
          </a:xfrm>
          <a:custGeom>
            <a:avLst/>
            <a:gdLst/>
            <a:ahLst/>
            <a:cxnLst/>
            <a:rect l="l" t="t" r="r" b="b"/>
            <a:pathLst>
              <a:path w="76200" h="3048000">
                <a:moveTo>
                  <a:pt x="50800" y="63500"/>
                </a:moveTo>
                <a:lnTo>
                  <a:pt x="38100" y="63500"/>
                </a:lnTo>
                <a:lnTo>
                  <a:pt x="38100" y="3048000"/>
                </a:lnTo>
                <a:lnTo>
                  <a:pt x="50800" y="3048000"/>
                </a:lnTo>
                <a:lnTo>
                  <a:pt x="50800" y="63500"/>
                </a:lnTo>
                <a:close/>
              </a:path>
              <a:path w="76200" h="3048000">
                <a:moveTo>
                  <a:pt x="38100" y="0"/>
                </a:moveTo>
                <a:lnTo>
                  <a:pt x="0" y="76200"/>
                </a:lnTo>
                <a:lnTo>
                  <a:pt x="38100" y="76200"/>
                </a:lnTo>
                <a:lnTo>
                  <a:pt x="381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6700" y="6565900"/>
            <a:ext cx="3810000" cy="76200"/>
          </a:xfrm>
          <a:custGeom>
            <a:avLst/>
            <a:gdLst/>
            <a:ahLst/>
            <a:cxnLst/>
            <a:rect l="l" t="t" r="r" b="b"/>
            <a:pathLst>
              <a:path w="3810000" h="76200">
                <a:moveTo>
                  <a:pt x="3733800" y="0"/>
                </a:moveTo>
                <a:lnTo>
                  <a:pt x="3733800" y="76200"/>
                </a:lnTo>
                <a:lnTo>
                  <a:pt x="3784600" y="50800"/>
                </a:lnTo>
                <a:lnTo>
                  <a:pt x="3746500" y="50800"/>
                </a:lnTo>
                <a:lnTo>
                  <a:pt x="3746500" y="25400"/>
                </a:lnTo>
                <a:lnTo>
                  <a:pt x="3784600" y="25400"/>
                </a:lnTo>
                <a:lnTo>
                  <a:pt x="3733800" y="0"/>
                </a:lnTo>
                <a:close/>
              </a:path>
              <a:path w="3810000" h="76200">
                <a:moveTo>
                  <a:pt x="37338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733800" y="50800"/>
                </a:lnTo>
                <a:lnTo>
                  <a:pt x="3733800" y="25400"/>
                </a:lnTo>
                <a:close/>
              </a:path>
              <a:path w="3810000" h="76200">
                <a:moveTo>
                  <a:pt x="3784600" y="25400"/>
                </a:moveTo>
                <a:lnTo>
                  <a:pt x="3746500" y="25400"/>
                </a:lnTo>
                <a:lnTo>
                  <a:pt x="3746500" y="50800"/>
                </a:lnTo>
                <a:lnTo>
                  <a:pt x="3784600" y="50800"/>
                </a:lnTo>
                <a:lnTo>
                  <a:pt x="3810000" y="38100"/>
                </a:lnTo>
                <a:lnTo>
                  <a:pt x="37846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36700" y="4927600"/>
            <a:ext cx="2819400" cy="1689100"/>
          </a:xfrm>
          <a:custGeom>
            <a:avLst/>
            <a:gdLst/>
            <a:ahLst/>
            <a:cxnLst/>
            <a:rect l="l" t="t" r="r" b="b"/>
            <a:pathLst>
              <a:path w="2819400" h="1689100">
                <a:moveTo>
                  <a:pt x="2761102" y="29836"/>
                </a:moveTo>
                <a:lnTo>
                  <a:pt x="0" y="1663700"/>
                </a:lnTo>
                <a:lnTo>
                  <a:pt x="12700" y="1689100"/>
                </a:lnTo>
                <a:lnTo>
                  <a:pt x="2770075" y="44793"/>
                </a:lnTo>
                <a:lnTo>
                  <a:pt x="2761102" y="29836"/>
                </a:lnTo>
                <a:close/>
              </a:path>
              <a:path w="2819400" h="1689100">
                <a:moveTo>
                  <a:pt x="2804159" y="25400"/>
                </a:moveTo>
                <a:lnTo>
                  <a:pt x="2768600" y="25400"/>
                </a:lnTo>
                <a:lnTo>
                  <a:pt x="2781300" y="38100"/>
                </a:lnTo>
                <a:lnTo>
                  <a:pt x="2770075" y="44793"/>
                </a:lnTo>
                <a:lnTo>
                  <a:pt x="2781300" y="63500"/>
                </a:lnTo>
                <a:lnTo>
                  <a:pt x="2804159" y="25400"/>
                </a:lnTo>
                <a:close/>
              </a:path>
              <a:path w="2819400" h="1689100">
                <a:moveTo>
                  <a:pt x="2768600" y="25400"/>
                </a:moveTo>
                <a:lnTo>
                  <a:pt x="2761102" y="29836"/>
                </a:lnTo>
                <a:lnTo>
                  <a:pt x="2770075" y="44793"/>
                </a:lnTo>
                <a:lnTo>
                  <a:pt x="2781300" y="38100"/>
                </a:lnTo>
                <a:lnTo>
                  <a:pt x="2768600" y="25400"/>
                </a:lnTo>
                <a:close/>
              </a:path>
              <a:path w="2819400" h="1689100">
                <a:moveTo>
                  <a:pt x="2819400" y="0"/>
                </a:moveTo>
                <a:lnTo>
                  <a:pt x="2743200" y="0"/>
                </a:lnTo>
                <a:lnTo>
                  <a:pt x="2761102" y="29836"/>
                </a:lnTo>
                <a:lnTo>
                  <a:pt x="2768600" y="25400"/>
                </a:lnTo>
                <a:lnTo>
                  <a:pt x="2804159" y="25400"/>
                </a:lnTo>
                <a:lnTo>
                  <a:pt x="2819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9200" y="5156264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85292" y="0"/>
                </a:moveTo>
                <a:lnTo>
                  <a:pt x="41408" y="12251"/>
                </a:lnTo>
                <a:lnTo>
                  <a:pt x="11227" y="40255"/>
                </a:lnTo>
                <a:lnTo>
                  <a:pt x="0" y="76135"/>
                </a:lnTo>
                <a:lnTo>
                  <a:pt x="7" y="77348"/>
                </a:lnTo>
                <a:lnTo>
                  <a:pt x="10038" y="118422"/>
                </a:lnTo>
                <a:lnTo>
                  <a:pt x="36708" y="148614"/>
                </a:lnTo>
                <a:lnTo>
                  <a:pt x="76499" y="163899"/>
                </a:lnTo>
                <a:lnTo>
                  <a:pt x="92071" y="164985"/>
                </a:lnTo>
                <a:lnTo>
                  <a:pt x="106428" y="163455"/>
                </a:lnTo>
                <a:lnTo>
                  <a:pt x="143487" y="146991"/>
                </a:lnTo>
                <a:lnTo>
                  <a:pt x="168495" y="115092"/>
                </a:lnTo>
                <a:lnTo>
                  <a:pt x="177553" y="70809"/>
                </a:lnTo>
                <a:lnTo>
                  <a:pt x="175217" y="58833"/>
                </a:lnTo>
                <a:lnTo>
                  <a:pt x="154781" y="26345"/>
                </a:lnTo>
                <a:lnTo>
                  <a:pt x="117469" y="4735"/>
                </a:lnTo>
                <a:lnTo>
                  <a:pt x="85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9200" y="51435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88900" y="0"/>
                </a:moveTo>
                <a:lnTo>
                  <a:pt x="50800" y="12700"/>
                </a:lnTo>
                <a:lnTo>
                  <a:pt x="25400" y="25400"/>
                </a:lnTo>
                <a:lnTo>
                  <a:pt x="25400" y="38100"/>
                </a:lnTo>
                <a:lnTo>
                  <a:pt x="0" y="63500"/>
                </a:lnTo>
                <a:lnTo>
                  <a:pt x="0" y="127000"/>
                </a:lnTo>
                <a:lnTo>
                  <a:pt x="25400" y="152400"/>
                </a:lnTo>
                <a:lnTo>
                  <a:pt x="25400" y="165100"/>
                </a:lnTo>
                <a:lnTo>
                  <a:pt x="50800" y="177800"/>
                </a:lnTo>
                <a:lnTo>
                  <a:pt x="127000" y="177800"/>
                </a:lnTo>
                <a:lnTo>
                  <a:pt x="152400" y="165100"/>
                </a:lnTo>
                <a:lnTo>
                  <a:pt x="63500" y="165100"/>
                </a:lnTo>
                <a:lnTo>
                  <a:pt x="38100" y="139700"/>
                </a:lnTo>
                <a:lnTo>
                  <a:pt x="31750" y="127000"/>
                </a:lnTo>
                <a:lnTo>
                  <a:pt x="25400" y="127000"/>
                </a:lnTo>
                <a:lnTo>
                  <a:pt x="16933" y="101600"/>
                </a:lnTo>
                <a:lnTo>
                  <a:pt x="12700" y="101600"/>
                </a:lnTo>
                <a:lnTo>
                  <a:pt x="12700" y="88900"/>
                </a:lnTo>
                <a:lnTo>
                  <a:pt x="16933" y="88900"/>
                </a:lnTo>
                <a:lnTo>
                  <a:pt x="25400" y="63500"/>
                </a:lnTo>
                <a:lnTo>
                  <a:pt x="38100" y="38100"/>
                </a:lnTo>
                <a:lnTo>
                  <a:pt x="50800" y="38100"/>
                </a:lnTo>
                <a:lnTo>
                  <a:pt x="63500" y="25400"/>
                </a:lnTo>
                <a:lnTo>
                  <a:pt x="152400" y="25400"/>
                </a:lnTo>
                <a:lnTo>
                  <a:pt x="127000" y="12700"/>
                </a:lnTo>
                <a:lnTo>
                  <a:pt x="88900" y="0"/>
                </a:lnTo>
                <a:close/>
              </a:path>
              <a:path w="190500" h="177800">
                <a:moveTo>
                  <a:pt x="63500" y="152400"/>
                </a:moveTo>
                <a:lnTo>
                  <a:pt x="63500" y="165100"/>
                </a:lnTo>
                <a:lnTo>
                  <a:pt x="88900" y="165100"/>
                </a:lnTo>
                <a:lnTo>
                  <a:pt x="63500" y="152400"/>
                </a:lnTo>
                <a:close/>
              </a:path>
              <a:path w="190500" h="177800">
                <a:moveTo>
                  <a:pt x="127000" y="152400"/>
                </a:moveTo>
                <a:lnTo>
                  <a:pt x="88900" y="165100"/>
                </a:lnTo>
                <a:lnTo>
                  <a:pt x="114300" y="165100"/>
                </a:lnTo>
                <a:lnTo>
                  <a:pt x="127000" y="152400"/>
                </a:lnTo>
                <a:close/>
              </a:path>
              <a:path w="190500" h="177800">
                <a:moveTo>
                  <a:pt x="165100" y="114300"/>
                </a:moveTo>
                <a:lnTo>
                  <a:pt x="139700" y="139700"/>
                </a:lnTo>
                <a:lnTo>
                  <a:pt x="152400" y="139700"/>
                </a:lnTo>
                <a:lnTo>
                  <a:pt x="114300" y="165100"/>
                </a:lnTo>
                <a:lnTo>
                  <a:pt x="152400" y="165100"/>
                </a:lnTo>
                <a:lnTo>
                  <a:pt x="1524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65100" y="127000"/>
                </a:lnTo>
                <a:lnTo>
                  <a:pt x="165100" y="114300"/>
                </a:lnTo>
                <a:close/>
              </a:path>
              <a:path w="190500" h="177800">
                <a:moveTo>
                  <a:pt x="25400" y="114300"/>
                </a:moveTo>
                <a:lnTo>
                  <a:pt x="25400" y="127000"/>
                </a:lnTo>
                <a:lnTo>
                  <a:pt x="31750" y="127000"/>
                </a:lnTo>
                <a:lnTo>
                  <a:pt x="25400" y="114300"/>
                </a:lnTo>
                <a:close/>
              </a:path>
              <a:path w="190500" h="177800">
                <a:moveTo>
                  <a:pt x="165100" y="38100"/>
                </a:moveTo>
                <a:lnTo>
                  <a:pt x="139700" y="38100"/>
                </a:lnTo>
                <a:lnTo>
                  <a:pt x="165100" y="63500"/>
                </a:lnTo>
                <a:lnTo>
                  <a:pt x="165100" y="127000"/>
                </a:lnTo>
                <a:lnTo>
                  <a:pt x="177800" y="127000"/>
                </a:lnTo>
                <a:lnTo>
                  <a:pt x="190500" y="101600"/>
                </a:lnTo>
                <a:lnTo>
                  <a:pt x="190500" y="88900"/>
                </a:lnTo>
                <a:lnTo>
                  <a:pt x="165100" y="38100"/>
                </a:lnTo>
                <a:close/>
              </a:path>
              <a:path w="190500" h="177800">
                <a:moveTo>
                  <a:pt x="12700" y="88900"/>
                </a:moveTo>
                <a:lnTo>
                  <a:pt x="12700" y="101600"/>
                </a:lnTo>
                <a:lnTo>
                  <a:pt x="14816" y="95250"/>
                </a:lnTo>
                <a:lnTo>
                  <a:pt x="12700" y="88900"/>
                </a:lnTo>
                <a:close/>
              </a:path>
              <a:path w="190500" h="177800">
                <a:moveTo>
                  <a:pt x="14816" y="95250"/>
                </a:moveTo>
                <a:lnTo>
                  <a:pt x="12700" y="101600"/>
                </a:lnTo>
                <a:lnTo>
                  <a:pt x="16933" y="101600"/>
                </a:lnTo>
                <a:lnTo>
                  <a:pt x="14816" y="95250"/>
                </a:lnTo>
                <a:close/>
              </a:path>
              <a:path w="190500" h="177800">
                <a:moveTo>
                  <a:pt x="16933" y="88900"/>
                </a:moveTo>
                <a:lnTo>
                  <a:pt x="12700" y="88900"/>
                </a:lnTo>
                <a:lnTo>
                  <a:pt x="14816" y="95250"/>
                </a:lnTo>
                <a:lnTo>
                  <a:pt x="16933" y="88900"/>
                </a:lnTo>
                <a:close/>
              </a:path>
              <a:path w="190500" h="177800">
                <a:moveTo>
                  <a:pt x="5080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0800" y="38100"/>
                </a:lnTo>
                <a:close/>
              </a:path>
              <a:path w="190500" h="177800">
                <a:moveTo>
                  <a:pt x="152400" y="25400"/>
                </a:moveTo>
                <a:lnTo>
                  <a:pt x="114300" y="25400"/>
                </a:lnTo>
                <a:lnTo>
                  <a:pt x="152400" y="50800"/>
                </a:lnTo>
                <a:lnTo>
                  <a:pt x="139700" y="38100"/>
                </a:lnTo>
                <a:lnTo>
                  <a:pt x="165100" y="38100"/>
                </a:lnTo>
                <a:lnTo>
                  <a:pt x="1524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41600" y="5308664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85292" y="0"/>
                </a:moveTo>
                <a:lnTo>
                  <a:pt x="41408" y="12251"/>
                </a:lnTo>
                <a:lnTo>
                  <a:pt x="11227" y="40255"/>
                </a:lnTo>
                <a:lnTo>
                  <a:pt x="0" y="76135"/>
                </a:lnTo>
                <a:lnTo>
                  <a:pt x="7" y="77348"/>
                </a:lnTo>
                <a:lnTo>
                  <a:pt x="10038" y="118422"/>
                </a:lnTo>
                <a:lnTo>
                  <a:pt x="36708" y="148614"/>
                </a:lnTo>
                <a:lnTo>
                  <a:pt x="76499" y="163899"/>
                </a:lnTo>
                <a:lnTo>
                  <a:pt x="92071" y="164985"/>
                </a:lnTo>
                <a:lnTo>
                  <a:pt x="106428" y="163455"/>
                </a:lnTo>
                <a:lnTo>
                  <a:pt x="143487" y="146991"/>
                </a:lnTo>
                <a:lnTo>
                  <a:pt x="168495" y="115092"/>
                </a:lnTo>
                <a:lnTo>
                  <a:pt x="177553" y="70809"/>
                </a:lnTo>
                <a:lnTo>
                  <a:pt x="175217" y="58833"/>
                </a:lnTo>
                <a:lnTo>
                  <a:pt x="154781" y="26345"/>
                </a:lnTo>
                <a:lnTo>
                  <a:pt x="117469" y="4735"/>
                </a:lnTo>
                <a:lnTo>
                  <a:pt x="85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41600" y="52959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88900" y="0"/>
                </a:moveTo>
                <a:lnTo>
                  <a:pt x="50800" y="12700"/>
                </a:lnTo>
                <a:lnTo>
                  <a:pt x="25400" y="25400"/>
                </a:lnTo>
                <a:lnTo>
                  <a:pt x="25400" y="38100"/>
                </a:lnTo>
                <a:lnTo>
                  <a:pt x="0" y="63500"/>
                </a:lnTo>
                <a:lnTo>
                  <a:pt x="0" y="127000"/>
                </a:lnTo>
                <a:lnTo>
                  <a:pt x="25400" y="152400"/>
                </a:lnTo>
                <a:lnTo>
                  <a:pt x="25400" y="165100"/>
                </a:lnTo>
                <a:lnTo>
                  <a:pt x="50800" y="177800"/>
                </a:lnTo>
                <a:lnTo>
                  <a:pt x="127000" y="177800"/>
                </a:lnTo>
                <a:lnTo>
                  <a:pt x="152400" y="165100"/>
                </a:lnTo>
                <a:lnTo>
                  <a:pt x="63500" y="165100"/>
                </a:lnTo>
                <a:lnTo>
                  <a:pt x="38100" y="139700"/>
                </a:lnTo>
                <a:lnTo>
                  <a:pt x="31750" y="127000"/>
                </a:lnTo>
                <a:lnTo>
                  <a:pt x="25400" y="127000"/>
                </a:lnTo>
                <a:lnTo>
                  <a:pt x="16933" y="101600"/>
                </a:lnTo>
                <a:lnTo>
                  <a:pt x="12700" y="101600"/>
                </a:lnTo>
                <a:lnTo>
                  <a:pt x="12700" y="88900"/>
                </a:lnTo>
                <a:lnTo>
                  <a:pt x="16933" y="88900"/>
                </a:lnTo>
                <a:lnTo>
                  <a:pt x="25400" y="63500"/>
                </a:lnTo>
                <a:lnTo>
                  <a:pt x="38100" y="38100"/>
                </a:lnTo>
                <a:lnTo>
                  <a:pt x="50800" y="38100"/>
                </a:lnTo>
                <a:lnTo>
                  <a:pt x="63500" y="25400"/>
                </a:lnTo>
                <a:lnTo>
                  <a:pt x="152400" y="25400"/>
                </a:lnTo>
                <a:lnTo>
                  <a:pt x="127000" y="12700"/>
                </a:lnTo>
                <a:lnTo>
                  <a:pt x="88900" y="0"/>
                </a:lnTo>
                <a:close/>
              </a:path>
              <a:path w="190500" h="177800">
                <a:moveTo>
                  <a:pt x="63500" y="152400"/>
                </a:moveTo>
                <a:lnTo>
                  <a:pt x="63500" y="165100"/>
                </a:lnTo>
                <a:lnTo>
                  <a:pt x="88900" y="165100"/>
                </a:lnTo>
                <a:lnTo>
                  <a:pt x="63500" y="152400"/>
                </a:lnTo>
                <a:close/>
              </a:path>
              <a:path w="190500" h="177800">
                <a:moveTo>
                  <a:pt x="127000" y="152400"/>
                </a:moveTo>
                <a:lnTo>
                  <a:pt x="88900" y="165100"/>
                </a:lnTo>
                <a:lnTo>
                  <a:pt x="114300" y="165100"/>
                </a:lnTo>
                <a:lnTo>
                  <a:pt x="127000" y="152400"/>
                </a:lnTo>
                <a:close/>
              </a:path>
              <a:path w="190500" h="177800">
                <a:moveTo>
                  <a:pt x="165100" y="114300"/>
                </a:moveTo>
                <a:lnTo>
                  <a:pt x="139700" y="139700"/>
                </a:lnTo>
                <a:lnTo>
                  <a:pt x="152400" y="139700"/>
                </a:lnTo>
                <a:lnTo>
                  <a:pt x="114300" y="165100"/>
                </a:lnTo>
                <a:lnTo>
                  <a:pt x="152400" y="165100"/>
                </a:lnTo>
                <a:lnTo>
                  <a:pt x="1524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65100" y="127000"/>
                </a:lnTo>
                <a:lnTo>
                  <a:pt x="165100" y="114300"/>
                </a:lnTo>
                <a:close/>
              </a:path>
              <a:path w="190500" h="177800">
                <a:moveTo>
                  <a:pt x="25400" y="114300"/>
                </a:moveTo>
                <a:lnTo>
                  <a:pt x="25400" y="127000"/>
                </a:lnTo>
                <a:lnTo>
                  <a:pt x="31750" y="127000"/>
                </a:lnTo>
                <a:lnTo>
                  <a:pt x="25400" y="114300"/>
                </a:lnTo>
                <a:close/>
              </a:path>
              <a:path w="190500" h="177800">
                <a:moveTo>
                  <a:pt x="165100" y="38100"/>
                </a:moveTo>
                <a:lnTo>
                  <a:pt x="139700" y="38100"/>
                </a:lnTo>
                <a:lnTo>
                  <a:pt x="165100" y="63500"/>
                </a:lnTo>
                <a:lnTo>
                  <a:pt x="165100" y="127000"/>
                </a:lnTo>
                <a:lnTo>
                  <a:pt x="177800" y="127000"/>
                </a:lnTo>
                <a:lnTo>
                  <a:pt x="190500" y="101600"/>
                </a:lnTo>
                <a:lnTo>
                  <a:pt x="190500" y="88900"/>
                </a:lnTo>
                <a:lnTo>
                  <a:pt x="165100" y="38100"/>
                </a:lnTo>
                <a:close/>
              </a:path>
              <a:path w="190500" h="177800">
                <a:moveTo>
                  <a:pt x="12700" y="88900"/>
                </a:moveTo>
                <a:lnTo>
                  <a:pt x="12700" y="101600"/>
                </a:lnTo>
                <a:lnTo>
                  <a:pt x="14816" y="95250"/>
                </a:lnTo>
                <a:lnTo>
                  <a:pt x="12700" y="88900"/>
                </a:lnTo>
                <a:close/>
              </a:path>
              <a:path w="190500" h="177800">
                <a:moveTo>
                  <a:pt x="14816" y="95250"/>
                </a:moveTo>
                <a:lnTo>
                  <a:pt x="12700" y="101600"/>
                </a:lnTo>
                <a:lnTo>
                  <a:pt x="16933" y="101600"/>
                </a:lnTo>
                <a:lnTo>
                  <a:pt x="14816" y="95250"/>
                </a:lnTo>
                <a:close/>
              </a:path>
              <a:path w="190500" h="177800">
                <a:moveTo>
                  <a:pt x="16933" y="88900"/>
                </a:moveTo>
                <a:lnTo>
                  <a:pt x="12700" y="88900"/>
                </a:lnTo>
                <a:lnTo>
                  <a:pt x="14816" y="95250"/>
                </a:lnTo>
                <a:lnTo>
                  <a:pt x="16933" y="88900"/>
                </a:lnTo>
                <a:close/>
              </a:path>
              <a:path w="190500" h="177800">
                <a:moveTo>
                  <a:pt x="50800" y="38100"/>
                </a:moveTo>
                <a:lnTo>
                  <a:pt x="38100" y="38100"/>
                </a:lnTo>
                <a:lnTo>
                  <a:pt x="38100" y="50800"/>
                </a:lnTo>
                <a:lnTo>
                  <a:pt x="50800" y="38100"/>
                </a:lnTo>
                <a:close/>
              </a:path>
              <a:path w="190500" h="177800">
                <a:moveTo>
                  <a:pt x="152400" y="25400"/>
                </a:moveTo>
                <a:lnTo>
                  <a:pt x="114300" y="25400"/>
                </a:lnTo>
                <a:lnTo>
                  <a:pt x="152400" y="50800"/>
                </a:lnTo>
                <a:lnTo>
                  <a:pt x="139700" y="38100"/>
                </a:lnTo>
                <a:lnTo>
                  <a:pt x="165100" y="38100"/>
                </a:lnTo>
                <a:lnTo>
                  <a:pt x="1524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46300" y="5157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46300" y="5156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51100" y="5538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51100" y="5537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22500" y="5461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22500" y="54610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17900" y="40903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17900" y="40894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41700" y="4699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41700" y="46990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13100" y="4395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13100" y="4394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17900" y="4395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17900" y="4394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84500" y="51571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84500" y="51562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98700" y="48523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98700" y="48514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56100" y="60715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56100" y="60706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03700" y="58429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03700" y="58420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75100" y="60715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29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75100" y="60706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90500" h="177800">
                <a:moveTo>
                  <a:pt x="127000" y="0"/>
                </a:moveTo>
                <a:lnTo>
                  <a:pt x="50800" y="0"/>
                </a:lnTo>
                <a:lnTo>
                  <a:pt x="0" y="50800"/>
                </a:lnTo>
                <a:lnTo>
                  <a:pt x="0" y="127000"/>
                </a:lnTo>
                <a:lnTo>
                  <a:pt x="25400" y="152400"/>
                </a:lnTo>
                <a:lnTo>
                  <a:pt x="50800" y="165100"/>
                </a:lnTo>
                <a:lnTo>
                  <a:pt x="63500" y="165100"/>
                </a:lnTo>
                <a:lnTo>
                  <a:pt x="88900" y="177800"/>
                </a:lnTo>
                <a:lnTo>
                  <a:pt x="127000" y="165100"/>
                </a:lnTo>
                <a:lnTo>
                  <a:pt x="152400" y="152400"/>
                </a:lnTo>
                <a:lnTo>
                  <a:pt x="63500" y="152400"/>
                </a:lnTo>
                <a:lnTo>
                  <a:pt x="38100" y="139700"/>
                </a:lnTo>
                <a:lnTo>
                  <a:pt x="12700" y="88900"/>
                </a:lnTo>
                <a:lnTo>
                  <a:pt x="25400" y="50800"/>
                </a:lnTo>
                <a:lnTo>
                  <a:pt x="31750" y="50800"/>
                </a:lnTo>
                <a:lnTo>
                  <a:pt x="38100" y="38100"/>
                </a:lnTo>
                <a:lnTo>
                  <a:pt x="88900" y="12700"/>
                </a:lnTo>
                <a:lnTo>
                  <a:pt x="139700" y="12700"/>
                </a:lnTo>
                <a:lnTo>
                  <a:pt x="127000" y="0"/>
                </a:lnTo>
                <a:close/>
              </a:path>
              <a:path w="190500" h="177800">
                <a:moveTo>
                  <a:pt x="177800" y="50800"/>
                </a:moveTo>
                <a:lnTo>
                  <a:pt x="165100" y="50800"/>
                </a:lnTo>
                <a:lnTo>
                  <a:pt x="165100" y="114300"/>
                </a:lnTo>
                <a:lnTo>
                  <a:pt x="139700" y="139700"/>
                </a:lnTo>
                <a:lnTo>
                  <a:pt x="152400" y="139700"/>
                </a:lnTo>
                <a:lnTo>
                  <a:pt x="127000" y="152400"/>
                </a:lnTo>
                <a:lnTo>
                  <a:pt x="165100" y="152400"/>
                </a:lnTo>
                <a:lnTo>
                  <a:pt x="177800" y="127000"/>
                </a:lnTo>
                <a:lnTo>
                  <a:pt x="177800" y="114300"/>
                </a:lnTo>
                <a:lnTo>
                  <a:pt x="190500" y="88900"/>
                </a:lnTo>
                <a:lnTo>
                  <a:pt x="177800" y="50800"/>
                </a:lnTo>
                <a:close/>
              </a:path>
              <a:path w="190500" h="177800">
                <a:moveTo>
                  <a:pt x="31750" y="50800"/>
                </a:moveTo>
                <a:lnTo>
                  <a:pt x="25400" y="50800"/>
                </a:lnTo>
                <a:lnTo>
                  <a:pt x="25400" y="63500"/>
                </a:lnTo>
                <a:lnTo>
                  <a:pt x="31750" y="50800"/>
                </a:lnTo>
                <a:close/>
              </a:path>
              <a:path w="190500" h="177800">
                <a:moveTo>
                  <a:pt x="139700" y="12700"/>
                </a:moveTo>
                <a:lnTo>
                  <a:pt x="88900" y="12700"/>
                </a:lnTo>
                <a:lnTo>
                  <a:pt x="127000" y="25400"/>
                </a:lnTo>
                <a:lnTo>
                  <a:pt x="152400" y="38100"/>
                </a:lnTo>
                <a:lnTo>
                  <a:pt x="139700" y="38100"/>
                </a:lnTo>
                <a:lnTo>
                  <a:pt x="165100" y="63500"/>
                </a:lnTo>
                <a:lnTo>
                  <a:pt x="165100" y="50800"/>
                </a:lnTo>
                <a:lnTo>
                  <a:pt x="177800" y="50800"/>
                </a:lnTo>
                <a:lnTo>
                  <a:pt x="165100" y="25400"/>
                </a:lnTo>
                <a:lnTo>
                  <a:pt x="152400" y="25400"/>
                </a:lnTo>
                <a:lnTo>
                  <a:pt x="1397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25700" y="17145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76200" y="9906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33866" y="635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3866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33866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50800"/>
                </a:lnTo>
                <a:lnTo>
                  <a:pt x="45719" y="45720"/>
                </a:lnTo>
                <a:lnTo>
                  <a:pt x="50800" y="38100"/>
                </a:lnTo>
                <a:close/>
              </a:path>
              <a:path w="571500" h="1016000">
                <a:moveTo>
                  <a:pt x="45719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19" y="45720"/>
                </a:lnTo>
                <a:close/>
              </a:path>
              <a:path w="571500" h="1016000">
                <a:moveTo>
                  <a:pt x="57150" y="38100"/>
                </a:moveTo>
                <a:lnTo>
                  <a:pt x="50800" y="38100"/>
                </a:lnTo>
                <a:lnTo>
                  <a:pt x="45719" y="45720"/>
                </a:lnTo>
                <a:lnTo>
                  <a:pt x="57150" y="38100"/>
                </a:lnTo>
                <a:close/>
              </a:path>
              <a:path w="571500" h="1016000">
                <a:moveTo>
                  <a:pt x="571500" y="63500"/>
                </a:move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52500"/>
                </a:lnTo>
                <a:lnTo>
                  <a:pt x="571500" y="63500"/>
                </a:lnTo>
                <a:close/>
              </a:path>
              <a:path w="571500" h="1016000">
                <a:moveTo>
                  <a:pt x="554566" y="38100"/>
                </a:moveTo>
                <a:lnTo>
                  <a:pt x="533400" y="38100"/>
                </a:lnTo>
                <a:lnTo>
                  <a:pt x="546100" y="76200"/>
                </a:lnTo>
                <a:lnTo>
                  <a:pt x="546100" y="63500"/>
                </a:lnTo>
                <a:lnTo>
                  <a:pt x="571500" y="63500"/>
                </a:lnTo>
                <a:lnTo>
                  <a:pt x="554566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33400" y="38100"/>
                </a:lnTo>
                <a:lnTo>
                  <a:pt x="554566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540000" y="19240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540000" y="20637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540000" y="2184400"/>
            <a:ext cx="368300" cy="50800"/>
          </a:xfrm>
          <a:custGeom>
            <a:avLst/>
            <a:gdLst/>
            <a:ahLst/>
            <a:cxnLst/>
            <a:rect l="l" t="t" r="r" b="b"/>
            <a:pathLst>
              <a:path w="368300" h="50800">
                <a:moveTo>
                  <a:pt x="0" y="0"/>
                </a:moveTo>
                <a:lnTo>
                  <a:pt x="0" y="38100"/>
                </a:lnTo>
                <a:lnTo>
                  <a:pt x="368300" y="50800"/>
                </a:lnTo>
                <a:lnTo>
                  <a:pt x="3683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40000" y="23558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540000" y="25082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115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19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19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19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19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258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25800" y="20764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25800" y="22161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25800" y="23685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225800" y="25209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7973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20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20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20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20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9116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911600" y="20764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911600" y="22161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11600" y="23685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911600" y="252095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18200" y="1270000"/>
            <a:ext cx="76200" cy="3276600"/>
          </a:xfrm>
          <a:custGeom>
            <a:avLst/>
            <a:gdLst/>
            <a:ahLst/>
            <a:cxnLst/>
            <a:rect l="l" t="t" r="r" b="b"/>
            <a:pathLst>
              <a:path w="76200" h="3276600">
                <a:moveTo>
                  <a:pt x="50800" y="63500"/>
                </a:moveTo>
                <a:lnTo>
                  <a:pt x="38100" y="63500"/>
                </a:lnTo>
                <a:lnTo>
                  <a:pt x="38100" y="3276600"/>
                </a:lnTo>
                <a:lnTo>
                  <a:pt x="50800" y="3276600"/>
                </a:lnTo>
                <a:lnTo>
                  <a:pt x="50800" y="63500"/>
                </a:lnTo>
                <a:close/>
              </a:path>
              <a:path w="76200" h="3276600">
                <a:moveTo>
                  <a:pt x="38100" y="0"/>
                </a:moveTo>
                <a:lnTo>
                  <a:pt x="0" y="76200"/>
                </a:lnTo>
                <a:lnTo>
                  <a:pt x="38100" y="76200"/>
                </a:lnTo>
                <a:lnTo>
                  <a:pt x="381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27660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56300" y="4508500"/>
            <a:ext cx="3810000" cy="76200"/>
          </a:xfrm>
          <a:custGeom>
            <a:avLst/>
            <a:gdLst/>
            <a:ahLst/>
            <a:cxnLst/>
            <a:rect l="l" t="t" r="r" b="b"/>
            <a:pathLst>
              <a:path w="3810000" h="76200">
                <a:moveTo>
                  <a:pt x="3733800" y="0"/>
                </a:moveTo>
                <a:lnTo>
                  <a:pt x="3733800" y="76200"/>
                </a:lnTo>
                <a:lnTo>
                  <a:pt x="3784600" y="50800"/>
                </a:lnTo>
                <a:lnTo>
                  <a:pt x="3746500" y="50800"/>
                </a:lnTo>
                <a:lnTo>
                  <a:pt x="3746500" y="25400"/>
                </a:lnTo>
                <a:lnTo>
                  <a:pt x="3784600" y="25400"/>
                </a:lnTo>
                <a:lnTo>
                  <a:pt x="3733800" y="0"/>
                </a:lnTo>
                <a:close/>
              </a:path>
              <a:path w="3810000" h="76200">
                <a:moveTo>
                  <a:pt x="37338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733800" y="50800"/>
                </a:lnTo>
                <a:lnTo>
                  <a:pt x="3733800" y="25400"/>
                </a:lnTo>
                <a:close/>
              </a:path>
              <a:path w="3810000" h="76200">
                <a:moveTo>
                  <a:pt x="3784600" y="25400"/>
                </a:moveTo>
                <a:lnTo>
                  <a:pt x="3746500" y="25400"/>
                </a:lnTo>
                <a:lnTo>
                  <a:pt x="3746500" y="50800"/>
                </a:lnTo>
                <a:lnTo>
                  <a:pt x="3784600" y="50800"/>
                </a:lnTo>
                <a:lnTo>
                  <a:pt x="3810000" y="38100"/>
                </a:lnTo>
                <a:lnTo>
                  <a:pt x="3784600" y="2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56300" y="2870200"/>
            <a:ext cx="2819400" cy="1689100"/>
          </a:xfrm>
          <a:custGeom>
            <a:avLst/>
            <a:gdLst/>
            <a:ahLst/>
            <a:cxnLst/>
            <a:rect l="l" t="t" r="r" b="b"/>
            <a:pathLst>
              <a:path w="2819400" h="1689100">
                <a:moveTo>
                  <a:pt x="2761102" y="29836"/>
                </a:moveTo>
                <a:lnTo>
                  <a:pt x="0" y="1663700"/>
                </a:lnTo>
                <a:lnTo>
                  <a:pt x="12700" y="1689100"/>
                </a:lnTo>
                <a:lnTo>
                  <a:pt x="2770075" y="44793"/>
                </a:lnTo>
                <a:lnTo>
                  <a:pt x="2761102" y="29836"/>
                </a:lnTo>
                <a:close/>
              </a:path>
              <a:path w="2819400" h="1689100">
                <a:moveTo>
                  <a:pt x="2804159" y="25400"/>
                </a:moveTo>
                <a:lnTo>
                  <a:pt x="2768600" y="25400"/>
                </a:lnTo>
                <a:lnTo>
                  <a:pt x="2781300" y="38100"/>
                </a:lnTo>
                <a:lnTo>
                  <a:pt x="2770075" y="44793"/>
                </a:lnTo>
                <a:lnTo>
                  <a:pt x="2781300" y="63500"/>
                </a:lnTo>
                <a:lnTo>
                  <a:pt x="2804159" y="25400"/>
                </a:lnTo>
                <a:close/>
              </a:path>
              <a:path w="2819400" h="1689100">
                <a:moveTo>
                  <a:pt x="2768600" y="25400"/>
                </a:moveTo>
                <a:lnTo>
                  <a:pt x="2761102" y="29836"/>
                </a:lnTo>
                <a:lnTo>
                  <a:pt x="2770075" y="44793"/>
                </a:lnTo>
                <a:lnTo>
                  <a:pt x="2781300" y="38100"/>
                </a:lnTo>
                <a:lnTo>
                  <a:pt x="2768600" y="25400"/>
                </a:lnTo>
                <a:close/>
              </a:path>
              <a:path w="2819400" h="1689100">
                <a:moveTo>
                  <a:pt x="2819400" y="0"/>
                </a:moveTo>
                <a:lnTo>
                  <a:pt x="2743200" y="0"/>
                </a:lnTo>
                <a:lnTo>
                  <a:pt x="2761102" y="29836"/>
                </a:lnTo>
                <a:lnTo>
                  <a:pt x="2768600" y="25400"/>
                </a:lnTo>
                <a:lnTo>
                  <a:pt x="2804159" y="25400"/>
                </a:lnTo>
                <a:lnTo>
                  <a:pt x="2819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908800" y="3098864"/>
            <a:ext cx="177800" cy="165100"/>
          </a:xfrm>
          <a:custGeom>
            <a:avLst/>
            <a:gdLst/>
            <a:ahLst/>
            <a:cxnLst/>
            <a:rect l="l" t="t" r="r" b="b"/>
            <a:pathLst>
              <a:path w="177800" h="165100">
                <a:moveTo>
                  <a:pt x="85292" y="0"/>
                </a:moveTo>
                <a:lnTo>
                  <a:pt x="41408" y="12251"/>
                </a:lnTo>
                <a:lnTo>
                  <a:pt x="11227" y="40255"/>
                </a:lnTo>
                <a:lnTo>
                  <a:pt x="0" y="76135"/>
                </a:lnTo>
                <a:lnTo>
                  <a:pt x="7" y="77348"/>
                </a:lnTo>
                <a:lnTo>
                  <a:pt x="10038" y="118422"/>
                </a:lnTo>
                <a:lnTo>
                  <a:pt x="36708" y="148614"/>
                </a:lnTo>
                <a:lnTo>
                  <a:pt x="76499" y="163899"/>
                </a:lnTo>
                <a:lnTo>
                  <a:pt x="92071" y="164985"/>
                </a:lnTo>
                <a:lnTo>
                  <a:pt x="106428" y="163455"/>
                </a:lnTo>
                <a:lnTo>
                  <a:pt x="143487" y="146991"/>
                </a:lnTo>
                <a:lnTo>
                  <a:pt x="168495" y="115092"/>
                </a:lnTo>
                <a:lnTo>
                  <a:pt x="177553" y="70809"/>
                </a:lnTo>
                <a:lnTo>
                  <a:pt x="175217" y="58833"/>
                </a:lnTo>
                <a:lnTo>
                  <a:pt x="154781" y="26345"/>
                </a:lnTo>
                <a:lnTo>
                  <a:pt x="117469" y="4735"/>
                </a:lnTo>
                <a:lnTo>
                  <a:pt x="852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861300" y="2337724"/>
            <a:ext cx="177800" cy="163830"/>
          </a:xfrm>
          <a:custGeom>
            <a:avLst/>
            <a:gdLst/>
            <a:ahLst/>
            <a:cxnLst/>
            <a:rect l="l" t="t" r="r" b="b"/>
            <a:pathLst>
              <a:path w="177800" h="163830">
                <a:moveTo>
                  <a:pt x="78247" y="0"/>
                </a:moveTo>
                <a:lnTo>
                  <a:pt x="41845" y="15258"/>
                </a:lnTo>
                <a:lnTo>
                  <a:pt x="12228" y="45997"/>
                </a:lnTo>
                <a:lnTo>
                  <a:pt x="0" y="87975"/>
                </a:lnTo>
                <a:lnTo>
                  <a:pt x="1139" y="97989"/>
                </a:lnTo>
                <a:lnTo>
                  <a:pt x="30678" y="139719"/>
                </a:lnTo>
                <a:lnTo>
                  <a:pt x="69852" y="159533"/>
                </a:lnTo>
                <a:lnTo>
                  <a:pt x="99076" y="163656"/>
                </a:lnTo>
                <a:lnTo>
                  <a:pt x="113791" y="160964"/>
                </a:lnTo>
                <a:lnTo>
                  <a:pt x="150646" y="140978"/>
                </a:lnTo>
                <a:lnTo>
                  <a:pt x="172964" y="107350"/>
                </a:lnTo>
                <a:lnTo>
                  <a:pt x="177482" y="80031"/>
                </a:lnTo>
                <a:lnTo>
                  <a:pt x="175358" y="66400"/>
                </a:lnTo>
                <a:lnTo>
                  <a:pt x="157684" y="31401"/>
                </a:lnTo>
                <a:lnTo>
                  <a:pt x="124637" y="8060"/>
                </a:lnTo>
                <a:lnTo>
                  <a:pt x="78247" y="0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610600" y="3937924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75386" y="0"/>
                </a:moveTo>
                <a:lnTo>
                  <a:pt x="36332" y="15258"/>
                </a:lnTo>
                <a:lnTo>
                  <a:pt x="9790" y="45997"/>
                </a:lnTo>
                <a:lnTo>
                  <a:pt x="0" y="87975"/>
                </a:lnTo>
                <a:lnTo>
                  <a:pt x="343" y="94263"/>
                </a:lnTo>
                <a:lnTo>
                  <a:pt x="23592" y="138165"/>
                </a:lnTo>
                <a:lnTo>
                  <a:pt x="61216" y="159386"/>
                </a:lnTo>
                <a:lnTo>
                  <a:pt x="93774" y="163969"/>
                </a:lnTo>
                <a:lnTo>
                  <a:pt x="105805" y="161713"/>
                </a:lnTo>
                <a:lnTo>
                  <a:pt x="138386" y="141516"/>
                </a:lnTo>
                <a:lnTo>
                  <a:pt x="159751" y="104710"/>
                </a:lnTo>
                <a:lnTo>
                  <a:pt x="163988" y="73190"/>
                </a:lnTo>
                <a:lnTo>
                  <a:pt x="160737" y="59269"/>
                </a:lnTo>
                <a:lnTo>
                  <a:pt x="139616" y="24608"/>
                </a:lnTo>
                <a:lnTo>
                  <a:pt x="104546" y="3920"/>
                </a:lnTo>
                <a:lnTo>
                  <a:pt x="75386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3" name="object 63"/>
          <p:cNvSpPr txBox="1">
            <a:spLocks noGrp="1"/>
          </p:cNvSpPr>
          <p:nvPr>
            <p:ph type="title" idx="4294967295"/>
          </p:nvPr>
        </p:nvSpPr>
        <p:spPr>
          <a:xfrm>
            <a:off x="698500" y="25721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0" algn="ctr">
              <a:lnSpc>
                <a:spcPct val="100000"/>
              </a:lnSpc>
            </a:pPr>
            <a:r>
              <a:rPr b="1" spc="15" dirty="0">
                <a:solidFill>
                  <a:schemeClr val="bg1"/>
                </a:solidFill>
                <a:latin typeface="+mn-lt"/>
              </a:rPr>
              <a:t>2</a:t>
            </a:r>
            <a:r>
              <a:rPr b="1" dirty="0">
                <a:solidFill>
                  <a:schemeClr val="bg1"/>
                </a:solidFill>
                <a:latin typeface="+mn-lt"/>
              </a:rPr>
              <a:t>.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ч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229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ар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</a:p>
        </p:txBody>
      </p:sp>
      <p:sp>
        <p:nvSpPr>
          <p:cNvPr id="64" name="object 64"/>
          <p:cNvSpPr/>
          <p:nvPr/>
        </p:nvSpPr>
        <p:spPr>
          <a:xfrm>
            <a:off x="5575300" y="5918200"/>
            <a:ext cx="1612900" cy="152400"/>
          </a:xfrm>
          <a:custGeom>
            <a:avLst/>
            <a:gdLst/>
            <a:ahLst/>
            <a:cxnLst/>
            <a:rect l="l" t="t" r="r" b="b"/>
            <a:pathLst>
              <a:path w="1612900" h="152400">
                <a:moveTo>
                  <a:pt x="0" y="152400"/>
                </a:moveTo>
                <a:lnTo>
                  <a:pt x="1612900" y="152400"/>
                </a:lnTo>
                <a:lnTo>
                  <a:pt x="16129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708900" y="4775200"/>
            <a:ext cx="457200" cy="1219200"/>
          </a:xfrm>
          <a:custGeom>
            <a:avLst/>
            <a:gdLst/>
            <a:ahLst/>
            <a:cxnLst/>
            <a:rect l="l" t="t" r="r" b="b"/>
            <a:pathLst>
              <a:path w="457200" h="1219200">
                <a:moveTo>
                  <a:pt x="304800" y="381000"/>
                </a:moveTo>
                <a:lnTo>
                  <a:pt x="152400" y="381000"/>
                </a:lnTo>
                <a:lnTo>
                  <a:pt x="152400" y="1219200"/>
                </a:lnTo>
                <a:lnTo>
                  <a:pt x="304800" y="1219200"/>
                </a:lnTo>
                <a:lnTo>
                  <a:pt x="304800" y="381000"/>
                </a:lnTo>
                <a:close/>
              </a:path>
              <a:path w="457200" h="1219200">
                <a:moveTo>
                  <a:pt x="228600" y="0"/>
                </a:moveTo>
                <a:lnTo>
                  <a:pt x="0" y="457200"/>
                </a:lnTo>
                <a:lnTo>
                  <a:pt x="152400" y="457200"/>
                </a:lnTo>
                <a:lnTo>
                  <a:pt x="152400" y="381000"/>
                </a:lnTo>
                <a:lnTo>
                  <a:pt x="419100" y="381000"/>
                </a:lnTo>
                <a:lnTo>
                  <a:pt x="228600" y="0"/>
                </a:lnTo>
                <a:close/>
              </a:path>
              <a:path w="457200" h="1219200">
                <a:moveTo>
                  <a:pt x="419100" y="381000"/>
                </a:moveTo>
                <a:lnTo>
                  <a:pt x="304800" y="381000"/>
                </a:lnTo>
                <a:lnTo>
                  <a:pt x="304800" y="457200"/>
                </a:lnTo>
                <a:lnTo>
                  <a:pt x="457200" y="457200"/>
                </a:lnTo>
                <a:lnTo>
                  <a:pt x="419100" y="381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188200" y="5702300"/>
            <a:ext cx="2705100" cy="520700"/>
          </a:xfrm>
          <a:custGeom>
            <a:avLst/>
            <a:gdLst/>
            <a:ahLst/>
            <a:cxnLst/>
            <a:rect l="l" t="t" r="r" b="b"/>
            <a:pathLst>
              <a:path w="2705100" h="520700">
                <a:moveTo>
                  <a:pt x="0" y="520700"/>
                </a:moveTo>
                <a:lnTo>
                  <a:pt x="2705100" y="520700"/>
                </a:lnTo>
                <a:lnTo>
                  <a:pt x="27051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162800" y="5676900"/>
            <a:ext cx="2743200" cy="558800"/>
          </a:xfrm>
          <a:custGeom>
            <a:avLst/>
            <a:gdLst/>
            <a:ahLst/>
            <a:cxnLst/>
            <a:rect l="l" t="t" r="r" b="b"/>
            <a:pathLst>
              <a:path w="2743200" h="558800">
                <a:moveTo>
                  <a:pt x="2743200" y="0"/>
                </a:moveTo>
                <a:lnTo>
                  <a:pt x="0" y="0"/>
                </a:lnTo>
                <a:lnTo>
                  <a:pt x="0" y="558800"/>
                </a:lnTo>
                <a:lnTo>
                  <a:pt x="2743200" y="558800"/>
                </a:lnTo>
                <a:lnTo>
                  <a:pt x="2743200" y="546100"/>
                </a:lnTo>
                <a:lnTo>
                  <a:pt x="38100" y="546100"/>
                </a:lnTo>
                <a:lnTo>
                  <a:pt x="25400" y="520700"/>
                </a:lnTo>
                <a:lnTo>
                  <a:pt x="38100" y="520700"/>
                </a:lnTo>
                <a:lnTo>
                  <a:pt x="38100" y="38100"/>
                </a:lnTo>
                <a:lnTo>
                  <a:pt x="25400" y="38100"/>
                </a:lnTo>
                <a:lnTo>
                  <a:pt x="38100" y="25400"/>
                </a:lnTo>
                <a:lnTo>
                  <a:pt x="2743200" y="25400"/>
                </a:lnTo>
                <a:lnTo>
                  <a:pt x="2743200" y="0"/>
                </a:lnTo>
                <a:close/>
              </a:path>
              <a:path w="2743200" h="558800">
                <a:moveTo>
                  <a:pt x="38100" y="520700"/>
                </a:moveTo>
                <a:lnTo>
                  <a:pt x="25400" y="520700"/>
                </a:lnTo>
                <a:lnTo>
                  <a:pt x="38100" y="546100"/>
                </a:lnTo>
                <a:lnTo>
                  <a:pt x="38100" y="520700"/>
                </a:lnTo>
                <a:close/>
              </a:path>
              <a:path w="2743200" h="558800">
                <a:moveTo>
                  <a:pt x="2717800" y="520700"/>
                </a:moveTo>
                <a:lnTo>
                  <a:pt x="38100" y="520700"/>
                </a:lnTo>
                <a:lnTo>
                  <a:pt x="38100" y="546100"/>
                </a:lnTo>
                <a:lnTo>
                  <a:pt x="2717800" y="546100"/>
                </a:lnTo>
                <a:lnTo>
                  <a:pt x="2717800" y="520700"/>
                </a:lnTo>
                <a:close/>
              </a:path>
              <a:path w="2743200" h="558800">
                <a:moveTo>
                  <a:pt x="2717800" y="25400"/>
                </a:moveTo>
                <a:lnTo>
                  <a:pt x="2717800" y="546100"/>
                </a:lnTo>
                <a:lnTo>
                  <a:pt x="2730500" y="520700"/>
                </a:lnTo>
                <a:lnTo>
                  <a:pt x="2743200" y="520700"/>
                </a:lnTo>
                <a:lnTo>
                  <a:pt x="2743200" y="38100"/>
                </a:lnTo>
                <a:lnTo>
                  <a:pt x="2730500" y="38100"/>
                </a:lnTo>
                <a:lnTo>
                  <a:pt x="2717800" y="25400"/>
                </a:lnTo>
                <a:close/>
              </a:path>
              <a:path w="2743200" h="558800">
                <a:moveTo>
                  <a:pt x="2743200" y="520700"/>
                </a:moveTo>
                <a:lnTo>
                  <a:pt x="2730500" y="520700"/>
                </a:lnTo>
                <a:lnTo>
                  <a:pt x="2717800" y="546100"/>
                </a:lnTo>
                <a:lnTo>
                  <a:pt x="2743200" y="546100"/>
                </a:lnTo>
                <a:lnTo>
                  <a:pt x="2743200" y="520700"/>
                </a:lnTo>
                <a:close/>
              </a:path>
              <a:path w="2743200" h="558800">
                <a:moveTo>
                  <a:pt x="38100" y="25400"/>
                </a:moveTo>
                <a:lnTo>
                  <a:pt x="25400" y="38100"/>
                </a:lnTo>
                <a:lnTo>
                  <a:pt x="38100" y="38100"/>
                </a:lnTo>
                <a:lnTo>
                  <a:pt x="38100" y="25400"/>
                </a:lnTo>
                <a:close/>
              </a:path>
              <a:path w="2743200" h="558800">
                <a:moveTo>
                  <a:pt x="2717800" y="25400"/>
                </a:moveTo>
                <a:lnTo>
                  <a:pt x="38100" y="25400"/>
                </a:lnTo>
                <a:lnTo>
                  <a:pt x="38100" y="38100"/>
                </a:lnTo>
                <a:lnTo>
                  <a:pt x="2717800" y="38100"/>
                </a:lnTo>
                <a:lnTo>
                  <a:pt x="2717800" y="25400"/>
                </a:lnTo>
                <a:close/>
              </a:path>
              <a:path w="2743200" h="558800">
                <a:moveTo>
                  <a:pt x="2743200" y="25400"/>
                </a:moveTo>
                <a:lnTo>
                  <a:pt x="2717800" y="25400"/>
                </a:lnTo>
                <a:lnTo>
                  <a:pt x="2730500" y="38100"/>
                </a:lnTo>
                <a:lnTo>
                  <a:pt x="2743200" y="38100"/>
                </a:lnTo>
                <a:lnTo>
                  <a:pt x="2743200" y="254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251700" y="5727700"/>
            <a:ext cx="251714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35" dirty="0">
                <a:latin typeface="Arial"/>
                <a:cs typeface="Arial"/>
              </a:rPr>
              <a:t>Кл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dirty="0">
                <a:latin typeface="Arial"/>
                <a:cs typeface="Arial"/>
              </a:rPr>
              <a:t>с</a:t>
            </a:r>
            <a:r>
              <a:rPr sz="2800" spc="15" dirty="0">
                <a:latin typeface="Arial"/>
                <a:cs typeface="Arial"/>
              </a:rPr>
              <a:t>т</a:t>
            </a:r>
            <a:r>
              <a:rPr sz="2800" spc="-60" dirty="0">
                <a:latin typeface="Arial"/>
                <a:cs typeface="Arial"/>
              </a:rPr>
              <a:t>е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spc="15" dirty="0">
                <a:latin typeface="Arial"/>
                <a:cs typeface="Arial"/>
              </a:rPr>
              <a:t>з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5" dirty="0">
                <a:latin typeface="Arial"/>
                <a:cs typeface="Arial"/>
              </a:rPr>
              <a:t>ц</a:t>
            </a:r>
            <a:r>
              <a:rPr sz="2800" spc="30" dirty="0">
                <a:latin typeface="Arial"/>
                <a:cs typeface="Arial"/>
              </a:rPr>
              <a:t>и</a:t>
            </a:r>
            <a:r>
              <a:rPr sz="2800" dirty="0">
                <a:latin typeface="Arial"/>
                <a:cs typeface="Arial"/>
              </a:rPr>
              <a:t>я</a:t>
            </a:r>
            <a:endParaRPr sz="28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425700" y="17145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63500" y="1016000"/>
                </a:lnTo>
                <a:lnTo>
                  <a:pt x="101600" y="1016000"/>
                </a:lnTo>
                <a:lnTo>
                  <a:pt x="101600" y="1003300"/>
                </a:lnTo>
                <a:lnTo>
                  <a:pt x="63500" y="990600"/>
                </a:lnTo>
                <a:lnTo>
                  <a:pt x="76200" y="990600"/>
                </a:lnTo>
                <a:lnTo>
                  <a:pt x="38100" y="977900"/>
                </a:lnTo>
                <a:lnTo>
                  <a:pt x="50800" y="9779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33866" y="63500"/>
                </a:lnTo>
                <a:lnTo>
                  <a:pt x="42333" y="50800"/>
                </a:lnTo>
                <a:lnTo>
                  <a:pt x="38100" y="50800"/>
                </a:lnTo>
                <a:lnTo>
                  <a:pt x="50800" y="38100"/>
                </a:lnTo>
                <a:lnTo>
                  <a:pt x="5715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3866" y="63500"/>
                </a:moveTo>
                <a:lnTo>
                  <a:pt x="25400" y="63500"/>
                </a:lnTo>
                <a:lnTo>
                  <a:pt x="25400" y="76200"/>
                </a:lnTo>
                <a:lnTo>
                  <a:pt x="33866" y="63500"/>
                </a:lnTo>
                <a:close/>
              </a:path>
              <a:path w="571500" h="1016000">
                <a:moveTo>
                  <a:pt x="50800" y="38100"/>
                </a:moveTo>
                <a:lnTo>
                  <a:pt x="38100" y="50800"/>
                </a:lnTo>
                <a:lnTo>
                  <a:pt x="45719" y="45720"/>
                </a:lnTo>
                <a:lnTo>
                  <a:pt x="50800" y="38100"/>
                </a:lnTo>
                <a:close/>
              </a:path>
              <a:path w="571500" h="1016000">
                <a:moveTo>
                  <a:pt x="45719" y="45720"/>
                </a:moveTo>
                <a:lnTo>
                  <a:pt x="38100" y="50800"/>
                </a:lnTo>
                <a:lnTo>
                  <a:pt x="42333" y="50800"/>
                </a:lnTo>
                <a:lnTo>
                  <a:pt x="45719" y="45720"/>
                </a:lnTo>
                <a:close/>
              </a:path>
              <a:path w="571500" h="1016000">
                <a:moveTo>
                  <a:pt x="57150" y="38100"/>
                </a:moveTo>
                <a:lnTo>
                  <a:pt x="50800" y="38100"/>
                </a:lnTo>
                <a:lnTo>
                  <a:pt x="45719" y="45720"/>
                </a:lnTo>
                <a:lnTo>
                  <a:pt x="57150" y="38100"/>
                </a:lnTo>
                <a:close/>
              </a:path>
              <a:path w="571500" h="1016000">
                <a:moveTo>
                  <a:pt x="571500" y="63500"/>
                </a:move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33400" y="977900"/>
                </a:lnTo>
                <a:lnTo>
                  <a:pt x="508000" y="990600"/>
                </a:lnTo>
                <a:lnTo>
                  <a:pt x="469900" y="1003300"/>
                </a:lnTo>
                <a:lnTo>
                  <a:pt x="469900" y="1016000"/>
                </a:lnTo>
                <a:lnTo>
                  <a:pt x="508000" y="1016000"/>
                </a:lnTo>
                <a:lnTo>
                  <a:pt x="546100" y="990600"/>
                </a:lnTo>
                <a:lnTo>
                  <a:pt x="571500" y="952500"/>
                </a:lnTo>
                <a:lnTo>
                  <a:pt x="571500" y="63500"/>
                </a:lnTo>
                <a:close/>
              </a:path>
              <a:path w="571500" h="1016000">
                <a:moveTo>
                  <a:pt x="554566" y="38100"/>
                </a:moveTo>
                <a:lnTo>
                  <a:pt x="533400" y="38100"/>
                </a:lnTo>
                <a:lnTo>
                  <a:pt x="546100" y="76200"/>
                </a:lnTo>
                <a:lnTo>
                  <a:pt x="546100" y="63500"/>
                </a:lnTo>
                <a:lnTo>
                  <a:pt x="571500" y="63500"/>
                </a:lnTo>
                <a:lnTo>
                  <a:pt x="554566" y="38100"/>
                </a:lnTo>
                <a:close/>
              </a:path>
              <a:path w="571500" h="1016000">
                <a:moveTo>
                  <a:pt x="469900" y="0"/>
                </a:moveTo>
                <a:lnTo>
                  <a:pt x="469900" y="12700"/>
                </a:lnTo>
                <a:lnTo>
                  <a:pt x="508000" y="25400"/>
                </a:lnTo>
                <a:lnTo>
                  <a:pt x="533400" y="50800"/>
                </a:lnTo>
                <a:lnTo>
                  <a:pt x="533400" y="38100"/>
                </a:lnTo>
                <a:lnTo>
                  <a:pt x="554566" y="38100"/>
                </a:lnTo>
                <a:lnTo>
                  <a:pt x="546100" y="25400"/>
                </a:lnTo>
                <a:lnTo>
                  <a:pt x="4699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540000" y="2184400"/>
            <a:ext cx="368300" cy="50800"/>
          </a:xfrm>
          <a:custGeom>
            <a:avLst/>
            <a:gdLst/>
            <a:ahLst/>
            <a:cxnLst/>
            <a:rect l="l" t="t" r="r" b="b"/>
            <a:pathLst>
              <a:path w="368300" h="50800">
                <a:moveTo>
                  <a:pt x="0" y="0"/>
                </a:moveTo>
                <a:lnTo>
                  <a:pt x="0" y="38100"/>
                </a:lnTo>
                <a:lnTo>
                  <a:pt x="368300" y="50800"/>
                </a:lnTo>
                <a:lnTo>
                  <a:pt x="3683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1115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19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19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19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19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2258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97300" y="1727200"/>
            <a:ext cx="571500" cy="1016000"/>
          </a:xfrm>
          <a:custGeom>
            <a:avLst/>
            <a:gdLst/>
            <a:ahLst/>
            <a:cxnLst/>
            <a:rect l="l" t="t" r="r" b="b"/>
            <a:pathLst>
              <a:path w="571500" h="1016000">
                <a:moveTo>
                  <a:pt x="101600" y="0"/>
                </a:moveTo>
                <a:lnTo>
                  <a:pt x="63500" y="0"/>
                </a:lnTo>
                <a:lnTo>
                  <a:pt x="25400" y="25400"/>
                </a:lnTo>
                <a:lnTo>
                  <a:pt x="0" y="101600"/>
                </a:lnTo>
                <a:lnTo>
                  <a:pt x="0" y="914400"/>
                </a:lnTo>
                <a:lnTo>
                  <a:pt x="25400" y="990600"/>
                </a:lnTo>
                <a:lnTo>
                  <a:pt x="101600" y="1016000"/>
                </a:lnTo>
                <a:lnTo>
                  <a:pt x="101600" y="990600"/>
                </a:lnTo>
                <a:lnTo>
                  <a:pt x="76200" y="990600"/>
                </a:lnTo>
                <a:lnTo>
                  <a:pt x="57150" y="977900"/>
                </a:lnTo>
                <a:lnTo>
                  <a:pt x="50800" y="977900"/>
                </a:lnTo>
                <a:lnTo>
                  <a:pt x="38100" y="965200"/>
                </a:lnTo>
                <a:lnTo>
                  <a:pt x="42333" y="965200"/>
                </a:lnTo>
                <a:lnTo>
                  <a:pt x="33866" y="952500"/>
                </a:lnTo>
                <a:lnTo>
                  <a:pt x="25400" y="952500"/>
                </a:lnTo>
                <a:lnTo>
                  <a:pt x="12700" y="914400"/>
                </a:lnTo>
                <a:lnTo>
                  <a:pt x="12700" y="101600"/>
                </a:lnTo>
                <a:lnTo>
                  <a:pt x="25400" y="63500"/>
                </a:lnTo>
                <a:lnTo>
                  <a:pt x="50800" y="38100"/>
                </a:lnTo>
                <a:lnTo>
                  <a:pt x="38100" y="38100"/>
                </a:lnTo>
                <a:lnTo>
                  <a:pt x="76200" y="25400"/>
                </a:lnTo>
                <a:lnTo>
                  <a:pt x="63500" y="25400"/>
                </a:lnTo>
                <a:lnTo>
                  <a:pt x="101600" y="12700"/>
                </a:lnTo>
                <a:lnTo>
                  <a:pt x="101600" y="0"/>
                </a:lnTo>
                <a:close/>
              </a:path>
              <a:path w="571500" h="1016000">
                <a:moveTo>
                  <a:pt x="38100" y="965200"/>
                </a:moveTo>
                <a:lnTo>
                  <a:pt x="50800" y="977900"/>
                </a:lnTo>
                <a:lnTo>
                  <a:pt x="45720" y="970279"/>
                </a:lnTo>
                <a:lnTo>
                  <a:pt x="38100" y="965200"/>
                </a:lnTo>
                <a:close/>
              </a:path>
              <a:path w="571500" h="1016000">
                <a:moveTo>
                  <a:pt x="45720" y="970279"/>
                </a:moveTo>
                <a:lnTo>
                  <a:pt x="50800" y="977900"/>
                </a:lnTo>
                <a:lnTo>
                  <a:pt x="57150" y="977900"/>
                </a:lnTo>
                <a:lnTo>
                  <a:pt x="45720" y="970279"/>
                </a:lnTo>
                <a:close/>
              </a:path>
              <a:path w="571500" h="1016000">
                <a:moveTo>
                  <a:pt x="42333" y="965200"/>
                </a:moveTo>
                <a:lnTo>
                  <a:pt x="38100" y="965200"/>
                </a:lnTo>
                <a:lnTo>
                  <a:pt x="45720" y="970279"/>
                </a:lnTo>
                <a:lnTo>
                  <a:pt x="42333" y="965200"/>
                </a:lnTo>
                <a:close/>
              </a:path>
              <a:path w="571500" h="1016000">
                <a:moveTo>
                  <a:pt x="25400" y="939800"/>
                </a:moveTo>
                <a:lnTo>
                  <a:pt x="25400" y="952500"/>
                </a:lnTo>
                <a:lnTo>
                  <a:pt x="33866" y="952500"/>
                </a:lnTo>
                <a:lnTo>
                  <a:pt x="25400" y="939800"/>
                </a:lnTo>
                <a:close/>
              </a:path>
              <a:path w="571500" h="1016000">
                <a:moveTo>
                  <a:pt x="533400" y="965200"/>
                </a:moveTo>
                <a:lnTo>
                  <a:pt x="508000" y="990600"/>
                </a:lnTo>
                <a:lnTo>
                  <a:pt x="469900" y="990600"/>
                </a:lnTo>
                <a:lnTo>
                  <a:pt x="469900" y="1016000"/>
                </a:lnTo>
                <a:lnTo>
                  <a:pt x="546100" y="990600"/>
                </a:lnTo>
                <a:lnTo>
                  <a:pt x="554566" y="977900"/>
                </a:lnTo>
                <a:lnTo>
                  <a:pt x="533400" y="977900"/>
                </a:lnTo>
                <a:lnTo>
                  <a:pt x="533400" y="965200"/>
                </a:lnTo>
                <a:close/>
              </a:path>
              <a:path w="571500" h="1016000">
                <a:moveTo>
                  <a:pt x="546100" y="939800"/>
                </a:moveTo>
                <a:lnTo>
                  <a:pt x="533400" y="977900"/>
                </a:lnTo>
                <a:lnTo>
                  <a:pt x="554566" y="977900"/>
                </a:lnTo>
                <a:lnTo>
                  <a:pt x="571500" y="952500"/>
                </a:lnTo>
                <a:lnTo>
                  <a:pt x="546100" y="952500"/>
                </a:lnTo>
                <a:lnTo>
                  <a:pt x="546100" y="939800"/>
                </a:lnTo>
                <a:close/>
              </a:path>
              <a:path w="571500" h="1016000">
                <a:moveTo>
                  <a:pt x="508000" y="0"/>
                </a:moveTo>
                <a:lnTo>
                  <a:pt x="469900" y="0"/>
                </a:lnTo>
                <a:lnTo>
                  <a:pt x="469900" y="12700"/>
                </a:lnTo>
                <a:lnTo>
                  <a:pt x="508000" y="25400"/>
                </a:lnTo>
                <a:lnTo>
                  <a:pt x="533400" y="38100"/>
                </a:lnTo>
                <a:lnTo>
                  <a:pt x="546100" y="63500"/>
                </a:lnTo>
                <a:lnTo>
                  <a:pt x="558800" y="101600"/>
                </a:lnTo>
                <a:lnTo>
                  <a:pt x="558800" y="914400"/>
                </a:lnTo>
                <a:lnTo>
                  <a:pt x="546100" y="952500"/>
                </a:lnTo>
                <a:lnTo>
                  <a:pt x="571500" y="952500"/>
                </a:lnTo>
                <a:lnTo>
                  <a:pt x="571500" y="63500"/>
                </a:lnTo>
                <a:lnTo>
                  <a:pt x="546100" y="25400"/>
                </a:lnTo>
                <a:lnTo>
                  <a:pt x="50800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911600" y="19050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355600" h="50800">
                <a:moveTo>
                  <a:pt x="0" y="0"/>
                </a:moveTo>
                <a:lnTo>
                  <a:pt x="0" y="38100"/>
                </a:lnTo>
                <a:lnTo>
                  <a:pt x="355600" y="50800"/>
                </a:lnTo>
                <a:lnTo>
                  <a:pt x="35560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4495800" y="1854200"/>
            <a:ext cx="43180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000099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832100" y="2870200"/>
            <a:ext cx="457200" cy="990600"/>
          </a:xfrm>
          <a:custGeom>
            <a:avLst/>
            <a:gdLst/>
            <a:ahLst/>
            <a:cxnLst/>
            <a:rect l="l" t="t" r="r" b="b"/>
            <a:pathLst>
              <a:path w="457200" h="990600">
                <a:moveTo>
                  <a:pt x="152400" y="533400"/>
                </a:moveTo>
                <a:lnTo>
                  <a:pt x="0" y="533400"/>
                </a:lnTo>
                <a:lnTo>
                  <a:pt x="228600" y="990600"/>
                </a:lnTo>
                <a:lnTo>
                  <a:pt x="419100" y="609600"/>
                </a:lnTo>
                <a:lnTo>
                  <a:pt x="152400" y="609600"/>
                </a:lnTo>
                <a:lnTo>
                  <a:pt x="152400" y="533400"/>
                </a:lnTo>
                <a:close/>
              </a:path>
              <a:path w="457200" h="990600">
                <a:moveTo>
                  <a:pt x="304800" y="0"/>
                </a:moveTo>
                <a:lnTo>
                  <a:pt x="152400" y="0"/>
                </a:lnTo>
                <a:lnTo>
                  <a:pt x="152400" y="609600"/>
                </a:lnTo>
                <a:lnTo>
                  <a:pt x="304800" y="609600"/>
                </a:lnTo>
                <a:lnTo>
                  <a:pt x="304800" y="0"/>
                </a:lnTo>
                <a:close/>
              </a:path>
              <a:path w="457200" h="990600">
                <a:moveTo>
                  <a:pt x="457200" y="533400"/>
                </a:moveTo>
                <a:lnTo>
                  <a:pt x="304800" y="533400"/>
                </a:lnTo>
                <a:lnTo>
                  <a:pt x="304800" y="609600"/>
                </a:lnTo>
                <a:lnTo>
                  <a:pt x="419100" y="609600"/>
                </a:lnTo>
                <a:lnTo>
                  <a:pt x="457200" y="5334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7645400" y="6896100"/>
            <a:ext cx="211963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30" dirty="0">
                <a:latin typeface="Arial"/>
                <a:cs typeface="Arial"/>
              </a:rPr>
              <a:t>S</a:t>
            </a:r>
            <a:r>
              <a:rPr sz="1600" spc="-55" dirty="0">
                <a:latin typeface="Arial"/>
                <a:cs typeface="Arial"/>
              </a:rPr>
              <a:t>l</a:t>
            </a:r>
            <a:r>
              <a:rPr sz="1600" spc="40" dirty="0">
                <a:latin typeface="Arial"/>
                <a:cs typeface="Arial"/>
              </a:rPr>
              <a:t>i</a:t>
            </a:r>
            <a:r>
              <a:rPr sz="1600" spc="5" dirty="0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</a:t>
            </a:r>
            <a:r>
              <a:rPr sz="1600" spc="-35" dirty="0">
                <a:latin typeface="Arial"/>
                <a:cs typeface="Arial"/>
              </a:rPr>
              <a:t>r</a:t>
            </a:r>
            <a:r>
              <a:rPr sz="1600" spc="5" dirty="0">
                <a:latin typeface="Arial"/>
                <a:cs typeface="Arial"/>
              </a:rPr>
              <a:t>ed</a:t>
            </a:r>
            <a:r>
              <a:rPr sz="1600" spc="40" dirty="0">
                <a:latin typeface="Arial"/>
                <a:cs typeface="Arial"/>
              </a:rPr>
              <a:t>i</a:t>
            </a:r>
            <a:r>
              <a:rPr sz="1600" spc="-45" dirty="0">
                <a:latin typeface="Arial"/>
                <a:cs typeface="Arial"/>
              </a:rPr>
              <a:t>t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</a:t>
            </a:r>
            <a:r>
              <a:rPr sz="1600" spc="5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s</a:t>
            </a:r>
            <a:r>
              <a:rPr sz="1600" spc="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f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30" dirty="0">
                <a:latin typeface="Arial"/>
                <a:cs typeface="Arial"/>
              </a:rPr>
              <a:t>S</a:t>
            </a:r>
            <a:r>
              <a:rPr sz="1600" spc="40" dirty="0">
                <a:latin typeface="Arial"/>
                <a:cs typeface="Arial"/>
              </a:rPr>
              <a:t>i</a:t>
            </a:r>
            <a:r>
              <a:rPr sz="1600" spc="-100" dirty="0">
                <a:latin typeface="Arial"/>
                <a:cs typeface="Arial"/>
              </a:rPr>
              <a:t>v</a:t>
            </a:r>
            <a:r>
              <a:rPr sz="1600" spc="40" dirty="0">
                <a:latin typeface="Arial"/>
                <a:cs typeface="Arial"/>
              </a:rPr>
              <a:t>i</a:t>
            </a:r>
            <a:r>
              <a:rPr sz="1600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642100" y="1498600"/>
            <a:ext cx="2222500" cy="965200"/>
          </a:xfrm>
          <a:custGeom>
            <a:avLst/>
            <a:gdLst/>
            <a:ahLst/>
            <a:cxnLst/>
            <a:rect l="l" t="t" r="r" b="b"/>
            <a:pathLst>
              <a:path w="2222500" h="965200">
                <a:moveTo>
                  <a:pt x="0" y="965200"/>
                </a:moveTo>
                <a:lnTo>
                  <a:pt x="2222500" y="965200"/>
                </a:lnTo>
                <a:lnTo>
                  <a:pt x="2222500" y="0"/>
                </a:lnTo>
                <a:lnTo>
                  <a:pt x="0" y="0"/>
                </a:lnTo>
                <a:lnTo>
                  <a:pt x="0" y="965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629400" y="1485900"/>
            <a:ext cx="2247900" cy="990600"/>
          </a:xfrm>
          <a:custGeom>
            <a:avLst/>
            <a:gdLst/>
            <a:ahLst/>
            <a:cxnLst/>
            <a:rect l="l" t="t" r="r" b="b"/>
            <a:pathLst>
              <a:path w="2247900" h="990600">
                <a:moveTo>
                  <a:pt x="2247900" y="0"/>
                </a:moveTo>
                <a:lnTo>
                  <a:pt x="0" y="0"/>
                </a:lnTo>
                <a:lnTo>
                  <a:pt x="0" y="990600"/>
                </a:lnTo>
                <a:lnTo>
                  <a:pt x="2247900" y="990600"/>
                </a:lnTo>
                <a:lnTo>
                  <a:pt x="2247900" y="977900"/>
                </a:lnTo>
                <a:lnTo>
                  <a:pt x="38100" y="977900"/>
                </a:lnTo>
                <a:lnTo>
                  <a:pt x="12700" y="952500"/>
                </a:lnTo>
                <a:lnTo>
                  <a:pt x="38100" y="952500"/>
                </a:lnTo>
                <a:lnTo>
                  <a:pt x="38100" y="38100"/>
                </a:lnTo>
                <a:lnTo>
                  <a:pt x="12700" y="38100"/>
                </a:lnTo>
                <a:lnTo>
                  <a:pt x="38100" y="12700"/>
                </a:lnTo>
                <a:lnTo>
                  <a:pt x="2247900" y="12700"/>
                </a:lnTo>
                <a:lnTo>
                  <a:pt x="2247900" y="0"/>
                </a:lnTo>
                <a:close/>
              </a:path>
              <a:path w="2247900" h="990600">
                <a:moveTo>
                  <a:pt x="38100" y="952500"/>
                </a:moveTo>
                <a:lnTo>
                  <a:pt x="12700" y="952500"/>
                </a:lnTo>
                <a:lnTo>
                  <a:pt x="38100" y="977900"/>
                </a:lnTo>
                <a:lnTo>
                  <a:pt x="38100" y="952500"/>
                </a:lnTo>
                <a:close/>
              </a:path>
              <a:path w="2247900" h="990600">
                <a:moveTo>
                  <a:pt x="2209800" y="952500"/>
                </a:moveTo>
                <a:lnTo>
                  <a:pt x="38100" y="952500"/>
                </a:lnTo>
                <a:lnTo>
                  <a:pt x="38100" y="977900"/>
                </a:lnTo>
                <a:lnTo>
                  <a:pt x="2209800" y="977900"/>
                </a:lnTo>
                <a:lnTo>
                  <a:pt x="2209800" y="952500"/>
                </a:lnTo>
                <a:close/>
              </a:path>
              <a:path w="2247900" h="990600">
                <a:moveTo>
                  <a:pt x="2209800" y="12700"/>
                </a:moveTo>
                <a:lnTo>
                  <a:pt x="2209800" y="977900"/>
                </a:lnTo>
                <a:lnTo>
                  <a:pt x="2235200" y="952500"/>
                </a:lnTo>
                <a:lnTo>
                  <a:pt x="2247900" y="952500"/>
                </a:lnTo>
                <a:lnTo>
                  <a:pt x="2247900" y="38100"/>
                </a:lnTo>
                <a:lnTo>
                  <a:pt x="2235200" y="38100"/>
                </a:lnTo>
                <a:lnTo>
                  <a:pt x="2209800" y="12700"/>
                </a:lnTo>
                <a:close/>
              </a:path>
              <a:path w="2247900" h="990600">
                <a:moveTo>
                  <a:pt x="2247900" y="952500"/>
                </a:moveTo>
                <a:lnTo>
                  <a:pt x="2235200" y="952500"/>
                </a:lnTo>
                <a:lnTo>
                  <a:pt x="2209800" y="977900"/>
                </a:lnTo>
                <a:lnTo>
                  <a:pt x="2247900" y="977900"/>
                </a:lnTo>
                <a:lnTo>
                  <a:pt x="2247900" y="952500"/>
                </a:lnTo>
                <a:close/>
              </a:path>
              <a:path w="2247900" h="990600">
                <a:moveTo>
                  <a:pt x="38100" y="12700"/>
                </a:moveTo>
                <a:lnTo>
                  <a:pt x="12700" y="38100"/>
                </a:lnTo>
                <a:lnTo>
                  <a:pt x="38100" y="38100"/>
                </a:lnTo>
                <a:lnTo>
                  <a:pt x="38100" y="12700"/>
                </a:lnTo>
                <a:close/>
              </a:path>
              <a:path w="2247900" h="990600">
                <a:moveTo>
                  <a:pt x="2209800" y="12700"/>
                </a:moveTo>
                <a:lnTo>
                  <a:pt x="38100" y="12700"/>
                </a:lnTo>
                <a:lnTo>
                  <a:pt x="38100" y="38100"/>
                </a:lnTo>
                <a:lnTo>
                  <a:pt x="2209800" y="38100"/>
                </a:lnTo>
                <a:lnTo>
                  <a:pt x="2209800" y="12700"/>
                </a:lnTo>
                <a:close/>
              </a:path>
              <a:path w="2247900" h="990600">
                <a:moveTo>
                  <a:pt x="2247900" y="12700"/>
                </a:moveTo>
                <a:lnTo>
                  <a:pt x="2209800" y="12700"/>
                </a:lnTo>
                <a:lnTo>
                  <a:pt x="2235200" y="38100"/>
                </a:lnTo>
                <a:lnTo>
                  <a:pt x="2247900" y="38100"/>
                </a:lnTo>
                <a:lnTo>
                  <a:pt x="2247900" y="127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6718300" y="1531579"/>
            <a:ext cx="2028189" cy="873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01200"/>
              </a:lnSpc>
            </a:pPr>
            <a:r>
              <a:rPr sz="2800" spc="30" dirty="0">
                <a:latin typeface="Arial"/>
                <a:cs typeface="Arial"/>
              </a:rPr>
              <a:t>Ви</a:t>
            </a:r>
            <a:r>
              <a:rPr sz="2800" spc="15" dirty="0">
                <a:latin typeface="Arial"/>
                <a:cs typeface="Arial"/>
              </a:rPr>
              <a:t>з</a:t>
            </a:r>
            <a:r>
              <a:rPr sz="2800" spc="-100" dirty="0">
                <a:latin typeface="Arial"/>
                <a:cs typeface="Arial"/>
              </a:rPr>
              <a:t>у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-35" dirty="0">
                <a:latin typeface="Arial"/>
                <a:cs typeface="Arial"/>
              </a:rPr>
              <a:t>л</a:t>
            </a:r>
            <a:r>
              <a:rPr sz="2800" spc="35" dirty="0">
                <a:latin typeface="Arial"/>
                <a:cs typeface="Arial"/>
              </a:rPr>
              <a:t>ь</a:t>
            </a:r>
            <a:r>
              <a:rPr sz="2800" spc="-45" dirty="0">
                <a:latin typeface="Arial"/>
                <a:cs typeface="Arial"/>
              </a:rPr>
              <a:t>н</a:t>
            </a:r>
            <a:r>
              <a:rPr sz="2800" spc="-15" dirty="0">
                <a:latin typeface="Arial"/>
                <a:cs typeface="Arial"/>
              </a:rPr>
              <a:t>ы</a:t>
            </a:r>
            <a:r>
              <a:rPr sz="2800" dirty="0">
                <a:latin typeface="Arial"/>
                <a:cs typeface="Arial"/>
              </a:rPr>
              <a:t>й с</a:t>
            </a:r>
            <a:r>
              <a:rPr sz="2800" spc="-35" dirty="0">
                <a:latin typeface="Arial"/>
                <a:cs typeface="Arial"/>
              </a:rPr>
              <a:t>л</a:t>
            </a:r>
            <a:r>
              <a:rPr sz="2800" spc="-60" dirty="0">
                <a:latin typeface="Arial"/>
                <a:cs typeface="Arial"/>
              </a:rPr>
              <a:t>о</a:t>
            </a:r>
            <a:r>
              <a:rPr sz="2800" spc="-90" dirty="0">
                <a:latin typeface="Arial"/>
                <a:cs typeface="Arial"/>
              </a:rPr>
              <a:t>в</a:t>
            </a:r>
            <a:r>
              <a:rPr sz="2800" spc="-60" dirty="0">
                <a:latin typeface="Arial"/>
                <a:cs typeface="Arial"/>
              </a:rPr>
              <a:t>а</a:t>
            </a:r>
            <a:r>
              <a:rPr sz="2800" spc="40" dirty="0">
                <a:latin typeface="Arial"/>
                <a:cs typeface="Arial"/>
              </a:rPr>
              <a:t>р</a:t>
            </a:r>
            <a:r>
              <a:rPr sz="2800" dirty="0">
                <a:latin typeface="Arial"/>
                <a:cs typeface="Arial"/>
              </a:rPr>
              <a:t>ь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3700" y="2730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1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ар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</a:p>
        </p:txBody>
      </p:sp>
      <p:sp>
        <p:nvSpPr>
          <p:cNvPr id="3" name="object 3"/>
          <p:cNvSpPr/>
          <p:nvPr/>
        </p:nvSpPr>
        <p:spPr>
          <a:xfrm>
            <a:off x="2425700" y="1416050"/>
            <a:ext cx="5676900" cy="5264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02600" y="6934200"/>
            <a:ext cx="166179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Arial"/>
                <a:cs typeface="Arial"/>
              </a:rPr>
              <a:t>F</a:t>
            </a:r>
            <a:r>
              <a:rPr sz="1600" spc="5" dirty="0">
                <a:latin typeface="Arial"/>
                <a:cs typeface="Arial"/>
              </a:rPr>
              <a:t>e</a:t>
            </a:r>
            <a:r>
              <a:rPr sz="1600" spc="45" dirty="0">
                <a:latin typeface="Arial"/>
                <a:cs typeface="Arial"/>
              </a:rPr>
              <a:t>i</a:t>
            </a:r>
            <a:r>
              <a:rPr sz="1600" spc="-35" dirty="0">
                <a:latin typeface="Arial"/>
                <a:cs typeface="Arial"/>
              </a:rPr>
              <a:t>-</a:t>
            </a:r>
            <a:r>
              <a:rPr sz="1600" spc="20" dirty="0">
                <a:latin typeface="Arial"/>
                <a:cs typeface="Arial"/>
              </a:rPr>
              <a:t>F</a:t>
            </a:r>
            <a:r>
              <a:rPr sz="1600" spc="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t</a:t>
            </a:r>
            <a:r>
              <a:rPr sz="1600" spc="5" dirty="0">
                <a:latin typeface="Arial"/>
                <a:cs typeface="Arial"/>
              </a:rPr>
              <a:t> a</a:t>
            </a:r>
            <a:r>
              <a:rPr sz="1600" spc="-55" dirty="0">
                <a:latin typeface="Arial"/>
                <a:cs typeface="Arial"/>
              </a:rPr>
              <a:t>l</a:t>
            </a:r>
            <a:r>
              <a:rPr sz="1600" dirty="0">
                <a:latin typeface="Arial"/>
                <a:cs typeface="Arial"/>
              </a:rPr>
              <a:t>.</a:t>
            </a:r>
            <a:r>
              <a:rPr sz="1600" spc="5" dirty="0">
                <a:latin typeface="Arial"/>
                <a:cs typeface="Arial"/>
              </a:rPr>
              <a:t> 200</a:t>
            </a:r>
            <a:r>
              <a:rPr sz="1600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8620" y="341312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у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льн</a:t>
            </a:r>
            <a:r>
              <a:rPr b="1" dirty="0">
                <a:solidFill>
                  <a:schemeClr val="bg1"/>
                </a:solidFill>
                <a:latin typeface="+mn-lt"/>
              </a:rPr>
              <a:t>ые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ар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900" y="1384300"/>
            <a:ext cx="7000240" cy="338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р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5" dirty="0">
                <a:latin typeface="Arial"/>
                <a:cs typeface="Arial"/>
              </a:rPr>
              <a:t>я</a:t>
            </a:r>
            <a:r>
              <a:rPr sz="2400" dirty="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20" dirty="0">
                <a:latin typeface="Arial"/>
                <a:cs typeface="Arial"/>
              </a:rPr>
              <a:t>ий</a:t>
            </a:r>
            <a:r>
              <a:rPr sz="2000" dirty="0">
                <a:latin typeface="Arial"/>
                <a:cs typeface="Arial"/>
              </a:rPr>
              <a:t>: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а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ут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 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и</a:t>
            </a:r>
            <a:endParaRPr sz="20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5" dirty="0">
                <a:latin typeface="Arial"/>
                <a:cs typeface="Arial"/>
              </a:rPr>
              <a:t>Бо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ерео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ts val="2000"/>
              </a:lnSpc>
              <a:buFont typeface="Arial"/>
              <a:buChar char="•"/>
            </a:pPr>
            <a:endParaRPr sz="2000"/>
          </a:p>
          <a:p>
            <a:pPr lvl="1">
              <a:lnSpc>
                <a:spcPts val="2000"/>
              </a:lnSpc>
              <a:buFont typeface="Arial"/>
              <a:buChar char="•"/>
            </a:pPr>
            <a:endParaRPr sz="200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сть</a:t>
            </a:r>
            <a:endParaRPr sz="24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40" dirty="0">
                <a:latin typeface="Arial"/>
                <a:cs typeface="Arial"/>
              </a:rPr>
              <a:t>Д</a:t>
            </a:r>
            <a:r>
              <a:rPr sz="2000" spc="-15" dirty="0">
                <a:latin typeface="Arial"/>
                <a:cs typeface="Arial"/>
              </a:rPr>
              <a:t>ере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аре</a:t>
            </a:r>
            <a:r>
              <a:rPr sz="2000" dirty="0">
                <a:latin typeface="Arial"/>
                <a:cs typeface="Arial"/>
              </a:rPr>
              <a:t>й</a:t>
            </a:r>
            <a:endParaRPr sz="2000">
              <a:latin typeface="Arial"/>
              <a:cs typeface="Arial"/>
            </a:endParaRPr>
          </a:p>
          <a:p>
            <a:pPr marL="762000">
              <a:lnSpc>
                <a:spcPct val="100000"/>
              </a:lnSpc>
            </a:pP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145" dirty="0">
                <a:latin typeface="Arial"/>
                <a:cs typeface="Arial"/>
              </a:rPr>
              <a:t>N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S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55" dirty="0">
                <a:latin typeface="Arial"/>
                <a:cs typeface="Arial"/>
              </a:rPr>
              <a:t>w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14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s,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2006</a:t>
            </a:r>
            <a:r>
              <a:rPr sz="200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85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нн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е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ы</a:t>
            </a:r>
            <a:endParaRPr sz="20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Х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2200" y="2476500"/>
            <a:ext cx="2933700" cy="406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1562100"/>
            <a:ext cx="2971800" cy="223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68300" y="259586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algn="ctr">
              <a:lnSpc>
                <a:spcPct val="100000"/>
              </a:lnSpc>
            </a:pPr>
            <a:r>
              <a:rPr b="1" spc="15" dirty="0">
                <a:solidFill>
                  <a:schemeClr val="bg1"/>
                </a:solidFill>
                <a:latin typeface="+mn-lt"/>
              </a:rPr>
              <a:t>3</a:t>
            </a:r>
            <a:r>
              <a:rPr b="1" dirty="0">
                <a:solidFill>
                  <a:schemeClr val="bg1"/>
                </a:solidFill>
                <a:latin typeface="+mn-lt"/>
              </a:rPr>
              <a:t>.</a:t>
            </a:r>
            <a:r>
              <a:rPr b="1" spc="2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1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15" dirty="0">
                <a:solidFill>
                  <a:schemeClr val="bg1"/>
                </a:solidFill>
                <a:latin typeface="+mn-lt"/>
              </a:rPr>
              <a:t>«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spc="95" dirty="0">
                <a:solidFill>
                  <a:schemeClr val="bg1"/>
                </a:solidFill>
                <a:latin typeface="+mn-lt"/>
              </a:rPr>
              <a:t>к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dirty="0">
                <a:solidFill>
                  <a:schemeClr val="bg1"/>
                </a:solidFill>
                <a:latin typeface="+mn-lt"/>
              </a:rPr>
              <a:t>»</a:t>
            </a:r>
          </a:p>
        </p:txBody>
      </p:sp>
      <p:sp>
        <p:nvSpPr>
          <p:cNvPr id="4" name="object 4"/>
          <p:cNvSpPr/>
          <p:nvPr/>
        </p:nvSpPr>
        <p:spPr>
          <a:xfrm>
            <a:off x="5219700" y="3556000"/>
            <a:ext cx="3619500" cy="317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66200" y="3416300"/>
            <a:ext cx="43180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80000" y="3340100"/>
            <a:ext cx="4610100" cy="76200"/>
          </a:xfrm>
          <a:custGeom>
            <a:avLst/>
            <a:gdLst/>
            <a:ahLst/>
            <a:cxnLst/>
            <a:rect l="l" t="t" r="r" b="b"/>
            <a:pathLst>
              <a:path w="4610100" h="76200">
                <a:moveTo>
                  <a:pt x="4533900" y="0"/>
                </a:moveTo>
                <a:lnTo>
                  <a:pt x="4533900" y="76200"/>
                </a:lnTo>
                <a:lnTo>
                  <a:pt x="4584700" y="50800"/>
                </a:lnTo>
                <a:lnTo>
                  <a:pt x="4546600" y="50800"/>
                </a:lnTo>
                <a:lnTo>
                  <a:pt x="4546600" y="38100"/>
                </a:lnTo>
                <a:lnTo>
                  <a:pt x="4610100" y="38100"/>
                </a:lnTo>
                <a:lnTo>
                  <a:pt x="4533900" y="0"/>
                </a:lnTo>
                <a:close/>
              </a:path>
              <a:path w="4610100" h="76200">
                <a:moveTo>
                  <a:pt x="4533900" y="38100"/>
                </a:moveTo>
                <a:lnTo>
                  <a:pt x="0" y="38100"/>
                </a:lnTo>
                <a:lnTo>
                  <a:pt x="0" y="50800"/>
                </a:lnTo>
                <a:lnTo>
                  <a:pt x="4533900" y="50800"/>
                </a:lnTo>
                <a:lnTo>
                  <a:pt x="4533900" y="38100"/>
                </a:lnTo>
                <a:close/>
              </a:path>
              <a:path w="4610100" h="76200">
                <a:moveTo>
                  <a:pt x="4610100" y="38100"/>
                </a:moveTo>
                <a:lnTo>
                  <a:pt x="4546600" y="38100"/>
                </a:lnTo>
                <a:lnTo>
                  <a:pt x="4546600" y="50800"/>
                </a:lnTo>
                <a:lnTo>
                  <a:pt x="4584700" y="50800"/>
                </a:lnTo>
                <a:lnTo>
                  <a:pt x="4610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41900" y="1574800"/>
            <a:ext cx="76200" cy="1803400"/>
          </a:xfrm>
          <a:custGeom>
            <a:avLst/>
            <a:gdLst/>
            <a:ahLst/>
            <a:cxnLst/>
            <a:rect l="l" t="t" r="r" b="b"/>
            <a:pathLst>
              <a:path w="76200" h="1803400">
                <a:moveTo>
                  <a:pt x="38100" y="63500"/>
                </a:moveTo>
                <a:lnTo>
                  <a:pt x="25400" y="63500"/>
                </a:lnTo>
                <a:lnTo>
                  <a:pt x="25400" y="1803400"/>
                </a:lnTo>
                <a:lnTo>
                  <a:pt x="38100" y="1803400"/>
                </a:lnTo>
                <a:lnTo>
                  <a:pt x="38100" y="63500"/>
                </a:lnTo>
                <a:close/>
              </a:path>
              <a:path w="76200" h="180340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803400">
                <a:moveTo>
                  <a:pt x="69850" y="63500"/>
                </a:moveTo>
                <a:lnTo>
                  <a:pt x="38100" y="63500"/>
                </a:lnTo>
                <a:lnTo>
                  <a:pt x="381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21300" y="2984500"/>
            <a:ext cx="152400" cy="393700"/>
          </a:xfrm>
          <a:custGeom>
            <a:avLst/>
            <a:gdLst/>
            <a:ahLst/>
            <a:cxnLst/>
            <a:rect l="l" t="t" r="r" b="b"/>
            <a:pathLst>
              <a:path w="152400" h="393700">
                <a:moveTo>
                  <a:pt x="0" y="393700"/>
                </a:moveTo>
                <a:lnTo>
                  <a:pt x="152400" y="393700"/>
                </a:lnTo>
                <a:lnTo>
                  <a:pt x="152400" y="0"/>
                </a:lnTo>
                <a:lnTo>
                  <a:pt x="0" y="0"/>
                </a:lnTo>
                <a:lnTo>
                  <a:pt x="0" y="3937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21300" y="2984500"/>
            <a:ext cx="152400" cy="406400"/>
          </a:xfrm>
          <a:custGeom>
            <a:avLst/>
            <a:gdLst/>
            <a:ahLst/>
            <a:cxnLst/>
            <a:rect l="l" t="t" r="r" b="b"/>
            <a:pathLst>
              <a:path w="152400" h="406400">
                <a:moveTo>
                  <a:pt x="12700" y="0"/>
                </a:moveTo>
                <a:lnTo>
                  <a:pt x="0" y="12700"/>
                </a:lnTo>
                <a:lnTo>
                  <a:pt x="0" y="406400"/>
                </a:lnTo>
                <a:lnTo>
                  <a:pt x="152400" y="406400"/>
                </a:lnTo>
                <a:lnTo>
                  <a:pt x="152400" y="393700"/>
                </a:lnTo>
                <a:lnTo>
                  <a:pt x="12700" y="393700"/>
                </a:lnTo>
                <a:lnTo>
                  <a:pt x="12700" y="0"/>
                </a:lnTo>
                <a:close/>
              </a:path>
              <a:path w="152400" h="406400">
                <a:moveTo>
                  <a:pt x="139700" y="0"/>
                </a:moveTo>
                <a:lnTo>
                  <a:pt x="139700" y="393700"/>
                </a:lnTo>
                <a:lnTo>
                  <a:pt x="152400" y="393700"/>
                </a:lnTo>
                <a:lnTo>
                  <a:pt x="152400" y="12700"/>
                </a:lnTo>
                <a:lnTo>
                  <a:pt x="139700" y="0"/>
                </a:lnTo>
                <a:close/>
              </a:path>
              <a:path w="152400" h="4064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52400" h="406400">
                <a:moveTo>
                  <a:pt x="1397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39700" y="12700"/>
                </a:lnTo>
                <a:lnTo>
                  <a:pt x="139700" y="0"/>
                </a:lnTo>
                <a:close/>
              </a:path>
              <a:path w="152400" h="406400">
                <a:moveTo>
                  <a:pt x="152400" y="0"/>
                </a:moveTo>
                <a:lnTo>
                  <a:pt x="139700" y="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13400" y="2260600"/>
            <a:ext cx="139700" cy="1117600"/>
          </a:xfrm>
          <a:custGeom>
            <a:avLst/>
            <a:gdLst/>
            <a:ahLst/>
            <a:cxnLst/>
            <a:rect l="l" t="t" r="r" b="b"/>
            <a:pathLst>
              <a:path w="139700" h="1117600">
                <a:moveTo>
                  <a:pt x="0" y="1117600"/>
                </a:moveTo>
                <a:lnTo>
                  <a:pt x="139700" y="1117600"/>
                </a:lnTo>
                <a:lnTo>
                  <a:pt x="139700" y="0"/>
                </a:lnTo>
                <a:lnTo>
                  <a:pt x="0" y="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13400" y="2260600"/>
            <a:ext cx="152400" cy="1130300"/>
          </a:xfrm>
          <a:custGeom>
            <a:avLst/>
            <a:gdLst/>
            <a:ahLst/>
            <a:cxnLst/>
            <a:rect l="l" t="t" r="r" b="b"/>
            <a:pathLst>
              <a:path w="152400" h="1130300">
                <a:moveTo>
                  <a:pt x="12700" y="0"/>
                </a:moveTo>
                <a:lnTo>
                  <a:pt x="0" y="12700"/>
                </a:lnTo>
                <a:lnTo>
                  <a:pt x="0" y="1130300"/>
                </a:lnTo>
                <a:lnTo>
                  <a:pt x="152400" y="1130300"/>
                </a:lnTo>
                <a:lnTo>
                  <a:pt x="152400" y="1117600"/>
                </a:lnTo>
                <a:lnTo>
                  <a:pt x="12700" y="1117600"/>
                </a:lnTo>
                <a:lnTo>
                  <a:pt x="12700" y="0"/>
                </a:lnTo>
                <a:close/>
              </a:path>
              <a:path w="152400" h="1130300">
                <a:moveTo>
                  <a:pt x="152400" y="0"/>
                </a:moveTo>
                <a:lnTo>
                  <a:pt x="139700" y="0"/>
                </a:lnTo>
                <a:lnTo>
                  <a:pt x="139700" y="1117600"/>
                </a:lnTo>
                <a:lnTo>
                  <a:pt x="152400" y="1117600"/>
                </a:lnTo>
                <a:lnTo>
                  <a:pt x="152400" y="0"/>
                </a:lnTo>
                <a:close/>
              </a:path>
              <a:path w="152400" h="11303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52400" h="1130300">
                <a:moveTo>
                  <a:pt x="1397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39700" y="12700"/>
                </a:lnTo>
                <a:lnTo>
                  <a:pt x="139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56300" y="2451100"/>
            <a:ext cx="139700" cy="927100"/>
          </a:xfrm>
          <a:custGeom>
            <a:avLst/>
            <a:gdLst/>
            <a:ahLst/>
            <a:cxnLst/>
            <a:rect l="l" t="t" r="r" b="b"/>
            <a:pathLst>
              <a:path w="139700" h="927100">
                <a:moveTo>
                  <a:pt x="0" y="927100"/>
                </a:moveTo>
                <a:lnTo>
                  <a:pt x="139700" y="927100"/>
                </a:lnTo>
                <a:lnTo>
                  <a:pt x="139700" y="0"/>
                </a:lnTo>
                <a:lnTo>
                  <a:pt x="0" y="0"/>
                </a:lnTo>
                <a:lnTo>
                  <a:pt x="0" y="927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3600" y="33845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49950" y="2451100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0"/>
                </a:moveTo>
                <a:lnTo>
                  <a:pt x="0" y="9271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02350" y="2451100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0"/>
                </a:moveTo>
                <a:lnTo>
                  <a:pt x="0" y="9271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56300" y="245745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99200" y="3187700"/>
            <a:ext cx="139700" cy="190500"/>
          </a:xfrm>
          <a:custGeom>
            <a:avLst/>
            <a:gdLst/>
            <a:ahLst/>
            <a:cxnLst/>
            <a:rect l="l" t="t" r="r" b="b"/>
            <a:pathLst>
              <a:path w="139700" h="190500">
                <a:moveTo>
                  <a:pt x="0" y="190500"/>
                </a:moveTo>
                <a:lnTo>
                  <a:pt x="139700" y="190500"/>
                </a:lnTo>
                <a:lnTo>
                  <a:pt x="1397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86500" y="33845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92850" y="3187700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86500" y="31813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45250" y="3187700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29400" y="1917700"/>
            <a:ext cx="152400" cy="1460500"/>
          </a:xfrm>
          <a:custGeom>
            <a:avLst/>
            <a:gdLst/>
            <a:ahLst/>
            <a:cxnLst/>
            <a:rect l="l" t="t" r="r" b="b"/>
            <a:pathLst>
              <a:path w="152400" h="1460500">
                <a:moveTo>
                  <a:pt x="0" y="1460500"/>
                </a:moveTo>
                <a:lnTo>
                  <a:pt x="152400" y="1460500"/>
                </a:lnTo>
                <a:lnTo>
                  <a:pt x="152400" y="0"/>
                </a:lnTo>
                <a:lnTo>
                  <a:pt x="0" y="0"/>
                </a:lnTo>
                <a:lnTo>
                  <a:pt x="0" y="14605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29400" y="1917700"/>
            <a:ext cx="152400" cy="1473200"/>
          </a:xfrm>
          <a:custGeom>
            <a:avLst/>
            <a:gdLst/>
            <a:ahLst/>
            <a:cxnLst/>
            <a:rect l="l" t="t" r="r" b="b"/>
            <a:pathLst>
              <a:path w="152400" h="1473200">
                <a:moveTo>
                  <a:pt x="12700" y="0"/>
                </a:moveTo>
                <a:lnTo>
                  <a:pt x="0" y="12700"/>
                </a:lnTo>
                <a:lnTo>
                  <a:pt x="0" y="1473200"/>
                </a:lnTo>
                <a:lnTo>
                  <a:pt x="152400" y="1473200"/>
                </a:lnTo>
                <a:lnTo>
                  <a:pt x="152400" y="1460500"/>
                </a:lnTo>
                <a:lnTo>
                  <a:pt x="12700" y="1460500"/>
                </a:lnTo>
                <a:lnTo>
                  <a:pt x="12700" y="0"/>
                </a:lnTo>
                <a:close/>
              </a:path>
              <a:path w="152400" h="1473200">
                <a:moveTo>
                  <a:pt x="139700" y="0"/>
                </a:moveTo>
                <a:lnTo>
                  <a:pt x="139700" y="1460500"/>
                </a:lnTo>
                <a:lnTo>
                  <a:pt x="152400" y="1460500"/>
                </a:lnTo>
                <a:lnTo>
                  <a:pt x="152400" y="12700"/>
                </a:lnTo>
                <a:lnTo>
                  <a:pt x="139700" y="0"/>
                </a:lnTo>
                <a:close/>
              </a:path>
              <a:path w="152400" h="14732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52400" h="1473200">
                <a:moveTo>
                  <a:pt x="1397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39700" y="12700"/>
                </a:lnTo>
                <a:lnTo>
                  <a:pt x="139700" y="0"/>
                </a:lnTo>
                <a:close/>
              </a:path>
              <a:path w="152400" h="1473200">
                <a:moveTo>
                  <a:pt x="152400" y="0"/>
                </a:moveTo>
                <a:lnTo>
                  <a:pt x="139700" y="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72300" y="2654300"/>
            <a:ext cx="152400" cy="723900"/>
          </a:xfrm>
          <a:custGeom>
            <a:avLst/>
            <a:gdLst/>
            <a:ahLst/>
            <a:cxnLst/>
            <a:rect l="l" t="t" r="r" b="b"/>
            <a:pathLst>
              <a:path w="152400" h="723900">
                <a:moveTo>
                  <a:pt x="0" y="723900"/>
                </a:moveTo>
                <a:lnTo>
                  <a:pt x="152400" y="723900"/>
                </a:lnTo>
                <a:lnTo>
                  <a:pt x="1524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72300" y="338455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78650" y="26543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72300" y="264795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18350" y="2654300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15200" y="2362200"/>
            <a:ext cx="139700" cy="1016000"/>
          </a:xfrm>
          <a:custGeom>
            <a:avLst/>
            <a:gdLst/>
            <a:ahLst/>
            <a:cxnLst/>
            <a:rect l="l" t="t" r="r" b="b"/>
            <a:pathLst>
              <a:path w="139700" h="1016000">
                <a:moveTo>
                  <a:pt x="0" y="1016000"/>
                </a:moveTo>
                <a:lnTo>
                  <a:pt x="139700" y="1016000"/>
                </a:lnTo>
                <a:lnTo>
                  <a:pt x="13970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02500" y="33845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08850" y="2362200"/>
            <a:ext cx="0" cy="1016000"/>
          </a:xfrm>
          <a:custGeom>
            <a:avLst/>
            <a:gdLst/>
            <a:ahLst/>
            <a:cxnLst/>
            <a:rect l="l" t="t" r="r" b="b"/>
            <a:pathLst>
              <a:path h="1016000">
                <a:moveTo>
                  <a:pt x="0" y="0"/>
                </a:moveTo>
                <a:lnTo>
                  <a:pt x="0" y="10160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02500" y="23558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461250" y="2362200"/>
            <a:ext cx="0" cy="1016000"/>
          </a:xfrm>
          <a:custGeom>
            <a:avLst/>
            <a:gdLst/>
            <a:ahLst/>
            <a:cxnLst/>
            <a:rect l="l" t="t" r="r" b="b"/>
            <a:pathLst>
              <a:path h="1016000">
                <a:moveTo>
                  <a:pt x="0" y="0"/>
                </a:moveTo>
                <a:lnTo>
                  <a:pt x="0" y="10160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07300" y="2844800"/>
            <a:ext cx="139700" cy="533400"/>
          </a:xfrm>
          <a:custGeom>
            <a:avLst/>
            <a:gdLst/>
            <a:ahLst/>
            <a:cxnLst/>
            <a:rect l="l" t="t" r="r" b="b"/>
            <a:pathLst>
              <a:path w="139700" h="533400">
                <a:moveTo>
                  <a:pt x="0" y="533400"/>
                </a:moveTo>
                <a:lnTo>
                  <a:pt x="139700" y="533400"/>
                </a:lnTo>
                <a:lnTo>
                  <a:pt x="1397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594600" y="33845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00950" y="28448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594600" y="28384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53350" y="28448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950200" y="2260600"/>
            <a:ext cx="139700" cy="1117600"/>
          </a:xfrm>
          <a:custGeom>
            <a:avLst/>
            <a:gdLst/>
            <a:ahLst/>
            <a:cxnLst/>
            <a:rect l="l" t="t" r="r" b="b"/>
            <a:pathLst>
              <a:path w="139700" h="1117600">
                <a:moveTo>
                  <a:pt x="0" y="1117600"/>
                </a:moveTo>
                <a:lnTo>
                  <a:pt x="139700" y="1117600"/>
                </a:lnTo>
                <a:lnTo>
                  <a:pt x="139700" y="0"/>
                </a:lnTo>
                <a:lnTo>
                  <a:pt x="0" y="0"/>
                </a:lnTo>
                <a:lnTo>
                  <a:pt x="0" y="11176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937500" y="338455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43850" y="2260600"/>
            <a:ext cx="0" cy="1117600"/>
          </a:xfrm>
          <a:custGeom>
            <a:avLst/>
            <a:gdLst/>
            <a:ahLst/>
            <a:cxnLst/>
            <a:rect l="l" t="t" r="r" b="b"/>
            <a:pathLst>
              <a:path h="1117600">
                <a:moveTo>
                  <a:pt x="0" y="0"/>
                </a:moveTo>
                <a:lnTo>
                  <a:pt x="0" y="11176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096250" y="2260600"/>
            <a:ext cx="0" cy="1117600"/>
          </a:xfrm>
          <a:custGeom>
            <a:avLst/>
            <a:gdLst/>
            <a:ahLst/>
            <a:cxnLst/>
            <a:rect l="l" t="t" r="r" b="b"/>
            <a:pathLst>
              <a:path h="1117600">
                <a:moveTo>
                  <a:pt x="0" y="0"/>
                </a:moveTo>
                <a:lnTo>
                  <a:pt x="0" y="11176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950200" y="226695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80400" y="3086100"/>
            <a:ext cx="152400" cy="292100"/>
          </a:xfrm>
          <a:custGeom>
            <a:avLst/>
            <a:gdLst/>
            <a:ahLst/>
            <a:cxnLst/>
            <a:rect l="l" t="t" r="r" b="b"/>
            <a:pathLst>
              <a:path w="152400" h="292100">
                <a:moveTo>
                  <a:pt x="0" y="292100"/>
                </a:moveTo>
                <a:lnTo>
                  <a:pt x="152400" y="292100"/>
                </a:lnTo>
                <a:lnTo>
                  <a:pt x="152400" y="0"/>
                </a:lnTo>
                <a:lnTo>
                  <a:pt x="0" y="0"/>
                </a:lnTo>
                <a:lnTo>
                  <a:pt x="0" y="292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80400" y="30861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12700" y="0"/>
                </a:moveTo>
                <a:lnTo>
                  <a:pt x="0" y="12700"/>
                </a:lnTo>
                <a:lnTo>
                  <a:pt x="0" y="304800"/>
                </a:lnTo>
                <a:lnTo>
                  <a:pt x="152400" y="304800"/>
                </a:lnTo>
                <a:lnTo>
                  <a:pt x="152400" y="292100"/>
                </a:lnTo>
                <a:lnTo>
                  <a:pt x="12700" y="292100"/>
                </a:lnTo>
                <a:lnTo>
                  <a:pt x="12700" y="0"/>
                </a:lnTo>
                <a:close/>
              </a:path>
              <a:path w="152400" h="304800">
                <a:moveTo>
                  <a:pt x="139700" y="0"/>
                </a:moveTo>
                <a:lnTo>
                  <a:pt x="139700" y="292100"/>
                </a:lnTo>
                <a:lnTo>
                  <a:pt x="152400" y="292100"/>
                </a:lnTo>
                <a:lnTo>
                  <a:pt x="152400" y="12700"/>
                </a:lnTo>
                <a:lnTo>
                  <a:pt x="139700" y="0"/>
                </a:lnTo>
                <a:close/>
              </a:path>
              <a:path w="152400" h="3048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52400" h="304800">
                <a:moveTo>
                  <a:pt x="1397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39700" y="12700"/>
                </a:lnTo>
                <a:lnTo>
                  <a:pt x="139700" y="0"/>
                </a:lnTo>
                <a:close/>
              </a:path>
              <a:path w="152400" h="304800">
                <a:moveTo>
                  <a:pt x="152400" y="0"/>
                </a:moveTo>
                <a:lnTo>
                  <a:pt x="139700" y="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72500" y="2552700"/>
            <a:ext cx="152400" cy="825500"/>
          </a:xfrm>
          <a:custGeom>
            <a:avLst/>
            <a:gdLst/>
            <a:ahLst/>
            <a:cxnLst/>
            <a:rect l="l" t="t" r="r" b="b"/>
            <a:pathLst>
              <a:path w="152400" h="825500">
                <a:moveTo>
                  <a:pt x="0" y="825500"/>
                </a:moveTo>
                <a:lnTo>
                  <a:pt x="152400" y="825500"/>
                </a:lnTo>
                <a:lnTo>
                  <a:pt x="152400" y="0"/>
                </a:lnTo>
                <a:lnTo>
                  <a:pt x="0" y="0"/>
                </a:lnTo>
                <a:lnTo>
                  <a:pt x="0" y="8255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572500" y="2552700"/>
            <a:ext cx="152400" cy="838200"/>
          </a:xfrm>
          <a:custGeom>
            <a:avLst/>
            <a:gdLst/>
            <a:ahLst/>
            <a:cxnLst/>
            <a:rect l="l" t="t" r="r" b="b"/>
            <a:pathLst>
              <a:path w="152400" h="838200">
                <a:moveTo>
                  <a:pt x="12700" y="0"/>
                </a:moveTo>
                <a:lnTo>
                  <a:pt x="0" y="12700"/>
                </a:lnTo>
                <a:lnTo>
                  <a:pt x="0" y="838200"/>
                </a:lnTo>
                <a:lnTo>
                  <a:pt x="152400" y="838200"/>
                </a:lnTo>
                <a:lnTo>
                  <a:pt x="152400" y="825500"/>
                </a:lnTo>
                <a:lnTo>
                  <a:pt x="12700" y="825500"/>
                </a:lnTo>
                <a:lnTo>
                  <a:pt x="12700" y="0"/>
                </a:lnTo>
                <a:close/>
              </a:path>
              <a:path w="152400" h="838200">
                <a:moveTo>
                  <a:pt x="139700" y="0"/>
                </a:moveTo>
                <a:lnTo>
                  <a:pt x="139700" y="825500"/>
                </a:lnTo>
                <a:lnTo>
                  <a:pt x="152400" y="825500"/>
                </a:lnTo>
                <a:lnTo>
                  <a:pt x="152400" y="12700"/>
                </a:lnTo>
                <a:lnTo>
                  <a:pt x="139700" y="0"/>
                </a:lnTo>
                <a:close/>
              </a:path>
              <a:path w="152400" h="8382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52400" h="838200">
                <a:moveTo>
                  <a:pt x="1397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39700" y="12700"/>
                </a:lnTo>
                <a:lnTo>
                  <a:pt x="139700" y="0"/>
                </a:lnTo>
                <a:close/>
              </a:path>
              <a:path w="152400" h="838200">
                <a:moveTo>
                  <a:pt x="152400" y="0"/>
                </a:moveTo>
                <a:lnTo>
                  <a:pt x="139700" y="0"/>
                </a:lnTo>
                <a:lnTo>
                  <a:pt x="152400" y="127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711700" y="1887568"/>
            <a:ext cx="314960" cy="9702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ы</a:t>
            </a:r>
            <a:endParaRPr sz="20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267200" y="2362200"/>
            <a:ext cx="469900" cy="482600"/>
          </a:xfrm>
          <a:custGeom>
            <a:avLst/>
            <a:gdLst/>
            <a:ahLst/>
            <a:cxnLst/>
            <a:rect l="l" t="t" r="r" b="b"/>
            <a:pathLst>
              <a:path w="469900" h="482600">
                <a:moveTo>
                  <a:pt x="241300" y="0"/>
                </a:moveTo>
                <a:lnTo>
                  <a:pt x="241300" y="114300"/>
                </a:lnTo>
                <a:lnTo>
                  <a:pt x="0" y="114300"/>
                </a:lnTo>
                <a:lnTo>
                  <a:pt x="0" y="355600"/>
                </a:lnTo>
                <a:lnTo>
                  <a:pt x="241300" y="355600"/>
                </a:lnTo>
                <a:lnTo>
                  <a:pt x="241300" y="482600"/>
                </a:lnTo>
                <a:lnTo>
                  <a:pt x="469900" y="241300"/>
                </a:lnTo>
                <a:lnTo>
                  <a:pt x="2413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54500" y="2336800"/>
            <a:ext cx="495300" cy="520700"/>
          </a:xfrm>
          <a:custGeom>
            <a:avLst/>
            <a:gdLst/>
            <a:ahLst/>
            <a:cxnLst/>
            <a:rect l="l" t="t" r="r" b="b"/>
            <a:pathLst>
              <a:path w="495300" h="520700">
                <a:moveTo>
                  <a:pt x="254000" y="494631"/>
                </a:moveTo>
                <a:lnTo>
                  <a:pt x="241300" y="508000"/>
                </a:lnTo>
                <a:lnTo>
                  <a:pt x="241300" y="520700"/>
                </a:lnTo>
                <a:lnTo>
                  <a:pt x="254000" y="508000"/>
                </a:lnTo>
                <a:lnTo>
                  <a:pt x="254000" y="494631"/>
                </a:lnTo>
                <a:close/>
              </a:path>
              <a:path w="495300" h="520700">
                <a:moveTo>
                  <a:pt x="241300" y="381000"/>
                </a:moveTo>
                <a:lnTo>
                  <a:pt x="241300" y="508000"/>
                </a:lnTo>
                <a:lnTo>
                  <a:pt x="254000" y="494631"/>
                </a:lnTo>
                <a:lnTo>
                  <a:pt x="254000" y="393700"/>
                </a:lnTo>
                <a:lnTo>
                  <a:pt x="241300" y="381000"/>
                </a:lnTo>
                <a:close/>
              </a:path>
              <a:path w="495300" h="520700">
                <a:moveTo>
                  <a:pt x="476412" y="260512"/>
                </a:moveTo>
                <a:lnTo>
                  <a:pt x="254000" y="494631"/>
                </a:lnTo>
                <a:lnTo>
                  <a:pt x="254000" y="508000"/>
                </a:lnTo>
                <a:lnTo>
                  <a:pt x="495300" y="266700"/>
                </a:lnTo>
                <a:lnTo>
                  <a:pt x="482600" y="266700"/>
                </a:lnTo>
                <a:lnTo>
                  <a:pt x="476412" y="260512"/>
                </a:lnTo>
                <a:close/>
              </a:path>
              <a:path w="495300" h="520700">
                <a:moveTo>
                  <a:pt x="12700" y="139700"/>
                </a:moveTo>
                <a:lnTo>
                  <a:pt x="0" y="139700"/>
                </a:lnTo>
                <a:lnTo>
                  <a:pt x="0" y="393700"/>
                </a:lnTo>
                <a:lnTo>
                  <a:pt x="241300" y="393700"/>
                </a:lnTo>
                <a:lnTo>
                  <a:pt x="241300" y="381000"/>
                </a:lnTo>
                <a:lnTo>
                  <a:pt x="12700" y="381000"/>
                </a:lnTo>
                <a:lnTo>
                  <a:pt x="12700" y="139700"/>
                </a:lnTo>
                <a:close/>
              </a:path>
              <a:path w="495300" h="520700">
                <a:moveTo>
                  <a:pt x="254000" y="381000"/>
                </a:moveTo>
                <a:lnTo>
                  <a:pt x="241300" y="381000"/>
                </a:lnTo>
                <a:lnTo>
                  <a:pt x="254000" y="393700"/>
                </a:lnTo>
                <a:lnTo>
                  <a:pt x="254000" y="381000"/>
                </a:lnTo>
                <a:close/>
              </a:path>
              <a:path w="495300" h="520700">
                <a:moveTo>
                  <a:pt x="482600" y="254000"/>
                </a:moveTo>
                <a:lnTo>
                  <a:pt x="476412" y="260512"/>
                </a:lnTo>
                <a:lnTo>
                  <a:pt x="482600" y="266700"/>
                </a:lnTo>
                <a:lnTo>
                  <a:pt x="482600" y="254000"/>
                </a:lnTo>
                <a:close/>
              </a:path>
              <a:path w="495300" h="520700">
                <a:moveTo>
                  <a:pt x="483204" y="254000"/>
                </a:moveTo>
                <a:lnTo>
                  <a:pt x="482600" y="254000"/>
                </a:lnTo>
                <a:lnTo>
                  <a:pt x="482600" y="266700"/>
                </a:lnTo>
                <a:lnTo>
                  <a:pt x="495300" y="266700"/>
                </a:lnTo>
                <a:lnTo>
                  <a:pt x="483204" y="254000"/>
                </a:lnTo>
                <a:close/>
              </a:path>
              <a:path w="495300" h="520700">
                <a:moveTo>
                  <a:pt x="265490" y="25400"/>
                </a:moveTo>
                <a:lnTo>
                  <a:pt x="254000" y="25400"/>
                </a:lnTo>
                <a:lnTo>
                  <a:pt x="254000" y="38100"/>
                </a:lnTo>
                <a:lnTo>
                  <a:pt x="476412" y="260512"/>
                </a:lnTo>
                <a:lnTo>
                  <a:pt x="482600" y="254000"/>
                </a:lnTo>
                <a:lnTo>
                  <a:pt x="483204" y="254000"/>
                </a:lnTo>
                <a:lnTo>
                  <a:pt x="265490" y="25400"/>
                </a:lnTo>
                <a:close/>
              </a:path>
              <a:path w="495300" h="520700">
                <a:moveTo>
                  <a:pt x="241300" y="25400"/>
                </a:moveTo>
                <a:lnTo>
                  <a:pt x="241300" y="139700"/>
                </a:lnTo>
                <a:lnTo>
                  <a:pt x="12700" y="139700"/>
                </a:lnTo>
                <a:lnTo>
                  <a:pt x="12700" y="152400"/>
                </a:lnTo>
                <a:lnTo>
                  <a:pt x="254000" y="152400"/>
                </a:lnTo>
                <a:lnTo>
                  <a:pt x="254000" y="38100"/>
                </a:lnTo>
                <a:lnTo>
                  <a:pt x="241300" y="25400"/>
                </a:lnTo>
                <a:close/>
              </a:path>
              <a:path w="495300" h="520700">
                <a:moveTo>
                  <a:pt x="241300" y="0"/>
                </a:moveTo>
                <a:lnTo>
                  <a:pt x="241300" y="25400"/>
                </a:lnTo>
                <a:lnTo>
                  <a:pt x="254000" y="38100"/>
                </a:lnTo>
                <a:lnTo>
                  <a:pt x="254000" y="25400"/>
                </a:lnTo>
                <a:lnTo>
                  <a:pt x="265490" y="25400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079500" y="3937000"/>
            <a:ext cx="8470900" cy="2639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035810" algn="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а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2100"/>
              </a:lnSpc>
            </a:pPr>
            <a:endParaRPr sz="210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45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ерё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105" dirty="0">
                <a:latin typeface="Arial"/>
                <a:cs typeface="Arial"/>
              </a:rPr>
              <a:t>нн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5" dirty="0">
                <a:latin typeface="Arial"/>
                <a:cs typeface="Arial"/>
              </a:rPr>
              <a:t>«</a:t>
            </a:r>
            <a:r>
              <a:rPr sz="2000" spc="30" dirty="0">
                <a:latin typeface="Arial"/>
                <a:cs typeface="Arial"/>
              </a:rPr>
              <a:t>К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»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т</a:t>
            </a:r>
            <a:endParaRPr sz="2000">
              <a:latin typeface="Arial"/>
              <a:cs typeface="Arial"/>
            </a:endParaRPr>
          </a:p>
          <a:p>
            <a:pPr marL="812800" marR="829310" lvl="1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812800" algn="l"/>
              </a:tabLst>
            </a:pPr>
            <a:r>
              <a:rPr sz="2000" spc="40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ар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н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т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, 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р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spc="30" dirty="0">
                <a:latin typeface="Arial"/>
                <a:cs typeface="Arial"/>
              </a:rPr>
              <a:t> д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г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 –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р 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40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мм</a:t>
            </a:r>
            <a:r>
              <a:rPr sz="2000" dirty="0">
                <a:latin typeface="Arial"/>
                <a:cs typeface="Arial"/>
              </a:rPr>
              <a:t>у 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т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ф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 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1300" y="3492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dirty="0">
                <a:solidFill>
                  <a:schemeClr val="bg1"/>
                </a:solidFill>
                <a:latin typeface="+mn-lt"/>
              </a:rPr>
              <a:t>юме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м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ш</a:t>
            </a:r>
            <a:r>
              <a:rPr b="1" dirty="0">
                <a:solidFill>
                  <a:schemeClr val="bg1"/>
                </a:solidFill>
                <a:latin typeface="+mn-lt"/>
              </a:rPr>
              <a:t>ка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8100" y="1534139"/>
            <a:ext cx="7256145" cy="236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39115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х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»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«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»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э</a:t>
            </a:r>
            <a:r>
              <a:rPr sz="2400" spc="20" dirty="0">
                <a:latin typeface="Arial"/>
                <a:cs typeface="Arial"/>
              </a:rPr>
              <a:t>фф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endParaRPr sz="2400">
              <a:latin typeface="Arial"/>
              <a:cs typeface="Arial"/>
            </a:endParaRPr>
          </a:p>
          <a:p>
            <a:pPr marL="355600" marR="6350" indent="-342900">
              <a:lnSpc>
                <a:spcPct val="100699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тся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и 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км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Есть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х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ии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5" dirty="0">
                <a:latin typeface="Arial"/>
                <a:cs typeface="Arial"/>
              </a:rPr>
              <a:t>Б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V</a:t>
            </a:r>
            <a:r>
              <a:rPr sz="2000" spc="-15" dirty="0">
                <a:latin typeface="Arial"/>
                <a:cs typeface="Arial"/>
              </a:rPr>
              <a:t>L</a:t>
            </a:r>
            <a:r>
              <a:rPr sz="2000" spc="-25" dirty="0">
                <a:latin typeface="Arial"/>
                <a:cs typeface="Arial"/>
              </a:rPr>
              <a:t>F</a:t>
            </a:r>
            <a:r>
              <a:rPr sz="2000" spc="-15" dirty="0">
                <a:latin typeface="Arial"/>
                <a:cs typeface="Arial"/>
              </a:rPr>
              <a:t>ea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u="heavy" spc="-114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h</a:t>
            </a:r>
            <a:r>
              <a:rPr sz="2000" u="heavy" spc="4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tt</a:t>
            </a:r>
            <a:r>
              <a:rPr sz="2000" u="heavy" spc="-1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p</a:t>
            </a:r>
            <a:r>
              <a:rPr sz="2000" u="heavy" spc="4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://</a:t>
            </a:r>
            <a:r>
              <a:rPr sz="2000" u="heavy" spc="5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www</a:t>
            </a:r>
            <a:r>
              <a:rPr sz="2000" u="heavy" spc="4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.</a:t>
            </a:r>
            <a:r>
              <a:rPr sz="2000" u="heavy" spc="-10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v</a:t>
            </a:r>
            <a:r>
              <a:rPr sz="2000" u="heavy" spc="-4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l</a:t>
            </a:r>
            <a:r>
              <a:rPr sz="2000" u="heavy" spc="4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f</a:t>
            </a:r>
            <a:r>
              <a:rPr sz="2000" u="heavy" spc="-1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ea</a:t>
            </a:r>
            <a:r>
              <a:rPr sz="2000" u="heavy" spc="4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t.</a:t>
            </a:r>
            <a:r>
              <a:rPr sz="2000" u="heavy" spc="-15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o</a:t>
            </a:r>
            <a:r>
              <a:rPr sz="2000" u="heavy" spc="3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r</a:t>
            </a:r>
            <a:r>
              <a:rPr sz="2000" u="heavy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g/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210" y="3492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dirty="0">
                <a:solidFill>
                  <a:schemeClr val="bg1"/>
                </a:solidFill>
                <a:latin typeface="+mn-lt"/>
              </a:rPr>
              <a:t>юме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dirty="0">
                <a:solidFill>
                  <a:schemeClr val="bg1"/>
                </a:solidFill>
                <a:latin typeface="+mn-lt"/>
              </a:rPr>
              <a:t>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300" y="1381739"/>
            <a:ext cx="10134600" cy="4927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51205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ш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зу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д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в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нны</a:t>
            </a:r>
            <a:r>
              <a:rPr sz="2400" spc="-45" dirty="0">
                <a:latin typeface="Arial"/>
                <a:cs typeface="Arial"/>
              </a:rPr>
              <a:t>й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355600" marR="6350" indent="-342900">
              <a:lnSpc>
                <a:spcPts val="2800"/>
              </a:lnSpc>
              <a:spcBef>
                <a:spcPts val="7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уля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, 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пт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щ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ю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и</a:t>
            </a:r>
          </a:p>
          <a:p>
            <a:pPr marL="355600" indent="-34290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:</a:t>
            </a: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15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мм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ц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</a:p>
          <a:p>
            <a:pPr marL="762000" lvl="1" indent="-2921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15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мм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15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мм</a:t>
            </a:r>
            <a:r>
              <a:rPr sz="2000" dirty="0">
                <a:latin typeface="Arial"/>
                <a:cs typeface="Arial"/>
              </a:rPr>
              <a:t>ы 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40" dirty="0">
                <a:latin typeface="Arial"/>
                <a:cs typeface="Arial"/>
              </a:rPr>
              <a:t>ы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2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в</a:t>
            </a:r>
          </a:p>
          <a:p>
            <a:pPr marL="355600" marR="294640" indent="-342900">
              <a:lnSpc>
                <a:spcPct val="100699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й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в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у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ю,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сти</a:t>
            </a:r>
          </a:p>
          <a:p>
            <a:pPr marL="762000" marR="100965" lvl="1" indent="-2921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ся</a:t>
            </a:r>
            <a:r>
              <a:rPr sz="2000" spc="26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30" dirty="0">
                <a:latin typeface="Arial"/>
                <a:cs typeface="Arial"/>
              </a:rPr>
              <a:t>д</a:t>
            </a:r>
            <a:r>
              <a:rPr sz="2000" dirty="0">
                <a:latin typeface="Arial"/>
                <a:cs typeface="Arial"/>
              </a:rPr>
              <a:t>а 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з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3</a:t>
            </a:r>
            <a:r>
              <a:rPr sz="2000" dirty="0">
                <a:latin typeface="Arial"/>
                <a:cs typeface="Arial"/>
              </a:rPr>
              <a:t>х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й </a:t>
            </a:r>
            <a:r>
              <a:rPr sz="2000" spc="30" dirty="0">
                <a:latin typeface="Arial"/>
                <a:cs typeface="Arial"/>
              </a:rPr>
              <a:t>(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6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мм</a:t>
            </a:r>
            <a:r>
              <a:rPr sz="2000" dirty="0">
                <a:latin typeface="Arial"/>
                <a:cs typeface="Arial"/>
              </a:rPr>
              <a:t>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96850" y="282431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30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ор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27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55" dirty="0">
                <a:solidFill>
                  <a:schemeClr val="bg1"/>
                </a:solidFill>
                <a:latin typeface="+mn-lt"/>
              </a:rPr>
              <a:t>ж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1648439"/>
            <a:ext cx="6460490" cy="294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, 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 (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ф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dirty="0">
                <a:latin typeface="Arial"/>
                <a:cs typeface="Arial"/>
              </a:rPr>
              <a:t>)</a:t>
            </a:r>
          </a:p>
          <a:p>
            <a:pPr marL="762000" lvl="1" indent="-2921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5" dirty="0">
                <a:latin typeface="Arial"/>
                <a:cs typeface="Arial"/>
              </a:rPr>
              <a:t>N</a:t>
            </a:r>
            <a:r>
              <a:rPr sz="2000" spc="-15" dirty="0">
                <a:latin typeface="Arial"/>
                <a:cs typeface="Arial"/>
              </a:rPr>
              <a:t>ea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st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N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g</a:t>
            </a:r>
            <a:r>
              <a:rPr sz="2000" spc="-114" dirty="0">
                <a:latin typeface="Arial"/>
                <a:cs typeface="Arial"/>
              </a:rPr>
              <a:t>h</a:t>
            </a:r>
            <a:r>
              <a:rPr sz="2000" spc="-15" dirty="0">
                <a:latin typeface="Arial"/>
                <a:cs typeface="Arial"/>
              </a:rPr>
              <a:t>bo</a:t>
            </a:r>
            <a:r>
              <a:rPr sz="2000" spc="-114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r 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30" dirty="0">
                <a:latin typeface="Arial"/>
                <a:cs typeface="Arial"/>
              </a:rPr>
              <a:t>(+</a:t>
            </a:r>
            <a:r>
              <a:rPr sz="2000" dirty="0">
                <a:latin typeface="Arial"/>
                <a:cs typeface="Arial"/>
              </a:rPr>
              <a:t>k</a:t>
            </a:r>
            <a:r>
              <a:rPr sz="2000" spc="-145" dirty="0">
                <a:latin typeface="Arial"/>
                <a:cs typeface="Arial"/>
              </a:rPr>
              <a:t>N</a:t>
            </a:r>
            <a:r>
              <a:rPr sz="2000" spc="-150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)</a:t>
            </a:r>
          </a:p>
          <a:p>
            <a:pPr marL="762000" lvl="1" indent="-2921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SV</a:t>
            </a:r>
            <a:r>
              <a:rPr sz="2000" dirty="0">
                <a:latin typeface="Arial"/>
                <a:cs typeface="Arial"/>
              </a:rPr>
              <a:t>M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45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-15" dirty="0">
                <a:latin typeface="Arial"/>
                <a:cs typeface="Arial"/>
              </a:rPr>
              <a:t>do</a:t>
            </a:r>
            <a:r>
              <a:rPr sz="2000" dirty="0">
                <a:latin typeface="Arial"/>
                <a:cs typeface="Arial"/>
              </a:rPr>
              <a:t>m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st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35" dirty="0">
                <a:latin typeface="Arial"/>
                <a:cs typeface="Arial"/>
              </a:rPr>
              <a:t>B</a:t>
            </a:r>
            <a:r>
              <a:rPr sz="2000" spc="-15" dirty="0">
                <a:latin typeface="Arial"/>
                <a:cs typeface="Arial"/>
              </a:rPr>
              <a:t>oo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g</a:t>
            </a:r>
          </a:p>
          <a:p>
            <a:pPr marL="762000" lvl="1" indent="-292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61365" algn="l"/>
                <a:tab pos="762000" algn="l"/>
              </a:tabLst>
            </a:pPr>
            <a:r>
              <a:rPr sz="2000" spc="-145" dirty="0">
                <a:latin typeface="Arial"/>
                <a:cs typeface="Arial"/>
              </a:rPr>
              <a:t>N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-114" dirty="0">
                <a:latin typeface="Arial"/>
                <a:cs typeface="Arial"/>
              </a:rPr>
              <a:t>u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l 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N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spc="40" dirty="0">
                <a:latin typeface="Arial"/>
                <a:cs typeface="Arial"/>
              </a:rPr>
              <a:t>t</a:t>
            </a:r>
            <a:r>
              <a:rPr sz="2000" spc="55" dirty="0">
                <a:latin typeface="Arial"/>
                <a:cs typeface="Arial"/>
              </a:rPr>
              <a:t>w</a:t>
            </a:r>
            <a:r>
              <a:rPr sz="2000" spc="-15" dirty="0">
                <a:latin typeface="Arial"/>
                <a:cs typeface="Arial"/>
              </a:rPr>
              <a:t>o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2300" y="5384800"/>
            <a:ext cx="6418580" cy="1190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ы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105" dirty="0">
                <a:latin typeface="Arial"/>
                <a:cs typeface="Arial"/>
              </a:rPr>
              <a:t>V</a:t>
            </a:r>
            <a:r>
              <a:rPr sz="2400" dirty="0">
                <a:latin typeface="Arial"/>
                <a:cs typeface="Arial"/>
              </a:rPr>
              <a:t>M</a:t>
            </a:r>
          </a:p>
          <a:p>
            <a:pPr marL="355600" marR="6350" indent="-342900">
              <a:lnSpc>
                <a:spcPts val="2800"/>
              </a:lnSpc>
              <a:spcBef>
                <a:spcPts val="7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ду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а для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м</a:t>
            </a:r>
          </a:p>
        </p:txBody>
      </p:sp>
      <p:sp>
        <p:nvSpPr>
          <p:cNvPr id="5" name="object 5"/>
          <p:cNvSpPr/>
          <p:nvPr/>
        </p:nvSpPr>
        <p:spPr>
          <a:xfrm>
            <a:off x="8712200" y="2667000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0" y="127000"/>
                </a:moveTo>
                <a:lnTo>
                  <a:pt x="114300" y="127000"/>
                </a:lnTo>
                <a:lnTo>
                  <a:pt x="1143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99500" y="2667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700" y="0"/>
                </a:moveTo>
                <a:lnTo>
                  <a:pt x="0" y="0"/>
                </a:lnTo>
                <a:lnTo>
                  <a:pt x="0" y="127000"/>
                </a:lnTo>
                <a:lnTo>
                  <a:pt x="12700" y="127000"/>
                </a:lnTo>
                <a:lnTo>
                  <a:pt x="12700" y="0"/>
                </a:lnTo>
                <a:close/>
              </a:path>
              <a:path w="127000" h="127000">
                <a:moveTo>
                  <a:pt x="114300" y="114300"/>
                </a:moveTo>
                <a:lnTo>
                  <a:pt x="12700" y="114300"/>
                </a:lnTo>
                <a:lnTo>
                  <a:pt x="12700" y="127000"/>
                </a:lnTo>
                <a:lnTo>
                  <a:pt x="114300" y="127000"/>
                </a:lnTo>
                <a:lnTo>
                  <a:pt x="114300" y="114300"/>
                </a:lnTo>
                <a:close/>
              </a:path>
              <a:path w="127000" h="127000">
                <a:moveTo>
                  <a:pt x="114300" y="0"/>
                </a:moveTo>
                <a:lnTo>
                  <a:pt x="114300" y="127000"/>
                </a:lnTo>
                <a:lnTo>
                  <a:pt x="127000" y="114300"/>
                </a:lnTo>
                <a:lnTo>
                  <a:pt x="127000" y="12700"/>
                </a:lnTo>
                <a:lnTo>
                  <a:pt x="114300" y="0"/>
                </a:lnTo>
                <a:close/>
              </a:path>
              <a:path w="127000" h="127000">
                <a:moveTo>
                  <a:pt x="127000" y="114300"/>
                </a:moveTo>
                <a:lnTo>
                  <a:pt x="114300" y="127000"/>
                </a:lnTo>
                <a:lnTo>
                  <a:pt x="127000" y="127000"/>
                </a:lnTo>
                <a:lnTo>
                  <a:pt x="127000" y="114300"/>
                </a:lnTo>
                <a:close/>
              </a:path>
              <a:path w="127000" h="127000">
                <a:moveTo>
                  <a:pt x="1143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  <a:path w="127000" h="127000">
                <a:moveTo>
                  <a:pt x="127000" y="0"/>
                </a:moveTo>
                <a:lnTo>
                  <a:pt x="114300" y="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1000" y="2667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27000"/>
                </a:moveTo>
                <a:lnTo>
                  <a:pt x="127000" y="127000"/>
                </a:lnTo>
                <a:lnTo>
                  <a:pt x="1270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01000" y="2667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14300"/>
                </a:moveTo>
                <a:lnTo>
                  <a:pt x="0" y="127000"/>
                </a:lnTo>
                <a:lnTo>
                  <a:pt x="12700" y="127000"/>
                </a:lnTo>
                <a:lnTo>
                  <a:pt x="0" y="114300"/>
                </a:lnTo>
                <a:close/>
              </a:path>
              <a:path w="127000" h="127000">
                <a:moveTo>
                  <a:pt x="12700" y="0"/>
                </a:moveTo>
                <a:lnTo>
                  <a:pt x="0" y="12700"/>
                </a:lnTo>
                <a:lnTo>
                  <a:pt x="0" y="114300"/>
                </a:lnTo>
                <a:lnTo>
                  <a:pt x="12700" y="127000"/>
                </a:lnTo>
                <a:lnTo>
                  <a:pt x="12700" y="0"/>
                </a:lnTo>
                <a:close/>
              </a:path>
              <a:path w="127000" h="127000">
                <a:moveTo>
                  <a:pt x="114300" y="114300"/>
                </a:moveTo>
                <a:lnTo>
                  <a:pt x="12700" y="114300"/>
                </a:lnTo>
                <a:lnTo>
                  <a:pt x="12700" y="127000"/>
                </a:lnTo>
                <a:lnTo>
                  <a:pt x="114300" y="127000"/>
                </a:lnTo>
                <a:lnTo>
                  <a:pt x="114300" y="114300"/>
                </a:lnTo>
                <a:close/>
              </a:path>
              <a:path w="127000" h="127000">
                <a:moveTo>
                  <a:pt x="114300" y="0"/>
                </a:moveTo>
                <a:lnTo>
                  <a:pt x="114300" y="127000"/>
                </a:lnTo>
                <a:lnTo>
                  <a:pt x="127000" y="114300"/>
                </a:lnTo>
                <a:lnTo>
                  <a:pt x="127000" y="12700"/>
                </a:lnTo>
                <a:lnTo>
                  <a:pt x="114300" y="0"/>
                </a:lnTo>
                <a:close/>
              </a:path>
              <a:path w="127000" h="127000">
                <a:moveTo>
                  <a:pt x="127000" y="114300"/>
                </a:moveTo>
                <a:lnTo>
                  <a:pt x="114300" y="127000"/>
                </a:lnTo>
                <a:lnTo>
                  <a:pt x="127000" y="127000"/>
                </a:lnTo>
                <a:lnTo>
                  <a:pt x="127000" y="114300"/>
                </a:lnTo>
                <a:close/>
              </a:path>
              <a:path w="127000" h="1270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27000" h="127000">
                <a:moveTo>
                  <a:pt x="1143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  <a:path w="127000" h="127000">
                <a:moveTo>
                  <a:pt x="127000" y="0"/>
                </a:moveTo>
                <a:lnTo>
                  <a:pt x="114300" y="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56600" y="1562100"/>
            <a:ext cx="114300" cy="1231900"/>
          </a:xfrm>
          <a:custGeom>
            <a:avLst/>
            <a:gdLst/>
            <a:ahLst/>
            <a:cxnLst/>
            <a:rect l="l" t="t" r="r" b="b"/>
            <a:pathLst>
              <a:path w="114300" h="1231900">
                <a:moveTo>
                  <a:pt x="0" y="1231900"/>
                </a:moveTo>
                <a:lnTo>
                  <a:pt x="114300" y="1231900"/>
                </a:lnTo>
                <a:lnTo>
                  <a:pt x="114300" y="0"/>
                </a:lnTo>
                <a:lnTo>
                  <a:pt x="0" y="0"/>
                </a:lnTo>
                <a:lnTo>
                  <a:pt x="0" y="12319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56600" y="1549400"/>
            <a:ext cx="127000" cy="1244600"/>
          </a:xfrm>
          <a:custGeom>
            <a:avLst/>
            <a:gdLst/>
            <a:ahLst/>
            <a:cxnLst/>
            <a:rect l="l" t="t" r="r" b="b"/>
            <a:pathLst>
              <a:path w="127000" h="1244600">
                <a:moveTo>
                  <a:pt x="0" y="1231900"/>
                </a:moveTo>
                <a:lnTo>
                  <a:pt x="0" y="1244600"/>
                </a:lnTo>
                <a:lnTo>
                  <a:pt x="12700" y="1244600"/>
                </a:lnTo>
                <a:lnTo>
                  <a:pt x="0" y="1231900"/>
                </a:lnTo>
                <a:close/>
              </a:path>
              <a:path w="127000" h="1244600">
                <a:moveTo>
                  <a:pt x="127000" y="0"/>
                </a:moveTo>
                <a:lnTo>
                  <a:pt x="0" y="0"/>
                </a:lnTo>
                <a:lnTo>
                  <a:pt x="0" y="1231900"/>
                </a:lnTo>
                <a:lnTo>
                  <a:pt x="12700" y="1244600"/>
                </a:lnTo>
                <a:lnTo>
                  <a:pt x="12700" y="1270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  <a:path w="127000" h="1244600">
                <a:moveTo>
                  <a:pt x="114300" y="1231900"/>
                </a:moveTo>
                <a:lnTo>
                  <a:pt x="12700" y="1231900"/>
                </a:lnTo>
                <a:lnTo>
                  <a:pt x="12700" y="1244600"/>
                </a:lnTo>
                <a:lnTo>
                  <a:pt x="114300" y="1244600"/>
                </a:lnTo>
                <a:lnTo>
                  <a:pt x="114300" y="1231900"/>
                </a:lnTo>
                <a:close/>
              </a:path>
              <a:path w="127000" h="1244600">
                <a:moveTo>
                  <a:pt x="127000" y="12700"/>
                </a:moveTo>
                <a:lnTo>
                  <a:pt x="114300" y="12700"/>
                </a:lnTo>
                <a:lnTo>
                  <a:pt x="114300" y="1244600"/>
                </a:lnTo>
                <a:lnTo>
                  <a:pt x="127000" y="1244600"/>
                </a:lnTo>
                <a:lnTo>
                  <a:pt x="127000" y="1270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32900" y="1917700"/>
            <a:ext cx="114300" cy="876300"/>
          </a:xfrm>
          <a:custGeom>
            <a:avLst/>
            <a:gdLst/>
            <a:ahLst/>
            <a:cxnLst/>
            <a:rect l="l" t="t" r="r" b="b"/>
            <a:pathLst>
              <a:path w="114300" h="876300">
                <a:moveTo>
                  <a:pt x="0" y="876300"/>
                </a:moveTo>
                <a:lnTo>
                  <a:pt x="114300" y="876300"/>
                </a:lnTo>
                <a:lnTo>
                  <a:pt x="114300" y="0"/>
                </a:lnTo>
                <a:lnTo>
                  <a:pt x="0" y="0"/>
                </a:lnTo>
                <a:lnTo>
                  <a:pt x="0" y="876300"/>
                </a:lnTo>
                <a:close/>
              </a:path>
            </a:pathLst>
          </a:custGeom>
          <a:solidFill>
            <a:srgbClr val="B0EAA2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32900" y="1905000"/>
            <a:ext cx="127000" cy="889000"/>
          </a:xfrm>
          <a:custGeom>
            <a:avLst/>
            <a:gdLst/>
            <a:ahLst/>
            <a:cxnLst/>
            <a:rect l="l" t="t" r="r" b="b"/>
            <a:pathLst>
              <a:path w="127000" h="889000">
                <a:moveTo>
                  <a:pt x="0" y="876300"/>
                </a:moveTo>
                <a:lnTo>
                  <a:pt x="0" y="889000"/>
                </a:lnTo>
                <a:lnTo>
                  <a:pt x="12700" y="889000"/>
                </a:lnTo>
                <a:lnTo>
                  <a:pt x="0" y="876300"/>
                </a:lnTo>
                <a:close/>
              </a:path>
              <a:path w="127000" h="889000">
                <a:moveTo>
                  <a:pt x="127000" y="0"/>
                </a:moveTo>
                <a:lnTo>
                  <a:pt x="0" y="0"/>
                </a:lnTo>
                <a:lnTo>
                  <a:pt x="0" y="876300"/>
                </a:lnTo>
                <a:lnTo>
                  <a:pt x="12700" y="889000"/>
                </a:lnTo>
                <a:lnTo>
                  <a:pt x="12700" y="1270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  <a:path w="127000" h="889000">
                <a:moveTo>
                  <a:pt x="114300" y="876300"/>
                </a:moveTo>
                <a:lnTo>
                  <a:pt x="12700" y="876300"/>
                </a:lnTo>
                <a:lnTo>
                  <a:pt x="12700" y="889000"/>
                </a:lnTo>
                <a:lnTo>
                  <a:pt x="114300" y="889000"/>
                </a:lnTo>
                <a:lnTo>
                  <a:pt x="114300" y="876300"/>
                </a:lnTo>
                <a:close/>
              </a:path>
              <a:path w="127000" h="889000">
                <a:moveTo>
                  <a:pt x="127000" y="12700"/>
                </a:moveTo>
                <a:lnTo>
                  <a:pt x="114300" y="12700"/>
                </a:lnTo>
                <a:lnTo>
                  <a:pt x="114300" y="889000"/>
                </a:lnTo>
                <a:lnTo>
                  <a:pt x="127000" y="889000"/>
                </a:lnTo>
                <a:lnTo>
                  <a:pt x="127000" y="12700"/>
                </a:lnTo>
                <a:close/>
              </a:path>
            </a:pathLst>
          </a:custGeom>
          <a:solidFill>
            <a:srgbClr val="5C473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08900" y="2692400"/>
            <a:ext cx="1930400" cy="190500"/>
          </a:xfrm>
          <a:custGeom>
            <a:avLst/>
            <a:gdLst/>
            <a:ahLst/>
            <a:cxnLst/>
            <a:rect l="l" t="t" r="r" b="b"/>
            <a:pathLst>
              <a:path w="1930400" h="190500">
                <a:moveTo>
                  <a:pt x="1816100" y="0"/>
                </a:moveTo>
                <a:lnTo>
                  <a:pt x="1816100" y="190500"/>
                </a:lnTo>
                <a:lnTo>
                  <a:pt x="1914071" y="114300"/>
                </a:lnTo>
                <a:lnTo>
                  <a:pt x="1841500" y="114300"/>
                </a:lnTo>
                <a:lnTo>
                  <a:pt x="1841500" y="76200"/>
                </a:lnTo>
                <a:lnTo>
                  <a:pt x="1901825" y="76200"/>
                </a:lnTo>
                <a:lnTo>
                  <a:pt x="1816100" y="0"/>
                </a:lnTo>
                <a:close/>
              </a:path>
              <a:path w="1930400" h="190500">
                <a:moveTo>
                  <a:pt x="1816100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1816100" y="114300"/>
                </a:lnTo>
                <a:lnTo>
                  <a:pt x="1816100" y="76200"/>
                </a:lnTo>
                <a:close/>
              </a:path>
              <a:path w="1930400" h="190500">
                <a:moveTo>
                  <a:pt x="1901825" y="76200"/>
                </a:moveTo>
                <a:lnTo>
                  <a:pt x="1841500" y="76200"/>
                </a:lnTo>
                <a:lnTo>
                  <a:pt x="1841500" y="114300"/>
                </a:lnTo>
                <a:lnTo>
                  <a:pt x="1914071" y="114300"/>
                </a:lnTo>
                <a:lnTo>
                  <a:pt x="1930400" y="101600"/>
                </a:lnTo>
                <a:lnTo>
                  <a:pt x="19018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20000" y="1447800"/>
            <a:ext cx="190500" cy="1346200"/>
          </a:xfrm>
          <a:custGeom>
            <a:avLst/>
            <a:gdLst/>
            <a:ahLst/>
            <a:cxnLst/>
            <a:rect l="l" t="t" r="r" b="b"/>
            <a:pathLst>
              <a:path w="190500" h="1346200">
                <a:moveTo>
                  <a:pt x="114300" y="88900"/>
                </a:moveTo>
                <a:lnTo>
                  <a:pt x="76200" y="88900"/>
                </a:lnTo>
                <a:lnTo>
                  <a:pt x="76200" y="1346200"/>
                </a:lnTo>
                <a:lnTo>
                  <a:pt x="114300" y="1346200"/>
                </a:lnTo>
                <a:lnTo>
                  <a:pt x="114300" y="88900"/>
                </a:lnTo>
                <a:close/>
              </a:path>
              <a:path w="190500" h="1346200">
                <a:moveTo>
                  <a:pt x="8890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88900"/>
                </a:lnTo>
                <a:lnTo>
                  <a:pt x="167922" y="88900"/>
                </a:lnTo>
                <a:lnTo>
                  <a:pt x="88900" y="0"/>
                </a:lnTo>
                <a:close/>
              </a:path>
              <a:path w="190500" h="1346200">
                <a:moveTo>
                  <a:pt x="167922" y="88900"/>
                </a:moveTo>
                <a:lnTo>
                  <a:pt x="114300" y="8890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67922" y="88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05900" y="2844800"/>
            <a:ext cx="3175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74000" y="2832100"/>
            <a:ext cx="266700" cy="279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216900" y="2832100"/>
            <a:ext cx="3175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572500" y="2857500"/>
            <a:ext cx="431800" cy="241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37600" y="6261100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0" y="127000"/>
                </a:moveTo>
                <a:lnTo>
                  <a:pt x="114300" y="127000"/>
                </a:lnTo>
                <a:lnTo>
                  <a:pt x="1143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31250" y="6261100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70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37600" y="638175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58250" y="6261100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70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737600" y="626745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13700" y="5486400"/>
            <a:ext cx="114300" cy="901700"/>
          </a:xfrm>
          <a:custGeom>
            <a:avLst/>
            <a:gdLst/>
            <a:ahLst/>
            <a:cxnLst/>
            <a:rect l="l" t="t" r="r" b="b"/>
            <a:pathLst>
              <a:path w="114300" h="901700">
                <a:moveTo>
                  <a:pt x="0" y="901700"/>
                </a:moveTo>
                <a:lnTo>
                  <a:pt x="114300" y="901700"/>
                </a:lnTo>
                <a:lnTo>
                  <a:pt x="114300" y="0"/>
                </a:lnTo>
                <a:lnTo>
                  <a:pt x="0" y="0"/>
                </a:lnTo>
                <a:lnTo>
                  <a:pt x="0" y="901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13700" y="5486400"/>
            <a:ext cx="127000" cy="901700"/>
          </a:xfrm>
          <a:custGeom>
            <a:avLst/>
            <a:gdLst/>
            <a:ahLst/>
            <a:cxnLst/>
            <a:rect l="l" t="t" r="r" b="b"/>
            <a:pathLst>
              <a:path w="127000" h="901700">
                <a:moveTo>
                  <a:pt x="0" y="889000"/>
                </a:moveTo>
                <a:lnTo>
                  <a:pt x="0" y="901700"/>
                </a:lnTo>
                <a:lnTo>
                  <a:pt x="12700" y="901700"/>
                </a:lnTo>
                <a:lnTo>
                  <a:pt x="0" y="889000"/>
                </a:lnTo>
                <a:close/>
              </a:path>
              <a:path w="127000" h="901700">
                <a:moveTo>
                  <a:pt x="12700" y="0"/>
                </a:moveTo>
                <a:lnTo>
                  <a:pt x="0" y="12700"/>
                </a:lnTo>
                <a:lnTo>
                  <a:pt x="0" y="889000"/>
                </a:lnTo>
                <a:lnTo>
                  <a:pt x="12700" y="901700"/>
                </a:lnTo>
                <a:lnTo>
                  <a:pt x="12700" y="0"/>
                </a:lnTo>
                <a:close/>
              </a:path>
              <a:path w="127000" h="901700">
                <a:moveTo>
                  <a:pt x="114300" y="889000"/>
                </a:moveTo>
                <a:lnTo>
                  <a:pt x="12700" y="889000"/>
                </a:lnTo>
                <a:lnTo>
                  <a:pt x="12700" y="901700"/>
                </a:lnTo>
                <a:lnTo>
                  <a:pt x="114300" y="901700"/>
                </a:lnTo>
                <a:lnTo>
                  <a:pt x="114300" y="889000"/>
                </a:lnTo>
                <a:close/>
              </a:path>
              <a:path w="127000" h="901700">
                <a:moveTo>
                  <a:pt x="127000" y="0"/>
                </a:moveTo>
                <a:lnTo>
                  <a:pt x="114300" y="0"/>
                </a:lnTo>
                <a:lnTo>
                  <a:pt x="114300" y="901700"/>
                </a:lnTo>
                <a:lnTo>
                  <a:pt x="127000" y="901700"/>
                </a:lnTo>
                <a:lnTo>
                  <a:pt x="127000" y="0"/>
                </a:lnTo>
                <a:close/>
              </a:path>
              <a:path w="127000" h="9017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27000" h="901700">
                <a:moveTo>
                  <a:pt x="1143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69300" y="62611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27000"/>
                </a:moveTo>
                <a:lnTo>
                  <a:pt x="127000" y="127000"/>
                </a:lnTo>
                <a:lnTo>
                  <a:pt x="1270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69300" y="62611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14300"/>
                </a:moveTo>
                <a:lnTo>
                  <a:pt x="0" y="127000"/>
                </a:lnTo>
                <a:lnTo>
                  <a:pt x="12700" y="127000"/>
                </a:lnTo>
                <a:lnTo>
                  <a:pt x="0" y="114300"/>
                </a:lnTo>
                <a:close/>
              </a:path>
              <a:path w="127000" h="127000">
                <a:moveTo>
                  <a:pt x="12700" y="0"/>
                </a:moveTo>
                <a:lnTo>
                  <a:pt x="0" y="12700"/>
                </a:lnTo>
                <a:lnTo>
                  <a:pt x="0" y="114300"/>
                </a:lnTo>
                <a:lnTo>
                  <a:pt x="12700" y="127000"/>
                </a:lnTo>
                <a:lnTo>
                  <a:pt x="12700" y="0"/>
                </a:lnTo>
                <a:close/>
              </a:path>
              <a:path w="127000" h="127000">
                <a:moveTo>
                  <a:pt x="114300" y="114300"/>
                </a:moveTo>
                <a:lnTo>
                  <a:pt x="12700" y="114300"/>
                </a:lnTo>
                <a:lnTo>
                  <a:pt x="12700" y="127000"/>
                </a:lnTo>
                <a:lnTo>
                  <a:pt x="114300" y="127000"/>
                </a:lnTo>
                <a:lnTo>
                  <a:pt x="114300" y="114300"/>
                </a:lnTo>
                <a:close/>
              </a:path>
              <a:path w="127000" h="127000">
                <a:moveTo>
                  <a:pt x="114300" y="0"/>
                </a:moveTo>
                <a:lnTo>
                  <a:pt x="114300" y="127000"/>
                </a:lnTo>
                <a:lnTo>
                  <a:pt x="127000" y="114300"/>
                </a:lnTo>
                <a:lnTo>
                  <a:pt x="127000" y="12700"/>
                </a:lnTo>
                <a:lnTo>
                  <a:pt x="114300" y="0"/>
                </a:lnTo>
                <a:close/>
              </a:path>
              <a:path w="127000" h="127000">
                <a:moveTo>
                  <a:pt x="127000" y="114300"/>
                </a:moveTo>
                <a:lnTo>
                  <a:pt x="114300" y="127000"/>
                </a:lnTo>
                <a:lnTo>
                  <a:pt x="127000" y="127000"/>
                </a:lnTo>
                <a:lnTo>
                  <a:pt x="127000" y="114300"/>
                </a:lnTo>
                <a:close/>
              </a:path>
              <a:path w="127000" h="1270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27000" h="127000">
                <a:moveTo>
                  <a:pt x="1143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  <a:path w="127000" h="127000">
                <a:moveTo>
                  <a:pt x="127000" y="0"/>
                </a:moveTo>
                <a:lnTo>
                  <a:pt x="114300" y="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71000" y="6324600"/>
            <a:ext cx="114300" cy="63500"/>
          </a:xfrm>
          <a:custGeom>
            <a:avLst/>
            <a:gdLst/>
            <a:ahLst/>
            <a:cxnLst/>
            <a:rect l="l" t="t" r="r" b="b"/>
            <a:pathLst>
              <a:path w="114300" h="63500">
                <a:moveTo>
                  <a:pt x="0" y="63500"/>
                </a:moveTo>
                <a:lnTo>
                  <a:pt x="114300" y="63500"/>
                </a:lnTo>
                <a:lnTo>
                  <a:pt x="1143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271000" y="6324600"/>
            <a:ext cx="127000" cy="63500"/>
          </a:xfrm>
          <a:custGeom>
            <a:avLst/>
            <a:gdLst/>
            <a:ahLst/>
            <a:cxnLst/>
            <a:rect l="l" t="t" r="r" b="b"/>
            <a:pathLst>
              <a:path w="127000" h="63500">
                <a:moveTo>
                  <a:pt x="0" y="50800"/>
                </a:moveTo>
                <a:lnTo>
                  <a:pt x="0" y="63500"/>
                </a:lnTo>
                <a:lnTo>
                  <a:pt x="12700" y="63500"/>
                </a:lnTo>
                <a:lnTo>
                  <a:pt x="0" y="50800"/>
                </a:lnTo>
                <a:close/>
              </a:path>
              <a:path w="127000" h="63500">
                <a:moveTo>
                  <a:pt x="12700" y="0"/>
                </a:moveTo>
                <a:lnTo>
                  <a:pt x="0" y="12700"/>
                </a:lnTo>
                <a:lnTo>
                  <a:pt x="0" y="50800"/>
                </a:lnTo>
                <a:lnTo>
                  <a:pt x="12700" y="63500"/>
                </a:lnTo>
                <a:lnTo>
                  <a:pt x="12700" y="0"/>
                </a:lnTo>
                <a:close/>
              </a:path>
              <a:path w="127000" h="63500">
                <a:moveTo>
                  <a:pt x="114300" y="50800"/>
                </a:moveTo>
                <a:lnTo>
                  <a:pt x="12700" y="50800"/>
                </a:lnTo>
                <a:lnTo>
                  <a:pt x="12700" y="63500"/>
                </a:lnTo>
                <a:lnTo>
                  <a:pt x="114300" y="63500"/>
                </a:lnTo>
                <a:lnTo>
                  <a:pt x="114300" y="50800"/>
                </a:lnTo>
                <a:close/>
              </a:path>
              <a:path w="127000" h="63500">
                <a:moveTo>
                  <a:pt x="127000" y="0"/>
                </a:moveTo>
                <a:lnTo>
                  <a:pt x="114300" y="0"/>
                </a:lnTo>
                <a:lnTo>
                  <a:pt x="114300" y="63500"/>
                </a:lnTo>
                <a:lnTo>
                  <a:pt x="127000" y="63500"/>
                </a:lnTo>
                <a:lnTo>
                  <a:pt x="127000" y="0"/>
                </a:lnTo>
                <a:close/>
              </a:path>
              <a:path w="127000" h="635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27000" h="63500">
                <a:moveTo>
                  <a:pt x="1143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08900" y="6286500"/>
            <a:ext cx="1981200" cy="190500"/>
          </a:xfrm>
          <a:custGeom>
            <a:avLst/>
            <a:gdLst/>
            <a:ahLst/>
            <a:cxnLst/>
            <a:rect l="l" t="t" r="r" b="b"/>
            <a:pathLst>
              <a:path w="1981200" h="190500">
                <a:moveTo>
                  <a:pt x="1866900" y="0"/>
                </a:moveTo>
                <a:lnTo>
                  <a:pt x="1866900" y="190500"/>
                </a:lnTo>
                <a:lnTo>
                  <a:pt x="1964871" y="114300"/>
                </a:lnTo>
                <a:lnTo>
                  <a:pt x="1892300" y="114300"/>
                </a:lnTo>
                <a:lnTo>
                  <a:pt x="1892300" y="76200"/>
                </a:lnTo>
                <a:lnTo>
                  <a:pt x="1952625" y="76200"/>
                </a:lnTo>
                <a:lnTo>
                  <a:pt x="1866900" y="0"/>
                </a:lnTo>
                <a:close/>
              </a:path>
              <a:path w="1981200" h="190500">
                <a:moveTo>
                  <a:pt x="1866900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1866900" y="114300"/>
                </a:lnTo>
                <a:lnTo>
                  <a:pt x="1866900" y="76200"/>
                </a:lnTo>
                <a:close/>
              </a:path>
              <a:path w="1981200" h="190500">
                <a:moveTo>
                  <a:pt x="1952625" y="76200"/>
                </a:moveTo>
                <a:lnTo>
                  <a:pt x="1892300" y="76200"/>
                </a:lnTo>
                <a:lnTo>
                  <a:pt x="1892300" y="114300"/>
                </a:lnTo>
                <a:lnTo>
                  <a:pt x="1964871" y="114300"/>
                </a:lnTo>
                <a:lnTo>
                  <a:pt x="1981200" y="101600"/>
                </a:lnTo>
                <a:lnTo>
                  <a:pt x="19526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20000" y="5003800"/>
            <a:ext cx="190500" cy="1384300"/>
          </a:xfrm>
          <a:custGeom>
            <a:avLst/>
            <a:gdLst/>
            <a:ahLst/>
            <a:cxnLst/>
            <a:rect l="l" t="t" r="r" b="b"/>
            <a:pathLst>
              <a:path w="190500" h="1384300">
                <a:moveTo>
                  <a:pt x="114300" y="101600"/>
                </a:moveTo>
                <a:lnTo>
                  <a:pt x="76200" y="101600"/>
                </a:lnTo>
                <a:lnTo>
                  <a:pt x="76200" y="1384300"/>
                </a:lnTo>
                <a:lnTo>
                  <a:pt x="114300" y="1384300"/>
                </a:lnTo>
                <a:lnTo>
                  <a:pt x="114300" y="101600"/>
                </a:lnTo>
                <a:close/>
              </a:path>
              <a:path w="190500" h="1384300">
                <a:moveTo>
                  <a:pt x="8890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101600"/>
                </a:lnTo>
                <a:lnTo>
                  <a:pt x="179211" y="101600"/>
                </a:lnTo>
                <a:lnTo>
                  <a:pt x="88900" y="0"/>
                </a:lnTo>
                <a:close/>
              </a:path>
              <a:path w="190500" h="1384300">
                <a:moveTo>
                  <a:pt x="179211" y="101600"/>
                </a:moveTo>
                <a:lnTo>
                  <a:pt x="114300" y="10160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79211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194800" y="6413500"/>
            <a:ext cx="317500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74000" y="6400800"/>
            <a:ext cx="266700" cy="2921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29600" y="6426200"/>
            <a:ext cx="749300" cy="241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01100" y="3175000"/>
            <a:ext cx="127000" cy="1422400"/>
          </a:xfrm>
          <a:custGeom>
            <a:avLst/>
            <a:gdLst/>
            <a:ahLst/>
            <a:cxnLst/>
            <a:rect l="l" t="t" r="r" b="b"/>
            <a:pathLst>
              <a:path w="127000" h="1422400">
                <a:moveTo>
                  <a:pt x="0" y="1422400"/>
                </a:moveTo>
                <a:lnTo>
                  <a:pt x="127000" y="1422400"/>
                </a:lnTo>
                <a:lnTo>
                  <a:pt x="127000" y="0"/>
                </a:lnTo>
                <a:lnTo>
                  <a:pt x="0" y="0"/>
                </a:lnTo>
                <a:lnTo>
                  <a:pt x="0" y="14224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801100" y="3175000"/>
            <a:ext cx="127000" cy="1435100"/>
          </a:xfrm>
          <a:custGeom>
            <a:avLst/>
            <a:gdLst/>
            <a:ahLst/>
            <a:cxnLst/>
            <a:rect l="l" t="t" r="r" b="b"/>
            <a:pathLst>
              <a:path w="127000" h="1435100">
                <a:moveTo>
                  <a:pt x="12700" y="0"/>
                </a:moveTo>
                <a:lnTo>
                  <a:pt x="0" y="12700"/>
                </a:lnTo>
                <a:lnTo>
                  <a:pt x="0" y="1435100"/>
                </a:lnTo>
                <a:lnTo>
                  <a:pt x="127000" y="1435100"/>
                </a:lnTo>
                <a:lnTo>
                  <a:pt x="127000" y="1422400"/>
                </a:lnTo>
                <a:lnTo>
                  <a:pt x="12700" y="1422400"/>
                </a:lnTo>
                <a:lnTo>
                  <a:pt x="12700" y="0"/>
                </a:lnTo>
                <a:close/>
              </a:path>
              <a:path w="127000" h="1435100">
                <a:moveTo>
                  <a:pt x="114300" y="0"/>
                </a:moveTo>
                <a:lnTo>
                  <a:pt x="114300" y="1422400"/>
                </a:lnTo>
                <a:lnTo>
                  <a:pt x="127000" y="1422400"/>
                </a:lnTo>
                <a:lnTo>
                  <a:pt x="127000" y="12700"/>
                </a:lnTo>
                <a:lnTo>
                  <a:pt x="114300" y="0"/>
                </a:lnTo>
                <a:close/>
              </a:path>
              <a:path w="127000" h="14351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0"/>
                </a:lnTo>
                <a:close/>
              </a:path>
              <a:path w="127000" h="1435100">
                <a:moveTo>
                  <a:pt x="11430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114300" y="12700"/>
                </a:lnTo>
                <a:lnTo>
                  <a:pt x="114300" y="0"/>
                </a:lnTo>
                <a:close/>
              </a:path>
              <a:path w="127000" h="1435100">
                <a:moveTo>
                  <a:pt x="127000" y="0"/>
                </a:moveTo>
                <a:lnTo>
                  <a:pt x="114300" y="0"/>
                </a:lnTo>
                <a:lnTo>
                  <a:pt x="127000" y="12700"/>
                </a:lnTo>
                <a:lnTo>
                  <a:pt x="12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13700" y="43942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0" y="203200"/>
                </a:moveTo>
                <a:lnTo>
                  <a:pt x="127000" y="203200"/>
                </a:lnTo>
                <a:lnTo>
                  <a:pt x="1270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013700" y="4603750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7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020050" y="4394200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013700" y="4387850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7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134350" y="4394200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382000" y="4203700"/>
            <a:ext cx="114300" cy="393700"/>
          </a:xfrm>
          <a:custGeom>
            <a:avLst/>
            <a:gdLst/>
            <a:ahLst/>
            <a:cxnLst/>
            <a:rect l="l" t="t" r="r" b="b"/>
            <a:pathLst>
              <a:path w="114300" h="393700">
                <a:moveTo>
                  <a:pt x="0" y="393700"/>
                </a:moveTo>
                <a:lnTo>
                  <a:pt x="114300" y="393700"/>
                </a:lnTo>
                <a:lnTo>
                  <a:pt x="114300" y="0"/>
                </a:lnTo>
                <a:lnTo>
                  <a:pt x="0" y="0"/>
                </a:lnTo>
                <a:lnTo>
                  <a:pt x="0" y="3937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69300" y="460375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7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75650" y="4203700"/>
            <a:ext cx="0" cy="393700"/>
          </a:xfrm>
          <a:custGeom>
            <a:avLst/>
            <a:gdLst/>
            <a:ahLst/>
            <a:cxnLst/>
            <a:rect l="l" t="t" r="r" b="b"/>
            <a:pathLst>
              <a:path h="393700">
                <a:moveTo>
                  <a:pt x="0" y="0"/>
                </a:moveTo>
                <a:lnTo>
                  <a:pt x="0" y="3937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502650" y="4203700"/>
            <a:ext cx="0" cy="393700"/>
          </a:xfrm>
          <a:custGeom>
            <a:avLst/>
            <a:gdLst/>
            <a:ahLst/>
            <a:cxnLst/>
            <a:rect l="l" t="t" r="r" b="b"/>
            <a:pathLst>
              <a:path h="393700">
                <a:moveTo>
                  <a:pt x="0" y="0"/>
                </a:moveTo>
                <a:lnTo>
                  <a:pt x="0" y="3937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382000" y="421005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283700" y="43942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0" y="203200"/>
                </a:moveTo>
                <a:lnTo>
                  <a:pt x="127000" y="203200"/>
                </a:lnTo>
                <a:lnTo>
                  <a:pt x="1270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B2262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283700" y="4603750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7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290050" y="4394200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283700" y="4387850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7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404350" y="4394200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708900" y="4508500"/>
            <a:ext cx="2006600" cy="190500"/>
          </a:xfrm>
          <a:custGeom>
            <a:avLst/>
            <a:gdLst/>
            <a:ahLst/>
            <a:cxnLst/>
            <a:rect l="l" t="t" r="r" b="b"/>
            <a:pathLst>
              <a:path w="2006600" h="190500">
                <a:moveTo>
                  <a:pt x="1892300" y="0"/>
                </a:moveTo>
                <a:lnTo>
                  <a:pt x="1892300" y="190500"/>
                </a:lnTo>
                <a:lnTo>
                  <a:pt x="1978025" y="114300"/>
                </a:lnTo>
                <a:lnTo>
                  <a:pt x="1905000" y="114300"/>
                </a:lnTo>
                <a:lnTo>
                  <a:pt x="1905000" y="76200"/>
                </a:lnTo>
                <a:lnTo>
                  <a:pt x="1990271" y="76200"/>
                </a:lnTo>
                <a:lnTo>
                  <a:pt x="1892300" y="0"/>
                </a:lnTo>
                <a:close/>
              </a:path>
              <a:path w="2006600" h="190500">
                <a:moveTo>
                  <a:pt x="1892300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1892300" y="114300"/>
                </a:lnTo>
                <a:lnTo>
                  <a:pt x="1892300" y="76200"/>
                </a:lnTo>
                <a:close/>
              </a:path>
              <a:path w="2006600" h="190500">
                <a:moveTo>
                  <a:pt x="1990271" y="76200"/>
                </a:moveTo>
                <a:lnTo>
                  <a:pt x="1905000" y="76200"/>
                </a:lnTo>
                <a:lnTo>
                  <a:pt x="1905000" y="114300"/>
                </a:lnTo>
                <a:lnTo>
                  <a:pt x="1978025" y="114300"/>
                </a:lnTo>
                <a:lnTo>
                  <a:pt x="2006600" y="88900"/>
                </a:lnTo>
                <a:lnTo>
                  <a:pt x="1990271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620000" y="3213100"/>
            <a:ext cx="190500" cy="1384300"/>
          </a:xfrm>
          <a:custGeom>
            <a:avLst/>
            <a:gdLst/>
            <a:ahLst/>
            <a:cxnLst/>
            <a:rect l="l" t="t" r="r" b="b"/>
            <a:pathLst>
              <a:path w="190500" h="1384300">
                <a:moveTo>
                  <a:pt x="114300" y="88900"/>
                </a:moveTo>
                <a:lnTo>
                  <a:pt x="76200" y="88900"/>
                </a:lnTo>
                <a:lnTo>
                  <a:pt x="76200" y="1384300"/>
                </a:lnTo>
                <a:lnTo>
                  <a:pt x="114300" y="1384300"/>
                </a:lnTo>
                <a:lnTo>
                  <a:pt x="114300" y="88900"/>
                </a:lnTo>
                <a:close/>
              </a:path>
              <a:path w="190500" h="1384300">
                <a:moveTo>
                  <a:pt x="88900" y="0"/>
                </a:moveTo>
                <a:lnTo>
                  <a:pt x="0" y="114300"/>
                </a:lnTo>
                <a:lnTo>
                  <a:pt x="76200" y="114300"/>
                </a:lnTo>
                <a:lnTo>
                  <a:pt x="76200" y="88900"/>
                </a:lnTo>
                <a:lnTo>
                  <a:pt x="167922" y="88900"/>
                </a:lnTo>
                <a:lnTo>
                  <a:pt x="88900" y="0"/>
                </a:lnTo>
                <a:close/>
              </a:path>
              <a:path w="190500" h="1384300">
                <a:moveTo>
                  <a:pt x="167922" y="88900"/>
                </a:moveTo>
                <a:lnTo>
                  <a:pt x="114300" y="88900"/>
                </a:lnTo>
                <a:lnTo>
                  <a:pt x="114300" y="114300"/>
                </a:lnTo>
                <a:lnTo>
                  <a:pt x="190500" y="114300"/>
                </a:lnTo>
                <a:lnTo>
                  <a:pt x="167922" y="88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207500" y="4660900"/>
            <a:ext cx="330200" cy="228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874000" y="4648200"/>
            <a:ext cx="279400" cy="2921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05800" y="4648200"/>
            <a:ext cx="317500" cy="228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661400" y="4673600"/>
            <a:ext cx="444500" cy="2413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900" y="269876"/>
            <a:ext cx="100584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-35" dirty="0">
                <a:solidFill>
                  <a:schemeClr val="bg1"/>
                </a:solidFill>
                <a:latin typeface="Arial"/>
                <a:cs typeface="Arial"/>
              </a:rPr>
              <a:t>Ф</a:t>
            </a:r>
            <a:r>
              <a:rPr sz="3200" b="1" spc="-100" dirty="0">
                <a:solidFill>
                  <a:schemeClr val="bg1"/>
                </a:solidFill>
                <a:latin typeface="Arial"/>
                <a:cs typeface="Arial"/>
              </a:rPr>
              <a:t>у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к</a:t>
            </a:r>
            <a:r>
              <a:rPr sz="3200" b="1" spc="-35" dirty="0">
                <a:solidFill>
                  <a:schemeClr val="bg1"/>
                </a:solidFill>
                <a:latin typeface="Arial"/>
                <a:cs typeface="Arial"/>
              </a:rPr>
              <a:t>ц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spc="1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ра</a:t>
            </a:r>
            <a:r>
              <a:rPr sz="3200" b="1" spc="-100" dirty="0">
                <a:solidFill>
                  <a:schemeClr val="bg1"/>
                </a:solidFill>
                <a:latin typeface="Arial"/>
                <a:cs typeface="Arial"/>
              </a:rPr>
              <a:t>в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е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н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я</a:t>
            </a:r>
            <a:r>
              <a:rPr sz="3200" b="1" spc="2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г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и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с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т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о</a:t>
            </a:r>
            <a:r>
              <a:rPr sz="3200" b="1" spc="30" dirty="0">
                <a:solidFill>
                  <a:schemeClr val="bg1"/>
                </a:solidFill>
                <a:latin typeface="Arial"/>
                <a:cs typeface="Arial"/>
              </a:rPr>
              <a:t>г</a:t>
            </a:r>
            <a:r>
              <a:rPr sz="3200" b="1" spc="-80" dirty="0">
                <a:solidFill>
                  <a:schemeClr val="bg1"/>
                </a:solidFill>
                <a:latin typeface="Arial"/>
                <a:cs typeface="Arial"/>
              </a:rPr>
              <a:t>ра</a:t>
            </a:r>
            <a:r>
              <a:rPr sz="3200" b="1" dirty="0">
                <a:solidFill>
                  <a:schemeClr val="bg1"/>
                </a:solidFill>
                <a:latin typeface="Arial"/>
                <a:cs typeface="Arial"/>
              </a:rPr>
              <a:t>мм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9500" y="1460500"/>
            <a:ext cx="3569335" cy="716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Hi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o</a:t>
            </a:r>
            <a:r>
              <a:rPr sz="2400" spc="60" dirty="0">
                <a:latin typeface="Arial"/>
                <a:cs typeface="Arial"/>
              </a:rPr>
              <a:t>g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m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i</a:t>
            </a:r>
            <a:r>
              <a:rPr sz="2400" spc="60" dirty="0">
                <a:latin typeface="Arial"/>
                <a:cs typeface="Arial"/>
              </a:rPr>
              <a:t>n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rs</a:t>
            </a:r>
            <a:r>
              <a:rPr sz="2400" spc="-3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io</a:t>
            </a:r>
            <a:r>
              <a:rPr sz="2400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Arial"/>
                <a:cs typeface="Arial"/>
              </a:rPr>
              <a:t>(</a:t>
            </a:r>
            <a:r>
              <a:rPr sz="1800" spc="5" dirty="0">
                <a:latin typeface="Arial"/>
                <a:cs typeface="Arial"/>
              </a:rPr>
              <a:t>н</a:t>
            </a:r>
            <a:r>
              <a:rPr sz="1800" dirty="0">
                <a:latin typeface="Arial"/>
                <a:cs typeface="Arial"/>
              </a:rPr>
              <a:t>ор</a:t>
            </a:r>
            <a:r>
              <a:rPr sz="1800" spc="-40" dirty="0">
                <a:latin typeface="Arial"/>
                <a:cs typeface="Arial"/>
              </a:rPr>
              <a:t>м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50" dirty="0">
                <a:latin typeface="Arial"/>
                <a:cs typeface="Arial"/>
              </a:rPr>
              <a:t>л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spc="-25" dirty="0">
                <a:latin typeface="Arial"/>
                <a:cs typeface="Arial"/>
              </a:rPr>
              <a:t>з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4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а</a:t>
            </a:r>
            <a:r>
              <a:rPr sz="1800" spc="5" dirty="0">
                <a:latin typeface="Arial"/>
                <a:cs typeface="Arial"/>
              </a:rPr>
              <a:t>нны</a:t>
            </a:r>
            <a:r>
              <a:rPr sz="1800" dirty="0">
                <a:latin typeface="Arial"/>
                <a:cs typeface="Arial"/>
              </a:rPr>
              <a:t>е </a:t>
            </a:r>
            <a:r>
              <a:rPr sz="1800" spc="40" dirty="0">
                <a:latin typeface="Arial"/>
                <a:cs typeface="Arial"/>
              </a:rPr>
              <a:t>г</a:t>
            </a:r>
            <a:r>
              <a:rPr sz="1800" spc="-1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-25" dirty="0">
                <a:latin typeface="Arial"/>
                <a:cs typeface="Arial"/>
              </a:rPr>
              <a:t>т</a:t>
            </a:r>
            <a:r>
              <a:rPr sz="1800" dirty="0">
                <a:latin typeface="Arial"/>
                <a:cs typeface="Arial"/>
              </a:rPr>
              <a:t>о</a:t>
            </a:r>
            <a:r>
              <a:rPr sz="1800" spc="40" dirty="0">
                <a:latin typeface="Arial"/>
                <a:cs typeface="Arial"/>
              </a:rPr>
              <a:t>г</a:t>
            </a:r>
            <a:r>
              <a:rPr sz="1800" dirty="0">
                <a:latin typeface="Arial"/>
                <a:cs typeface="Arial"/>
              </a:rPr>
              <a:t>ра</a:t>
            </a:r>
            <a:r>
              <a:rPr sz="1800" spc="-40" dirty="0">
                <a:latin typeface="Arial"/>
                <a:cs typeface="Arial"/>
              </a:rPr>
              <a:t>мм</a:t>
            </a:r>
            <a:r>
              <a:rPr sz="1800" spc="5" dirty="0">
                <a:latin typeface="Arial"/>
                <a:cs typeface="Arial"/>
              </a:rPr>
              <a:t>ы</a:t>
            </a:r>
            <a:r>
              <a:rPr sz="180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9500" y="2667000"/>
            <a:ext cx="19348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L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d</a:t>
            </a:r>
            <a:r>
              <a:rPr sz="2400" spc="-3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spc="6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9500" y="3835400"/>
            <a:ext cx="1833245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Times New Roman"/>
              <a:buChar char="•"/>
              <a:tabLst>
                <a:tab pos="355600" algn="l"/>
              </a:tabLst>
            </a:pPr>
            <a:r>
              <a:rPr sz="2400" spc="30" dirty="0">
                <a:latin typeface="Times New Roman"/>
                <a:cs typeface="Times New Roman"/>
              </a:rPr>
              <a:t>χ</a:t>
            </a:r>
            <a:r>
              <a:rPr sz="2400" baseline="24305" dirty="0">
                <a:latin typeface="Times New Roman"/>
                <a:cs typeface="Times New Roman"/>
              </a:rPr>
              <a:t>2</a:t>
            </a:r>
            <a:r>
              <a:rPr sz="2400" spc="300" baseline="2430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Arial"/>
                <a:cs typeface="Arial"/>
              </a:rPr>
              <a:t>d</a:t>
            </a:r>
            <a:r>
              <a:rPr sz="2400" spc="-3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spc="6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9500" y="5016500"/>
            <a:ext cx="44323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Q</a:t>
            </a:r>
            <a:r>
              <a:rPr sz="2400" spc="6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spc="60" dirty="0">
                <a:latin typeface="Arial"/>
                <a:cs typeface="Arial"/>
              </a:rPr>
              <a:t>d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d</a:t>
            </a:r>
            <a:r>
              <a:rPr sz="2400" spc="-3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3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a</a:t>
            </a:r>
            <a:r>
              <a:rPr sz="2400" spc="6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ce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cr</a:t>
            </a:r>
            <a:r>
              <a:rPr sz="2400" i="1" spc="-35" dirty="0">
                <a:latin typeface="Arial"/>
                <a:cs typeface="Arial"/>
              </a:rPr>
              <a:t>o</a:t>
            </a:r>
            <a:r>
              <a:rPr sz="2400" i="1" dirty="0">
                <a:latin typeface="Arial"/>
                <a:cs typeface="Arial"/>
              </a:rPr>
              <a:t>ss-</a:t>
            </a:r>
            <a:r>
              <a:rPr sz="2400" i="1" spc="-35" dirty="0">
                <a:latin typeface="Arial"/>
                <a:cs typeface="Arial"/>
              </a:rPr>
              <a:t>b</a:t>
            </a:r>
            <a:r>
              <a:rPr sz="2400" i="1" spc="60" dirty="0">
                <a:latin typeface="Arial"/>
                <a:cs typeface="Arial"/>
              </a:rPr>
              <a:t>i</a:t>
            </a:r>
            <a:r>
              <a:rPr sz="2400" i="1" spc="-3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2700" y="2444750"/>
            <a:ext cx="3739515" cy="922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96545" algn="ctr">
              <a:lnSpc>
                <a:spcPts val="1030"/>
              </a:lnSpc>
            </a:pPr>
            <a:r>
              <a:rPr sz="1550" i="1" spc="20" dirty="0">
                <a:latin typeface="Times New Roman"/>
                <a:cs typeface="Times New Roman"/>
              </a:rPr>
              <a:t>N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ts val="4029"/>
              </a:lnSpc>
            </a:pPr>
            <a:r>
              <a:rPr sz="2700" i="1" spc="35" dirty="0">
                <a:latin typeface="Times New Roman"/>
                <a:cs typeface="Times New Roman"/>
              </a:rPr>
              <a:t>D</a:t>
            </a:r>
            <a:r>
              <a:rPr sz="2700" spc="90" dirty="0">
                <a:latin typeface="Times New Roman"/>
                <a:cs typeface="Times New Roman"/>
              </a:rPr>
              <a:t>(</a:t>
            </a:r>
            <a:r>
              <a:rPr sz="2700" i="1" spc="-260" dirty="0">
                <a:latin typeface="Times New Roman"/>
                <a:cs typeface="Times New Roman"/>
              </a:rPr>
              <a:t>h</a:t>
            </a:r>
            <a:r>
              <a:rPr sz="2325" spc="179" baseline="-25089" dirty="0">
                <a:latin typeface="Times New Roman"/>
                <a:cs typeface="Times New Roman"/>
              </a:rPr>
              <a:t>1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-355" dirty="0">
                <a:latin typeface="Times New Roman"/>
                <a:cs typeface="Times New Roman"/>
              </a:rPr>
              <a:t> </a:t>
            </a:r>
            <a:r>
              <a:rPr sz="2700" i="1" spc="-60" dirty="0">
                <a:latin typeface="Times New Roman"/>
                <a:cs typeface="Times New Roman"/>
              </a:rPr>
              <a:t>h</a:t>
            </a:r>
            <a:r>
              <a:rPr sz="2325" spc="22" baseline="-25089" dirty="0">
                <a:latin typeface="Times New Roman"/>
                <a:cs typeface="Times New Roman"/>
              </a:rPr>
              <a:t>2</a:t>
            </a:r>
            <a:r>
              <a:rPr sz="2325" spc="-127" baseline="-2508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6075" spc="284" baseline="-9602" dirty="0">
                <a:latin typeface="Symbol"/>
                <a:cs typeface="Symbol"/>
              </a:rPr>
              <a:t></a:t>
            </a:r>
            <a:r>
              <a:rPr sz="2700" dirty="0">
                <a:latin typeface="Times New Roman"/>
                <a:cs typeface="Times New Roman"/>
              </a:rPr>
              <a:t>|</a:t>
            </a:r>
            <a:r>
              <a:rPr sz="2700" spc="-220" dirty="0">
                <a:latin typeface="Times New Roman"/>
                <a:cs typeface="Times New Roman"/>
              </a:rPr>
              <a:t> </a:t>
            </a:r>
            <a:r>
              <a:rPr sz="2700" i="1" spc="-260" dirty="0">
                <a:latin typeface="Times New Roman"/>
                <a:cs typeface="Times New Roman"/>
              </a:rPr>
              <a:t>h</a:t>
            </a:r>
            <a:r>
              <a:rPr sz="2325" spc="22" baseline="-25089" dirty="0">
                <a:latin typeface="Times New Roman"/>
                <a:cs typeface="Times New Roman"/>
              </a:rPr>
              <a:t>1</a:t>
            </a:r>
            <a:r>
              <a:rPr sz="2325" spc="-277" baseline="-25089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(</a:t>
            </a:r>
            <a:r>
              <a:rPr sz="2700" i="1" spc="40" dirty="0">
                <a:latin typeface="Times New Roman"/>
                <a:cs typeface="Times New Roman"/>
              </a:rPr>
              <a:t>i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1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</a:t>
            </a:r>
            <a:r>
              <a:rPr sz="2700" spc="-270" dirty="0">
                <a:latin typeface="Times New Roman"/>
                <a:cs typeface="Times New Roman"/>
              </a:rPr>
              <a:t> </a:t>
            </a:r>
            <a:r>
              <a:rPr sz="2700" i="1" spc="-60" dirty="0">
                <a:latin typeface="Times New Roman"/>
                <a:cs typeface="Times New Roman"/>
              </a:rPr>
              <a:t>h</a:t>
            </a:r>
            <a:r>
              <a:rPr sz="2325" spc="22" baseline="-25089" dirty="0">
                <a:latin typeface="Times New Roman"/>
                <a:cs typeface="Times New Roman"/>
              </a:rPr>
              <a:t>2</a:t>
            </a:r>
            <a:r>
              <a:rPr sz="2325" spc="-127" baseline="-25089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(</a:t>
            </a:r>
            <a:r>
              <a:rPr sz="2700" i="1" spc="40" dirty="0">
                <a:latin typeface="Times New Roman"/>
                <a:cs typeface="Times New Roman"/>
              </a:rPr>
              <a:t>i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1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|</a:t>
            </a:r>
          </a:p>
          <a:p>
            <a:pPr marR="279400" algn="ctr">
              <a:lnSpc>
                <a:spcPct val="100000"/>
              </a:lnSpc>
              <a:spcBef>
                <a:spcPts val="240"/>
              </a:spcBef>
            </a:pPr>
            <a:r>
              <a:rPr sz="1550" i="1" spc="5" dirty="0">
                <a:latin typeface="Times New Roman"/>
                <a:cs typeface="Times New Roman"/>
              </a:rPr>
              <a:t>i</a:t>
            </a:r>
            <a:r>
              <a:rPr sz="1550" i="1" spc="-229" dirty="0">
                <a:latin typeface="Times New Roman"/>
                <a:cs typeface="Times New Roman"/>
              </a:rPr>
              <a:t> </a:t>
            </a:r>
            <a:r>
              <a:rPr sz="1550" spc="-60" dirty="0">
                <a:latin typeface="Symbol"/>
                <a:cs typeface="Symbol"/>
              </a:rPr>
              <a:t></a:t>
            </a:r>
            <a:r>
              <a:rPr sz="1550" spc="15" dirty="0">
                <a:latin typeface="Times New Roman"/>
                <a:cs typeface="Times New Roman"/>
              </a:rPr>
              <a:t>1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7100" y="5969000"/>
            <a:ext cx="9906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800" dirty="0" smtClean="0">
                <a:latin typeface="Arial"/>
                <a:cs typeface="Arial"/>
              </a:rPr>
              <a:t>Jan </a:t>
            </a:r>
            <a:r>
              <a:rPr sz="1800" dirty="0">
                <a:latin typeface="Arial"/>
                <a:cs typeface="Arial"/>
              </a:rPr>
              <a:t>Pu</a:t>
            </a:r>
            <a:r>
              <a:rPr sz="1800" spc="-100" dirty="0">
                <a:latin typeface="Arial"/>
                <a:cs typeface="Arial"/>
              </a:rPr>
              <a:t>z</a:t>
            </a:r>
            <a:r>
              <a:rPr sz="1800" dirty="0">
                <a:latin typeface="Arial"/>
                <a:cs typeface="Arial"/>
              </a:rPr>
              <a:t>icha,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200" dirty="0">
                <a:latin typeface="Arial"/>
                <a:cs typeface="Arial"/>
              </a:rPr>
              <a:t>Y</a:t>
            </a:r>
            <a:r>
              <a:rPr sz="1800" dirty="0">
                <a:latin typeface="Arial"/>
                <a:cs typeface="Arial"/>
              </a:rPr>
              <a:t>ossi Rubne</a:t>
            </a:r>
            <a:r>
              <a:rPr sz="1800" spc="-100" dirty="0">
                <a:latin typeface="Arial"/>
                <a:cs typeface="Arial"/>
              </a:rPr>
              <a:t>r</a:t>
            </a:r>
            <a:r>
              <a:rPr sz="1800" dirty="0">
                <a:latin typeface="Arial"/>
                <a:cs typeface="Arial"/>
              </a:rPr>
              <a:t>, Carlo </a:t>
            </a:r>
            <a:r>
              <a:rPr sz="1800" spc="-100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o</a:t>
            </a:r>
            <a:r>
              <a:rPr sz="1800" spc="-10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asi, Joachim M. Buh</a:t>
            </a:r>
            <a:r>
              <a:rPr sz="1800" spc="-10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ann: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pirical</a:t>
            </a:r>
            <a:r>
              <a:rPr sz="1800" u="heavy" spc="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Evaluation of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Dissi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ilarity</a:t>
            </a:r>
            <a:r>
              <a:rPr sz="1800" u="heavy" spc="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Measures for Color and 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tur</a:t>
            </a:r>
            <a:r>
              <a:rPr sz="1800" u="heavy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. </a:t>
            </a:r>
            <a:r>
              <a:rPr sz="1800" spc="-100" dirty="0">
                <a:latin typeface="Arial"/>
                <a:cs typeface="Arial"/>
              </a:rPr>
              <a:t>I</a:t>
            </a:r>
            <a:r>
              <a:rPr sz="1800" dirty="0">
                <a:latin typeface="Arial"/>
                <a:cs typeface="Arial"/>
              </a:rPr>
              <a:t>CCV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1999</a:t>
            </a:r>
          </a:p>
        </p:txBody>
      </p:sp>
      <p:grpSp>
        <p:nvGrpSpPr>
          <p:cNvPr id="22" name="Группа 21"/>
          <p:cNvGrpSpPr/>
          <p:nvPr/>
        </p:nvGrpSpPr>
        <p:grpSpPr>
          <a:xfrm>
            <a:off x="5092700" y="3441700"/>
            <a:ext cx="4209579" cy="1173480"/>
            <a:chOff x="5092700" y="3441700"/>
            <a:chExt cx="4209579" cy="1173480"/>
          </a:xfrm>
        </p:grpSpPr>
        <p:sp>
          <p:nvSpPr>
            <p:cNvPr id="8" name="object 8"/>
            <p:cNvSpPr/>
            <p:nvPr/>
          </p:nvSpPr>
          <p:spPr>
            <a:xfrm>
              <a:off x="7214399" y="4073525"/>
              <a:ext cx="2087880" cy="0"/>
            </a:xfrm>
            <a:custGeom>
              <a:avLst/>
              <a:gdLst/>
              <a:ahLst/>
              <a:cxnLst/>
              <a:rect l="l" t="t" r="r" b="b"/>
              <a:pathLst>
                <a:path w="2087879">
                  <a:moveTo>
                    <a:pt x="0" y="0"/>
                  </a:moveTo>
                  <a:lnTo>
                    <a:pt x="20875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226300" y="3441700"/>
              <a:ext cx="2040255" cy="11734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3790"/>
                </a:lnSpc>
              </a:pPr>
              <a:r>
                <a:rPr sz="5850" spc="-607" baseline="1424" dirty="0">
                  <a:latin typeface="Symbol"/>
                  <a:cs typeface="Symbol"/>
                </a:rPr>
                <a:t></a:t>
              </a:r>
              <a:r>
                <a:rPr sz="2950" i="1" dirty="0">
                  <a:latin typeface="Times New Roman"/>
                  <a:cs typeface="Times New Roman"/>
                </a:rPr>
                <a:t>h</a:t>
              </a:r>
              <a:r>
                <a:rPr sz="2950" i="1" spc="-15" dirty="0">
                  <a:latin typeface="Times New Roman"/>
                  <a:cs typeface="Times New Roman"/>
                </a:rPr>
                <a:t> </a:t>
              </a:r>
              <a:r>
                <a:rPr sz="2950" spc="15" dirty="0">
                  <a:latin typeface="Times New Roman"/>
                  <a:cs typeface="Times New Roman"/>
                </a:rPr>
                <a:t>(</a:t>
              </a:r>
              <a:r>
                <a:rPr sz="2950" i="1" spc="75" dirty="0">
                  <a:latin typeface="Times New Roman"/>
                  <a:cs typeface="Times New Roman"/>
                </a:rPr>
                <a:t>i</a:t>
              </a:r>
              <a:r>
                <a:rPr sz="2950" dirty="0">
                  <a:latin typeface="Times New Roman"/>
                  <a:cs typeface="Times New Roman"/>
                </a:rPr>
                <a:t>)</a:t>
              </a:r>
              <a:r>
                <a:rPr sz="2950" spc="-32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Symbol"/>
                  <a:cs typeface="Symbol"/>
                </a:rPr>
                <a:t></a:t>
              </a:r>
              <a:r>
                <a:rPr sz="2950" spc="-160" dirty="0">
                  <a:latin typeface="Times New Roman"/>
                  <a:cs typeface="Times New Roman"/>
                </a:rPr>
                <a:t> </a:t>
              </a:r>
              <a:r>
                <a:rPr sz="2950" i="1" dirty="0">
                  <a:latin typeface="Times New Roman"/>
                  <a:cs typeface="Times New Roman"/>
                </a:rPr>
                <a:t>h</a:t>
              </a:r>
              <a:r>
                <a:rPr sz="2950" i="1" spc="285" dirty="0">
                  <a:latin typeface="Times New Roman"/>
                  <a:cs typeface="Times New Roman"/>
                </a:rPr>
                <a:t> </a:t>
              </a:r>
              <a:r>
                <a:rPr sz="2950" spc="15" dirty="0">
                  <a:latin typeface="Times New Roman"/>
                  <a:cs typeface="Times New Roman"/>
                </a:rPr>
                <a:t>(</a:t>
              </a:r>
              <a:r>
                <a:rPr sz="2950" i="1" spc="75" dirty="0">
                  <a:latin typeface="Times New Roman"/>
                  <a:cs typeface="Times New Roman"/>
                </a:rPr>
                <a:t>i</a:t>
              </a:r>
              <a:r>
                <a:rPr sz="2950" spc="114" dirty="0">
                  <a:latin typeface="Times New Roman"/>
                  <a:cs typeface="Times New Roman"/>
                </a:rPr>
                <a:t>)</a:t>
              </a:r>
              <a:r>
                <a:rPr sz="5850" spc="-607" baseline="1424" dirty="0">
                  <a:latin typeface="Symbol"/>
                  <a:cs typeface="Symbol"/>
                </a:rPr>
                <a:t></a:t>
              </a:r>
              <a:r>
                <a:rPr sz="2550" spc="7" baseline="52287" dirty="0">
                  <a:latin typeface="Times New Roman"/>
                  <a:cs typeface="Times New Roman"/>
                </a:rPr>
                <a:t>2</a:t>
              </a:r>
              <a:endParaRPr sz="2550" baseline="52287" dirty="0">
                <a:latin typeface="Times New Roman"/>
                <a:cs typeface="Times New Roman"/>
              </a:endParaRPr>
            </a:p>
            <a:p>
              <a:pPr marL="266700">
                <a:lnSpc>
                  <a:spcPts val="1150"/>
                </a:lnSpc>
                <a:tabLst>
                  <a:tab pos="1269365" algn="l"/>
                </a:tabLst>
              </a:pPr>
              <a:r>
                <a:rPr sz="1700" spc="5" dirty="0">
                  <a:latin typeface="Times New Roman"/>
                  <a:cs typeface="Times New Roman"/>
                </a:rPr>
                <a:t>1	2</a:t>
              </a:r>
              <a:endParaRPr sz="1700" dirty="0">
                <a:latin typeface="Times New Roman"/>
                <a:cs typeface="Times New Roman"/>
              </a:endParaRPr>
            </a:p>
            <a:p>
              <a:pPr marL="27940" algn="ctr">
                <a:lnSpc>
                  <a:spcPct val="100000"/>
                </a:lnSpc>
                <a:spcBef>
                  <a:spcPts val="110"/>
                </a:spcBef>
              </a:pPr>
              <a:r>
                <a:rPr sz="2950" i="1" spc="-280" dirty="0">
                  <a:latin typeface="Times New Roman"/>
                  <a:cs typeface="Times New Roman"/>
                </a:rPr>
                <a:t>h</a:t>
              </a:r>
              <a:r>
                <a:rPr sz="2550" spc="209" baseline="-26143" dirty="0">
                  <a:latin typeface="Times New Roman"/>
                  <a:cs typeface="Times New Roman"/>
                </a:rPr>
                <a:t>1</a:t>
              </a:r>
              <a:r>
                <a:rPr sz="2950" spc="15" dirty="0">
                  <a:latin typeface="Times New Roman"/>
                  <a:cs typeface="Times New Roman"/>
                </a:rPr>
                <a:t>(</a:t>
              </a:r>
              <a:r>
                <a:rPr sz="2950" i="1" spc="75" dirty="0">
                  <a:latin typeface="Times New Roman"/>
                  <a:cs typeface="Times New Roman"/>
                </a:rPr>
                <a:t>i</a:t>
              </a:r>
              <a:r>
                <a:rPr sz="2950" dirty="0">
                  <a:latin typeface="Times New Roman"/>
                  <a:cs typeface="Times New Roman"/>
                </a:rPr>
                <a:t>)</a:t>
              </a:r>
              <a:r>
                <a:rPr sz="2950" spc="-22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Symbol"/>
                  <a:cs typeface="Symbol"/>
                </a:rPr>
                <a:t></a:t>
              </a:r>
              <a:r>
                <a:rPr sz="2950" spc="-260" dirty="0">
                  <a:latin typeface="Times New Roman"/>
                  <a:cs typeface="Times New Roman"/>
                </a:rPr>
                <a:t> </a:t>
              </a:r>
              <a:r>
                <a:rPr sz="2950" i="1" spc="-80" dirty="0">
                  <a:latin typeface="Times New Roman"/>
                  <a:cs typeface="Times New Roman"/>
                </a:rPr>
                <a:t>h</a:t>
              </a:r>
              <a:r>
                <a:rPr sz="2550" spc="7" baseline="-26143" dirty="0">
                  <a:latin typeface="Times New Roman"/>
                  <a:cs typeface="Times New Roman"/>
                </a:rPr>
                <a:t>2</a:t>
              </a:r>
              <a:r>
                <a:rPr sz="2550" spc="-135" baseline="-26143" dirty="0">
                  <a:latin typeface="Times New Roman"/>
                  <a:cs typeface="Times New Roman"/>
                </a:rPr>
                <a:t> </a:t>
              </a:r>
              <a:r>
                <a:rPr sz="2950" spc="-85" dirty="0">
                  <a:latin typeface="Times New Roman"/>
                  <a:cs typeface="Times New Roman"/>
                </a:rPr>
                <a:t>(</a:t>
              </a:r>
              <a:r>
                <a:rPr sz="2950" i="1" spc="75" dirty="0">
                  <a:latin typeface="Times New Roman"/>
                  <a:cs typeface="Times New Roman"/>
                </a:rPr>
                <a:t>i</a:t>
              </a:r>
              <a:r>
                <a:rPr sz="295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5092700" y="3606800"/>
              <a:ext cx="2077720" cy="7613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950" i="1" spc="65" dirty="0">
                  <a:latin typeface="Times New Roman"/>
                  <a:cs typeface="Times New Roman"/>
                </a:rPr>
                <a:t>D</a:t>
              </a:r>
              <a:r>
                <a:rPr sz="2950" spc="114" dirty="0">
                  <a:latin typeface="Times New Roman"/>
                  <a:cs typeface="Times New Roman"/>
                </a:rPr>
                <a:t>(</a:t>
              </a:r>
              <a:r>
                <a:rPr sz="2950" i="1" dirty="0">
                  <a:latin typeface="Times New Roman"/>
                  <a:cs typeface="Times New Roman"/>
                </a:rPr>
                <a:t>h</a:t>
              </a:r>
              <a:r>
                <a:rPr sz="2950" i="1" spc="-1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Times New Roman"/>
                  <a:cs typeface="Times New Roman"/>
                </a:rPr>
                <a:t>,</a:t>
              </a:r>
              <a:r>
                <a:rPr sz="2950" spc="-380" dirty="0">
                  <a:latin typeface="Times New Roman"/>
                  <a:cs typeface="Times New Roman"/>
                </a:rPr>
                <a:t> </a:t>
              </a:r>
              <a:r>
                <a:rPr sz="2950" i="1" dirty="0">
                  <a:latin typeface="Times New Roman"/>
                  <a:cs typeface="Times New Roman"/>
                </a:rPr>
                <a:t>h</a:t>
              </a:r>
              <a:r>
                <a:rPr sz="2950" i="1" spc="28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Times New Roman"/>
                  <a:cs typeface="Times New Roman"/>
                </a:rPr>
                <a:t>)</a:t>
              </a:r>
              <a:r>
                <a:rPr sz="2950" spc="-2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Symbol"/>
                  <a:cs typeface="Symbol"/>
                </a:rPr>
                <a:t></a:t>
              </a:r>
              <a:r>
                <a:rPr sz="2950" spc="-160" dirty="0">
                  <a:latin typeface="Times New Roman"/>
                  <a:cs typeface="Times New Roman"/>
                </a:rPr>
                <a:t> </a:t>
              </a:r>
              <a:r>
                <a:rPr sz="6600" baseline="-8838" dirty="0">
                  <a:latin typeface="Symbol"/>
                  <a:cs typeface="Symbol"/>
                </a:rPr>
                <a:t></a:t>
              </a: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807200" y="4305300"/>
              <a:ext cx="325755" cy="2717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i="1" spc="120" dirty="0">
                  <a:latin typeface="Times New Roman"/>
                  <a:cs typeface="Times New Roman"/>
                </a:rPr>
                <a:t>i</a:t>
              </a:r>
              <a:r>
                <a:rPr sz="1700" spc="-45" dirty="0">
                  <a:latin typeface="Symbol"/>
                  <a:cs typeface="Symbol"/>
                </a:rPr>
                <a:t></a:t>
              </a:r>
              <a:r>
                <a:rPr sz="1700" spc="5" dirty="0">
                  <a:latin typeface="Times New Roman"/>
                  <a:cs typeface="Times New Roman"/>
                </a:rPr>
                <a:t>1</a:t>
              </a:r>
              <a:endParaRPr sz="170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870700" y="3568700"/>
              <a:ext cx="171450" cy="2717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i="1" spc="10" dirty="0">
                  <a:latin typeface="Times New Roman"/>
                  <a:cs typeface="Times New Roman"/>
                </a:rPr>
                <a:t>N</a:t>
              </a:r>
              <a:endParaRPr sz="170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664200" y="4051300"/>
              <a:ext cx="567055" cy="2717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443865" algn="l"/>
                </a:tabLst>
              </a:pPr>
              <a:r>
                <a:rPr sz="1700" spc="5" dirty="0">
                  <a:latin typeface="Times New Roman"/>
                  <a:cs typeface="Times New Roman"/>
                </a:rPr>
                <a:t>1	2</a:t>
              </a:r>
              <a:endParaRPr sz="1700">
                <a:latin typeface="Times New Roman"/>
                <a:cs typeface="Times New Roman"/>
              </a:endParaRPr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4864100" y="5264150"/>
            <a:ext cx="4733290" cy="768350"/>
            <a:chOff x="4864100" y="5264150"/>
            <a:chExt cx="4733290" cy="768350"/>
          </a:xfrm>
        </p:grpSpPr>
        <p:sp>
          <p:nvSpPr>
            <p:cNvPr id="15" name="object 15"/>
            <p:cNvSpPr txBox="1"/>
            <p:nvPr/>
          </p:nvSpPr>
          <p:spPr>
            <a:xfrm>
              <a:off x="4864100" y="5264150"/>
              <a:ext cx="4596130" cy="7683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950" i="1" spc="155" dirty="0">
                  <a:latin typeface="Times New Roman"/>
                  <a:cs typeface="Times New Roman"/>
                </a:rPr>
                <a:t>D</a:t>
              </a:r>
              <a:r>
                <a:rPr sz="2950" spc="10" dirty="0">
                  <a:latin typeface="Times New Roman"/>
                  <a:cs typeface="Times New Roman"/>
                </a:rPr>
                <a:t>(</a:t>
              </a:r>
              <a:r>
                <a:rPr sz="2950" i="1" spc="-285" dirty="0">
                  <a:latin typeface="Times New Roman"/>
                  <a:cs typeface="Times New Roman"/>
                </a:rPr>
                <a:t>h</a:t>
              </a:r>
              <a:r>
                <a:rPr sz="2550" spc="7" baseline="-22875" dirty="0">
                  <a:latin typeface="Times New Roman"/>
                  <a:cs typeface="Times New Roman"/>
                </a:rPr>
                <a:t>1</a:t>
              </a:r>
              <a:r>
                <a:rPr sz="2550" spc="-292" baseline="-2287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Times New Roman"/>
                  <a:cs typeface="Times New Roman"/>
                </a:rPr>
                <a:t>,</a:t>
              </a:r>
              <a:r>
                <a:rPr sz="2950" spc="-380" dirty="0">
                  <a:latin typeface="Times New Roman"/>
                  <a:cs typeface="Times New Roman"/>
                </a:rPr>
                <a:t> </a:t>
              </a:r>
              <a:r>
                <a:rPr sz="2950" i="1" spc="-85" dirty="0">
                  <a:latin typeface="Times New Roman"/>
                  <a:cs typeface="Times New Roman"/>
                </a:rPr>
                <a:t>h</a:t>
              </a:r>
              <a:r>
                <a:rPr sz="2550" spc="7" baseline="-22875" dirty="0">
                  <a:latin typeface="Times New Roman"/>
                  <a:cs typeface="Times New Roman"/>
                </a:rPr>
                <a:t>2</a:t>
              </a:r>
              <a:r>
                <a:rPr sz="2550" spc="-142" baseline="-2287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Times New Roman"/>
                  <a:cs typeface="Times New Roman"/>
                </a:rPr>
                <a:t>)</a:t>
              </a:r>
              <a:r>
                <a:rPr sz="2950" spc="-130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Symbol"/>
                  <a:cs typeface="Symbol"/>
                </a:rPr>
                <a:t></a:t>
              </a:r>
              <a:r>
                <a:rPr sz="2950" spc="-70" dirty="0">
                  <a:latin typeface="Times New Roman"/>
                  <a:cs typeface="Times New Roman"/>
                </a:rPr>
                <a:t> </a:t>
              </a:r>
              <a:r>
                <a:rPr sz="6675" baseline="-8739" dirty="0">
                  <a:latin typeface="Symbol"/>
                  <a:cs typeface="Symbol"/>
                </a:rPr>
                <a:t></a:t>
              </a:r>
              <a:r>
                <a:rPr sz="6675" spc="-735" baseline="-8739" dirty="0">
                  <a:latin typeface="Times New Roman"/>
                  <a:cs typeface="Times New Roman"/>
                </a:rPr>
                <a:t> </a:t>
              </a:r>
              <a:r>
                <a:rPr sz="2950" i="1" spc="-215" dirty="0">
                  <a:latin typeface="Times New Roman"/>
                  <a:cs typeface="Times New Roman"/>
                </a:rPr>
                <a:t>A</a:t>
              </a:r>
              <a:r>
                <a:rPr sz="2550" i="1" spc="22" baseline="-22875" dirty="0">
                  <a:latin typeface="Times New Roman"/>
                  <a:cs typeface="Times New Roman"/>
                </a:rPr>
                <a:t>i</a:t>
              </a:r>
              <a:r>
                <a:rPr sz="2550" i="1" baseline="-22875" dirty="0">
                  <a:latin typeface="Times New Roman"/>
                  <a:cs typeface="Times New Roman"/>
                </a:rPr>
                <a:t>j</a:t>
              </a:r>
              <a:r>
                <a:rPr sz="2550" i="1" spc="-7" baseline="-22875" dirty="0">
                  <a:latin typeface="Times New Roman"/>
                  <a:cs typeface="Times New Roman"/>
                </a:rPr>
                <a:t> </a:t>
              </a:r>
              <a:r>
                <a:rPr sz="2950" spc="110" dirty="0">
                  <a:latin typeface="Times New Roman"/>
                  <a:cs typeface="Times New Roman"/>
                </a:rPr>
                <a:t>(</a:t>
              </a:r>
              <a:r>
                <a:rPr sz="2950" i="1" spc="-285" dirty="0">
                  <a:latin typeface="Times New Roman"/>
                  <a:cs typeface="Times New Roman"/>
                </a:rPr>
                <a:t>h</a:t>
              </a:r>
              <a:r>
                <a:rPr sz="2550" spc="202" baseline="-22875" dirty="0">
                  <a:latin typeface="Times New Roman"/>
                  <a:cs typeface="Times New Roman"/>
                </a:rPr>
                <a:t>1</a:t>
              </a:r>
              <a:r>
                <a:rPr sz="2950" spc="10" dirty="0">
                  <a:latin typeface="Times New Roman"/>
                  <a:cs typeface="Times New Roman"/>
                </a:rPr>
                <a:t>(</a:t>
              </a:r>
              <a:r>
                <a:rPr sz="2950" i="1" spc="70" dirty="0">
                  <a:latin typeface="Times New Roman"/>
                  <a:cs typeface="Times New Roman"/>
                </a:rPr>
                <a:t>i</a:t>
              </a:r>
              <a:r>
                <a:rPr sz="2950" dirty="0">
                  <a:latin typeface="Times New Roman"/>
                  <a:cs typeface="Times New Roman"/>
                </a:rPr>
                <a:t>)</a:t>
              </a:r>
              <a:r>
                <a:rPr sz="2950" spc="-229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Symbol"/>
                  <a:cs typeface="Symbol"/>
                </a:rPr>
                <a:t></a:t>
              </a:r>
              <a:r>
                <a:rPr sz="2950" spc="-170" dirty="0">
                  <a:latin typeface="Times New Roman"/>
                  <a:cs typeface="Times New Roman"/>
                </a:rPr>
                <a:t> </a:t>
              </a:r>
              <a:r>
                <a:rPr sz="2950" i="1" dirty="0">
                  <a:latin typeface="Times New Roman"/>
                  <a:cs typeface="Times New Roman"/>
                </a:rPr>
                <a:t>h</a:t>
              </a:r>
              <a:r>
                <a:rPr sz="2950" i="1" spc="275" dirty="0">
                  <a:latin typeface="Times New Roman"/>
                  <a:cs typeface="Times New Roman"/>
                </a:rPr>
                <a:t> </a:t>
              </a:r>
              <a:r>
                <a:rPr sz="2950" dirty="0">
                  <a:latin typeface="Times New Roman"/>
                  <a:cs typeface="Times New Roman"/>
                </a:rPr>
                <a:t>(</a:t>
              </a:r>
              <a:r>
                <a:rPr sz="2950" spc="-30" dirty="0">
                  <a:latin typeface="Times New Roman"/>
                  <a:cs typeface="Times New Roman"/>
                </a:rPr>
                <a:t> </a:t>
              </a:r>
              <a:r>
                <a:rPr sz="2950" i="1" spc="70" dirty="0">
                  <a:latin typeface="Times New Roman"/>
                  <a:cs typeface="Times New Roman"/>
                </a:rPr>
                <a:t>j</a:t>
              </a:r>
              <a:r>
                <a:rPr sz="2950" spc="5" dirty="0">
                  <a:latin typeface="Times New Roman"/>
                  <a:cs typeface="Times New Roman"/>
                </a:rPr>
                <a:t>)</a:t>
              </a:r>
              <a:r>
                <a:rPr sz="2950" dirty="0">
                  <a:latin typeface="Times New Roman"/>
                  <a:cs typeface="Times New Roman"/>
                </a:rPr>
                <a:t>)</a:t>
              </a:r>
              <a:endParaRPr sz="295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9461500" y="5448300"/>
              <a:ext cx="135890" cy="2717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5" dirty="0">
                  <a:latin typeface="Times New Roman"/>
                  <a:cs typeface="Times New Roman"/>
                </a:rPr>
                <a:t>2</a:t>
              </a:r>
              <a:endParaRPr sz="170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8699500" y="5702300"/>
              <a:ext cx="135890" cy="2717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spc="5" dirty="0">
                  <a:latin typeface="Times New Roman"/>
                  <a:cs typeface="Times New Roman"/>
                </a:rPr>
                <a:t>2</a:t>
              </a:r>
              <a:endParaRPr sz="1700">
                <a:latin typeface="Times New Roman"/>
                <a:cs typeface="Times New Roman"/>
              </a:endParaRPr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5118100" y="1454150"/>
            <a:ext cx="4500880" cy="868679"/>
            <a:chOff x="5118100" y="1454150"/>
            <a:chExt cx="4500880" cy="868679"/>
          </a:xfrm>
        </p:grpSpPr>
        <p:sp>
          <p:nvSpPr>
            <p:cNvPr id="18" name="object 18"/>
            <p:cNvSpPr txBox="1"/>
            <p:nvPr/>
          </p:nvSpPr>
          <p:spPr>
            <a:xfrm>
              <a:off x="5118100" y="1479550"/>
              <a:ext cx="4500880" cy="663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500" i="1" spc="85" dirty="0">
                  <a:latin typeface="Times New Roman"/>
                  <a:cs typeface="Times New Roman"/>
                </a:rPr>
                <a:t>D</a:t>
              </a:r>
              <a:r>
                <a:rPr sz="2500" spc="65" dirty="0">
                  <a:latin typeface="Times New Roman"/>
                  <a:cs typeface="Times New Roman"/>
                </a:rPr>
                <a:t>(</a:t>
              </a:r>
              <a:r>
                <a:rPr sz="2500" i="1" dirty="0">
                  <a:latin typeface="Times New Roman"/>
                  <a:cs typeface="Times New Roman"/>
                </a:rPr>
                <a:t>h</a:t>
              </a:r>
              <a:r>
                <a:rPr sz="2500" i="1" spc="-80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Times New Roman"/>
                  <a:cs typeface="Times New Roman"/>
                </a:rPr>
                <a:t>,</a:t>
              </a:r>
              <a:r>
                <a:rPr sz="2500" spc="-355" dirty="0">
                  <a:latin typeface="Times New Roman"/>
                  <a:cs typeface="Times New Roman"/>
                </a:rPr>
                <a:t> </a:t>
              </a:r>
              <a:r>
                <a:rPr sz="2500" i="1" dirty="0">
                  <a:latin typeface="Times New Roman"/>
                  <a:cs typeface="Times New Roman"/>
                </a:rPr>
                <a:t>h </a:t>
              </a:r>
              <a:r>
                <a:rPr sz="2500" i="1" spc="-305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Times New Roman"/>
                  <a:cs typeface="Times New Roman"/>
                </a:rPr>
                <a:t>)</a:t>
              </a:r>
              <a:r>
                <a:rPr sz="2500" spc="40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</a:t>
              </a:r>
              <a:r>
                <a:rPr sz="2500" spc="-305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Times New Roman"/>
                  <a:cs typeface="Times New Roman"/>
                </a:rPr>
                <a:t>1</a:t>
              </a:r>
              <a:r>
                <a:rPr sz="2500" spc="-280" dirty="0">
                  <a:latin typeface="Times New Roman"/>
                  <a:cs typeface="Times New Roman"/>
                </a:rPr>
                <a:t> </a:t>
              </a:r>
              <a:r>
                <a:rPr sz="2500" dirty="0">
                  <a:latin typeface="Symbol"/>
                  <a:cs typeface="Symbol"/>
                </a:rPr>
                <a:t></a:t>
              </a:r>
              <a:r>
                <a:rPr sz="2500" spc="-204" dirty="0">
                  <a:latin typeface="Times New Roman"/>
                  <a:cs typeface="Times New Roman"/>
                </a:rPr>
                <a:t> </a:t>
              </a:r>
              <a:r>
                <a:rPr sz="5625" spc="472" baseline="-8888" dirty="0">
                  <a:latin typeface="Symbol"/>
                  <a:cs typeface="Symbol"/>
                </a:rPr>
                <a:t></a:t>
              </a:r>
              <a:r>
                <a:rPr sz="2500" spc="45" dirty="0">
                  <a:latin typeface="Times New Roman"/>
                  <a:cs typeface="Times New Roman"/>
                </a:rPr>
                <a:t>m</a:t>
              </a:r>
              <a:r>
                <a:rPr sz="2500" spc="-100" dirty="0">
                  <a:latin typeface="Times New Roman"/>
                  <a:cs typeface="Times New Roman"/>
                </a:rPr>
                <a:t>i</a:t>
              </a:r>
              <a:r>
                <a:rPr sz="2500" spc="145" dirty="0">
                  <a:latin typeface="Times New Roman"/>
                  <a:cs typeface="Times New Roman"/>
                </a:rPr>
                <a:t>n</a:t>
              </a:r>
              <a:r>
                <a:rPr sz="3850" spc="-590" dirty="0">
                  <a:latin typeface="Symbol"/>
                  <a:cs typeface="Symbol"/>
                </a:rPr>
                <a:t></a:t>
              </a:r>
              <a:r>
                <a:rPr sz="2500" i="1" dirty="0">
                  <a:latin typeface="Times New Roman"/>
                  <a:cs typeface="Times New Roman"/>
                </a:rPr>
                <a:t>h</a:t>
              </a:r>
              <a:r>
                <a:rPr sz="2500" i="1" spc="-80" dirty="0">
                  <a:latin typeface="Times New Roman"/>
                  <a:cs typeface="Times New Roman"/>
                </a:rPr>
                <a:t> </a:t>
              </a:r>
              <a:r>
                <a:rPr sz="2500" spc="165" dirty="0">
                  <a:latin typeface="Times New Roman"/>
                  <a:cs typeface="Times New Roman"/>
                </a:rPr>
                <a:t>(</a:t>
              </a:r>
              <a:r>
                <a:rPr sz="2500" i="1" spc="85" dirty="0">
                  <a:latin typeface="Times New Roman"/>
                  <a:cs typeface="Times New Roman"/>
                </a:rPr>
                <a:t>m</a:t>
              </a:r>
              <a:r>
                <a:rPr sz="2500" spc="-35" dirty="0">
                  <a:latin typeface="Times New Roman"/>
                  <a:cs typeface="Times New Roman"/>
                </a:rPr>
                <a:t>)</a:t>
              </a:r>
              <a:r>
                <a:rPr sz="2500" dirty="0">
                  <a:latin typeface="Times New Roman"/>
                  <a:cs typeface="Times New Roman"/>
                </a:rPr>
                <a:t>,</a:t>
              </a:r>
              <a:r>
                <a:rPr sz="2500" spc="-355" dirty="0">
                  <a:latin typeface="Times New Roman"/>
                  <a:cs typeface="Times New Roman"/>
                </a:rPr>
                <a:t> </a:t>
              </a:r>
              <a:r>
                <a:rPr sz="2500" i="1" dirty="0">
                  <a:latin typeface="Times New Roman"/>
                  <a:cs typeface="Times New Roman"/>
                </a:rPr>
                <a:t>h </a:t>
              </a:r>
              <a:r>
                <a:rPr sz="2500" i="1" spc="-305" dirty="0">
                  <a:latin typeface="Times New Roman"/>
                  <a:cs typeface="Times New Roman"/>
                </a:rPr>
                <a:t> </a:t>
              </a:r>
              <a:r>
                <a:rPr sz="2500" spc="65" dirty="0">
                  <a:latin typeface="Times New Roman"/>
                  <a:cs typeface="Times New Roman"/>
                </a:rPr>
                <a:t>(</a:t>
              </a:r>
              <a:r>
                <a:rPr sz="2500" i="1" spc="85" dirty="0">
                  <a:latin typeface="Times New Roman"/>
                  <a:cs typeface="Times New Roman"/>
                </a:rPr>
                <a:t>m</a:t>
              </a:r>
              <a:r>
                <a:rPr sz="2500" spc="165" dirty="0">
                  <a:latin typeface="Times New Roman"/>
                  <a:cs typeface="Times New Roman"/>
                </a:rPr>
                <a:t>)</a:t>
              </a:r>
              <a:r>
                <a:rPr sz="3850" spc="-450" dirty="0">
                  <a:latin typeface="Symbol"/>
                  <a:cs typeface="Symbol"/>
                </a:rPr>
                <a:t></a:t>
              </a:r>
              <a:endParaRPr sz="3850">
                <a:latin typeface="Symbol"/>
                <a:cs typeface="Symbo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6946900" y="2089150"/>
              <a:ext cx="360045" cy="2336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50" i="1" dirty="0">
                  <a:latin typeface="Times New Roman"/>
                  <a:cs typeface="Times New Roman"/>
                </a:rPr>
                <a:t>m</a:t>
              </a:r>
              <a:r>
                <a:rPr sz="1450" i="1" spc="-220" dirty="0">
                  <a:latin typeface="Times New Roman"/>
                  <a:cs typeface="Times New Roman"/>
                </a:rPr>
                <a:t> </a:t>
              </a:r>
              <a:r>
                <a:rPr sz="1450" spc="-105" dirty="0">
                  <a:latin typeface="Symbol"/>
                  <a:cs typeface="Symbol"/>
                </a:rPr>
                <a:t></a:t>
              </a:r>
              <a:r>
                <a:rPr sz="1450" dirty="0">
                  <a:latin typeface="Times New Roman"/>
                  <a:cs typeface="Times New Roman"/>
                </a:rPr>
                <a:t>1</a:t>
              </a:r>
              <a:endParaRPr sz="1450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7035800" y="1454150"/>
              <a:ext cx="149860" cy="2336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50" i="1" dirty="0">
                  <a:latin typeface="Times New Roman"/>
                  <a:cs typeface="Times New Roman"/>
                </a:rPr>
                <a:t>K</a:t>
              </a:r>
              <a:endParaRPr sz="1450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613400" y="1860550"/>
              <a:ext cx="3379470" cy="2336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405765" algn="l"/>
                  <a:tab pos="2450465" algn="l"/>
                  <a:tab pos="3314065" algn="l"/>
                </a:tabLst>
              </a:pPr>
              <a:r>
                <a:rPr sz="1450" i="1" dirty="0">
                  <a:latin typeface="Times New Roman"/>
                  <a:cs typeface="Times New Roman"/>
                </a:rPr>
                <a:t>i	j	i	j</a:t>
              </a:r>
              <a:endParaRPr sz="145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53670" y="290512"/>
            <a:ext cx="1053973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  <a:latin typeface="+mn-lt"/>
              </a:rPr>
              <a:t>П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ро</a:t>
            </a:r>
            <a:r>
              <a:rPr b="1" spc="-135" dirty="0">
                <a:solidFill>
                  <a:schemeClr val="bg1"/>
                </a:solidFill>
                <a:latin typeface="+mn-lt"/>
              </a:rPr>
              <a:t>б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мы</a:t>
            </a:r>
            <a:r>
              <a:rPr b="1" spc="305" dirty="0">
                <a:solidFill>
                  <a:schemeClr val="bg1"/>
                </a:solidFill>
                <a:latin typeface="+mn-lt"/>
              </a:rPr>
              <a:t> 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spc="-100" dirty="0">
                <a:solidFill>
                  <a:schemeClr val="bg1"/>
                </a:solidFill>
                <a:latin typeface="+mn-lt"/>
              </a:rPr>
              <a:t>в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27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с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т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ра</a:t>
            </a:r>
            <a:r>
              <a:rPr b="1" dirty="0">
                <a:solidFill>
                  <a:schemeClr val="bg1"/>
                </a:solidFill>
                <a:latin typeface="+mn-lt"/>
              </a:rPr>
              <a:t>мм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900" y="4127500"/>
            <a:ext cx="9067800" cy="98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я</a:t>
            </a:r>
            <a:r>
              <a:rPr sz="2000" spc="26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30" dirty="0">
                <a:latin typeface="Arial"/>
                <a:cs typeface="Arial"/>
              </a:rPr>
              <a:t>г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27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dirty="0">
                <a:latin typeface="Arial"/>
                <a:cs typeface="Arial"/>
              </a:rPr>
              <a:t>у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14" dirty="0">
                <a:latin typeface="Arial"/>
                <a:cs typeface="Arial"/>
              </a:rPr>
              <a:t>е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ы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75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dirty="0">
                <a:latin typeface="Arial"/>
                <a:cs typeface="Arial"/>
              </a:rPr>
              <a:t>у 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ее</a:t>
            </a:r>
            <a:r>
              <a:rPr sz="2000" dirty="0">
                <a:latin typeface="Arial"/>
                <a:cs typeface="Arial"/>
              </a:rPr>
              <a:t>к</a:t>
            </a:r>
          </a:p>
          <a:p>
            <a:pPr marL="355600" marR="493395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30" dirty="0">
                <a:latin typeface="Arial"/>
                <a:cs typeface="Arial"/>
              </a:rPr>
              <a:t>М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ж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35" dirty="0">
                <a:latin typeface="Arial"/>
                <a:cs typeface="Arial"/>
              </a:rPr>
              <a:t>в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ь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65" dirty="0">
                <a:latin typeface="Arial"/>
                <a:cs typeface="Arial"/>
              </a:rPr>
              <a:t>л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spc="-15" dirty="0">
                <a:latin typeface="Arial"/>
                <a:cs typeface="Arial"/>
              </a:rPr>
              <a:t>ро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е</a:t>
            </a:r>
            <a:r>
              <a:rPr sz="2000" spc="229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45" dirty="0">
                <a:latin typeface="Arial"/>
                <a:cs typeface="Arial"/>
              </a:rPr>
              <a:t>ч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spc="-120" dirty="0">
                <a:latin typeface="Arial"/>
                <a:cs typeface="Arial"/>
              </a:rPr>
              <a:t>й</a:t>
            </a:r>
            <a:r>
              <a:rPr sz="2000" spc="20" dirty="0">
                <a:latin typeface="Arial"/>
                <a:cs typeface="Arial"/>
              </a:rPr>
              <a:t>к</a:t>
            </a:r>
            <a:r>
              <a:rPr sz="2000" spc="-120" dirty="0">
                <a:latin typeface="Arial"/>
                <a:cs typeface="Arial"/>
              </a:rPr>
              <a:t>и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эт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м 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-15" dirty="0">
                <a:latin typeface="Arial"/>
                <a:cs typeface="Arial"/>
              </a:rPr>
              <a:t>ер</a:t>
            </a:r>
            <a:r>
              <a:rPr sz="2000" spc="15" dirty="0">
                <a:latin typeface="Arial"/>
                <a:cs typeface="Arial"/>
              </a:rPr>
              <a:t>я</a:t>
            </a:r>
            <a:r>
              <a:rPr sz="2000" spc="-15" dirty="0">
                <a:latin typeface="Arial"/>
                <a:cs typeface="Arial"/>
              </a:rPr>
              <a:t>е</a:t>
            </a:r>
            <a:r>
              <a:rPr sz="2000" dirty="0">
                <a:latin typeface="Arial"/>
                <a:cs typeface="Arial"/>
              </a:rPr>
              <a:t>м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«ра</a:t>
            </a:r>
            <a:r>
              <a:rPr sz="2000" spc="-20" dirty="0">
                <a:latin typeface="Arial"/>
                <a:cs typeface="Arial"/>
              </a:rPr>
              <a:t>з</a:t>
            </a:r>
            <a:r>
              <a:rPr sz="2000" spc="-15" dirty="0">
                <a:latin typeface="Arial"/>
                <a:cs typeface="Arial"/>
              </a:rPr>
              <a:t>ре</a:t>
            </a:r>
            <a:r>
              <a:rPr sz="2000" spc="-5" dirty="0">
                <a:latin typeface="Arial"/>
                <a:cs typeface="Arial"/>
              </a:rPr>
              <a:t>ш</a:t>
            </a:r>
            <a:r>
              <a:rPr sz="2000" spc="-15" dirty="0">
                <a:latin typeface="Arial"/>
                <a:cs typeface="Arial"/>
              </a:rPr>
              <a:t>а</a:t>
            </a:r>
            <a:r>
              <a:rPr sz="2000" dirty="0">
                <a:latin typeface="Arial"/>
                <a:cs typeface="Arial"/>
              </a:rPr>
              <a:t>ю</a:t>
            </a:r>
            <a:r>
              <a:rPr sz="2000" spc="-45" dirty="0">
                <a:latin typeface="Arial"/>
                <a:cs typeface="Arial"/>
              </a:rPr>
              <a:t>щ</a:t>
            </a:r>
            <a:r>
              <a:rPr sz="2000" dirty="0">
                <a:latin typeface="Arial"/>
                <a:cs typeface="Arial"/>
              </a:rPr>
              <a:t>ую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85" dirty="0">
                <a:latin typeface="Arial"/>
                <a:cs typeface="Arial"/>
              </a:rPr>
              <a:t>п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spc="-45" dirty="0">
                <a:latin typeface="Arial"/>
                <a:cs typeface="Arial"/>
              </a:rPr>
              <a:t>б</a:t>
            </a:r>
            <a:r>
              <a:rPr sz="2000" spc="-105" dirty="0">
                <a:latin typeface="Arial"/>
                <a:cs typeface="Arial"/>
              </a:rPr>
              <a:t>н</a:t>
            </a:r>
            <a:r>
              <a:rPr sz="2000" spc="-15" dirty="0">
                <a:latin typeface="Arial"/>
                <a:cs typeface="Arial"/>
              </a:rPr>
              <a:t>о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0" dirty="0">
                <a:latin typeface="Arial"/>
                <a:cs typeface="Arial"/>
              </a:rPr>
              <a:t>т</a:t>
            </a:r>
            <a:r>
              <a:rPr sz="2000" spc="55" dirty="0">
                <a:latin typeface="Arial"/>
                <a:cs typeface="Arial"/>
              </a:rPr>
              <a:t>ь</a:t>
            </a:r>
            <a:r>
              <a:rPr sz="2000" dirty="0">
                <a:latin typeface="Arial"/>
                <a:cs typeface="Arial"/>
              </a:rPr>
              <a:t>»</a:t>
            </a:r>
          </a:p>
        </p:txBody>
      </p:sp>
      <p:sp>
        <p:nvSpPr>
          <p:cNvPr id="4" name="object 4"/>
          <p:cNvSpPr/>
          <p:nvPr/>
        </p:nvSpPr>
        <p:spPr>
          <a:xfrm>
            <a:off x="2514600" y="1625600"/>
            <a:ext cx="4876800" cy="223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13300" y="2197100"/>
            <a:ext cx="533400" cy="825500"/>
          </a:xfrm>
          <a:custGeom>
            <a:avLst/>
            <a:gdLst/>
            <a:ahLst/>
            <a:cxnLst/>
            <a:rect l="l" t="t" r="r" b="b"/>
            <a:pathLst>
              <a:path w="533400" h="825500">
                <a:moveTo>
                  <a:pt x="0" y="825500"/>
                </a:moveTo>
                <a:lnTo>
                  <a:pt x="533400" y="825500"/>
                </a:lnTo>
                <a:lnTo>
                  <a:pt x="533400" y="0"/>
                </a:lnTo>
                <a:lnTo>
                  <a:pt x="0" y="0"/>
                </a:lnTo>
                <a:lnTo>
                  <a:pt x="0" y="825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89500" y="2235200"/>
            <a:ext cx="22352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69900" y="339103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10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д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р</a:t>
            </a:r>
            <a:r>
              <a:rPr b="1" dirty="0">
                <a:solidFill>
                  <a:schemeClr val="bg1"/>
                </a:solidFill>
                <a:latin typeface="+mn-lt"/>
              </a:rPr>
              <a:t>а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дл</a:t>
            </a:r>
            <a:r>
              <a:rPr b="1" dirty="0">
                <a:solidFill>
                  <a:schemeClr val="bg1"/>
                </a:solidFill>
                <a:latin typeface="+mn-lt"/>
              </a:rPr>
              <a:t>я</a:t>
            </a:r>
            <a:r>
              <a:rPr b="1" spc="-25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л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й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н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г</a:t>
            </a:r>
            <a:r>
              <a:rPr b="1" dirty="0">
                <a:solidFill>
                  <a:schemeClr val="bg1"/>
                </a:solidFill>
                <a:latin typeface="+mn-lt"/>
              </a:rPr>
              <a:t>о</a:t>
            </a:r>
            <a:r>
              <a:rPr b="1" spc="-70" dirty="0">
                <a:solidFill>
                  <a:schemeClr val="bg1"/>
                </a:solidFill>
                <a:latin typeface="+mn-lt"/>
              </a:rPr>
              <a:t> 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SV</a:t>
            </a:r>
            <a:r>
              <a:rPr b="1" dirty="0">
                <a:solidFill>
                  <a:schemeClr val="bg1"/>
                </a:solidFill>
                <a:latin typeface="+mn-lt"/>
              </a:rPr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900" y="1381739"/>
            <a:ext cx="9525000" cy="3028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35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ьк</a:t>
            </a:r>
            <a:r>
              <a:rPr sz="2400" dirty="0">
                <a:latin typeface="Arial"/>
                <a:cs typeface="Arial"/>
              </a:rPr>
              <a:t>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65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-п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з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г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spc="45" dirty="0">
                <a:latin typeface="Arial"/>
                <a:cs typeface="Arial"/>
              </a:rPr>
              <a:t>мм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м п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dirty="0">
                <a:latin typeface="Arial"/>
                <a:cs typeface="Arial"/>
              </a:rPr>
              <a:t>уются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сп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ц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45" dirty="0">
                <a:latin typeface="Arial"/>
                <a:cs typeface="Arial"/>
              </a:rPr>
              <a:t>ь</a:t>
            </a:r>
            <a:r>
              <a:rPr sz="2400" spc="-25" dirty="0">
                <a:latin typeface="Arial"/>
                <a:cs typeface="Arial"/>
              </a:rPr>
              <a:t>ны</a:t>
            </a:r>
            <a:r>
              <a:rPr sz="2400" dirty="0">
                <a:latin typeface="Arial"/>
                <a:cs typeface="Arial"/>
              </a:rPr>
              <a:t>е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а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Arial"/>
                <a:cs typeface="Arial"/>
              </a:rPr>
              <a:t>Я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п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с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ч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 err="1">
                <a:latin typeface="Arial"/>
                <a:cs typeface="Arial"/>
              </a:rPr>
              <a:t>г</a:t>
            </a:r>
            <a:r>
              <a:rPr sz="2400" spc="-45" dirty="0" err="1">
                <a:latin typeface="Arial"/>
                <a:cs typeface="Arial"/>
              </a:rPr>
              <a:t>и</a:t>
            </a:r>
            <a:r>
              <a:rPr sz="2400" dirty="0" err="1">
                <a:latin typeface="Arial"/>
                <a:cs typeface="Arial"/>
              </a:rPr>
              <a:t>ст</a:t>
            </a:r>
            <a:r>
              <a:rPr sz="2400" spc="-35" dirty="0" err="1">
                <a:latin typeface="Arial"/>
                <a:cs typeface="Arial"/>
              </a:rPr>
              <a:t>о</a:t>
            </a:r>
            <a:r>
              <a:rPr sz="2400" spc="20" dirty="0" err="1">
                <a:latin typeface="Arial"/>
                <a:cs typeface="Arial"/>
              </a:rPr>
              <a:t>г</a:t>
            </a:r>
            <a:r>
              <a:rPr sz="2400" spc="60" dirty="0" err="1">
                <a:latin typeface="Arial"/>
                <a:cs typeface="Arial"/>
              </a:rPr>
              <a:t>р</a:t>
            </a:r>
            <a:r>
              <a:rPr sz="2400" spc="-35" dirty="0" err="1">
                <a:latin typeface="Arial"/>
                <a:cs typeface="Arial"/>
              </a:rPr>
              <a:t>а</a:t>
            </a:r>
            <a:r>
              <a:rPr sz="2400" spc="45" dirty="0" err="1">
                <a:latin typeface="Arial"/>
                <a:cs typeface="Arial"/>
              </a:rPr>
              <a:t>мм</a:t>
            </a:r>
            <a:r>
              <a:rPr sz="2400" dirty="0" smtClean="0">
                <a:latin typeface="Arial"/>
                <a:cs typeface="Arial"/>
              </a:rPr>
              <a:t>:</a:t>
            </a:r>
            <a:endParaRPr lang="ru-RU" sz="2400" dirty="0" smtClean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endParaRPr lang="ru-RU"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endParaRPr lang="ru-RU" sz="2400" dirty="0" smtClean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30" dirty="0" err="1" smtClean="0">
                <a:latin typeface="Arial"/>
                <a:cs typeface="Arial"/>
              </a:rPr>
              <a:t>О</a:t>
            </a:r>
            <a:r>
              <a:rPr sz="2400" spc="20" dirty="0" err="1" smtClean="0">
                <a:latin typeface="Arial"/>
                <a:cs typeface="Arial"/>
              </a:rPr>
              <a:t>б</a:t>
            </a:r>
            <a:r>
              <a:rPr sz="2400" spc="-35" dirty="0" err="1" smtClean="0">
                <a:latin typeface="Arial"/>
                <a:cs typeface="Arial"/>
              </a:rPr>
              <a:t>о</a:t>
            </a:r>
            <a:r>
              <a:rPr sz="2400" spc="20" dirty="0" err="1" smtClean="0">
                <a:latin typeface="Arial"/>
                <a:cs typeface="Arial"/>
              </a:rPr>
              <a:t>бщ</a:t>
            </a:r>
            <a:r>
              <a:rPr sz="2400" spc="-35" dirty="0" err="1" smtClean="0">
                <a:latin typeface="Arial"/>
                <a:cs typeface="Arial"/>
              </a:rPr>
              <a:t>е</a:t>
            </a:r>
            <a:r>
              <a:rPr sz="2400" spc="-25" dirty="0" err="1" smtClean="0">
                <a:latin typeface="Arial"/>
                <a:cs typeface="Arial"/>
              </a:rPr>
              <a:t>нн</a:t>
            </a:r>
            <a:r>
              <a:rPr sz="2400" spc="-35" dirty="0" err="1" smtClean="0">
                <a:latin typeface="Arial"/>
                <a:cs typeface="Arial"/>
              </a:rPr>
              <a:t>о</a:t>
            </a:r>
            <a:r>
              <a:rPr sz="2400" dirty="0" err="1" smtClean="0">
                <a:latin typeface="Arial"/>
                <a:cs typeface="Arial"/>
              </a:rPr>
              <a:t>е</a:t>
            </a:r>
            <a:r>
              <a:rPr sz="2400" spc="95" dirty="0" smtClean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Г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усс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яд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6700" y="5257800"/>
            <a:ext cx="74041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i="1" dirty="0">
                <a:latin typeface="Arial"/>
                <a:cs typeface="Arial"/>
              </a:rPr>
              <a:t>D 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-5" dirty="0">
                <a:latin typeface="Arial"/>
                <a:cs typeface="Arial"/>
              </a:rPr>
              <a:t>ж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dirty="0">
                <a:latin typeface="Arial"/>
                <a:cs typeface="Arial"/>
              </a:rPr>
              <a:t>т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б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ть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45" dirty="0">
                <a:latin typeface="Arial"/>
                <a:cs typeface="Arial"/>
              </a:rPr>
              <a:t>к</a:t>
            </a:r>
            <a:r>
              <a:rPr sz="2400" dirty="0">
                <a:latin typeface="Arial"/>
                <a:cs typeface="Arial"/>
              </a:rPr>
              <a:t>л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dirty="0">
                <a:latin typeface="Arial"/>
                <a:cs typeface="Arial"/>
              </a:rPr>
              <a:t>д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spc="20" dirty="0">
                <a:latin typeface="Arial"/>
                <a:cs typeface="Arial"/>
              </a:rPr>
              <a:t>в</a:t>
            </a:r>
            <a:r>
              <a:rPr sz="2400" spc="-25" dirty="0">
                <a:latin typeface="Arial"/>
                <a:cs typeface="Arial"/>
              </a:rPr>
              <a:t>ы</a:t>
            </a:r>
            <a:r>
              <a:rPr sz="2400" dirty="0">
                <a:latin typeface="Arial"/>
                <a:cs typeface="Arial"/>
              </a:rPr>
              <a:t>м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р</a:t>
            </a:r>
            <a:r>
              <a:rPr sz="2400" spc="-35" dirty="0">
                <a:latin typeface="Arial"/>
                <a:cs typeface="Arial"/>
              </a:rPr>
              <a:t>а</a:t>
            </a:r>
            <a:r>
              <a:rPr sz="2400" dirty="0">
                <a:latin typeface="Arial"/>
                <a:cs typeface="Arial"/>
              </a:rPr>
              <a:t>сст</a:t>
            </a:r>
            <a:r>
              <a:rPr sz="2400" spc="-35" dirty="0">
                <a:latin typeface="Arial"/>
                <a:cs typeface="Arial"/>
              </a:rPr>
              <a:t>о</a:t>
            </a:r>
            <a:r>
              <a:rPr sz="2400" dirty="0">
                <a:latin typeface="Arial"/>
                <a:cs typeface="Arial"/>
              </a:rPr>
              <a:t>я</a:t>
            </a:r>
            <a:r>
              <a:rPr sz="2400" spc="-25" dirty="0">
                <a:latin typeface="Arial"/>
                <a:cs typeface="Arial"/>
              </a:rPr>
              <a:t>н</a:t>
            </a:r>
            <a:r>
              <a:rPr sz="2400" spc="-45" dirty="0">
                <a:latin typeface="Arial"/>
                <a:cs typeface="Arial"/>
              </a:rPr>
              <a:t>и</a:t>
            </a:r>
            <a:r>
              <a:rPr sz="2400" spc="-35" dirty="0">
                <a:latin typeface="Arial"/>
                <a:cs typeface="Arial"/>
              </a:rPr>
              <a:t>е</a:t>
            </a:r>
            <a:r>
              <a:rPr sz="2400" spc="45" dirty="0">
                <a:latin typeface="Arial"/>
                <a:cs typeface="Arial"/>
              </a:rPr>
              <a:t>м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χ</a:t>
            </a:r>
            <a:r>
              <a:rPr sz="2400" baseline="24305" dirty="0">
                <a:latin typeface="Times New Roman"/>
                <a:cs typeface="Times New Roman"/>
              </a:rPr>
              <a:t>2</a:t>
            </a:r>
            <a:r>
              <a:rPr sz="2400" spc="300" baseline="24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 и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т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25" dirty="0">
                <a:latin typeface="Times New Roman"/>
                <a:cs typeface="Times New Roman"/>
              </a:rPr>
              <a:t>д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78475" y="4686300"/>
            <a:ext cx="299720" cy="0"/>
          </a:xfrm>
          <a:custGeom>
            <a:avLst/>
            <a:gdLst/>
            <a:ahLst/>
            <a:cxnLst/>
            <a:rect l="l" t="t" r="r" b="b"/>
            <a:pathLst>
              <a:path w="299720">
                <a:moveTo>
                  <a:pt x="0" y="0"/>
                </a:moveTo>
                <a:lnTo>
                  <a:pt x="299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43600" y="4406900"/>
            <a:ext cx="1697989" cy="488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25" dirty="0">
                <a:latin typeface="Times New Roman"/>
                <a:cs typeface="Times New Roman"/>
              </a:rPr>
              <a:t>D</a:t>
            </a:r>
            <a:r>
              <a:rPr sz="3000" spc="95" dirty="0">
                <a:latin typeface="Times New Roman"/>
                <a:cs typeface="Times New Roman"/>
              </a:rPr>
              <a:t>(</a:t>
            </a:r>
            <a:r>
              <a:rPr sz="3000" i="1" spc="15" dirty="0">
                <a:latin typeface="Times New Roman"/>
                <a:cs typeface="Times New Roman"/>
              </a:rPr>
              <a:t>h</a:t>
            </a:r>
            <a:r>
              <a:rPr sz="3000" i="1" spc="-7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000" spc="-310" dirty="0">
                <a:latin typeface="Times New Roman"/>
                <a:cs typeface="Times New Roman"/>
              </a:rPr>
              <a:t> </a:t>
            </a:r>
            <a:r>
              <a:rPr sz="3000" i="1" spc="15" dirty="0">
                <a:latin typeface="Times New Roman"/>
                <a:cs typeface="Times New Roman"/>
              </a:rPr>
              <a:t>h</a:t>
            </a:r>
            <a:r>
              <a:rPr sz="3000" i="1" spc="330" dirty="0">
                <a:latin typeface="Times New Roman"/>
                <a:cs typeface="Times New Roman"/>
              </a:rPr>
              <a:t> </a:t>
            </a:r>
            <a:r>
              <a:rPr sz="3000" spc="195" dirty="0">
                <a:latin typeface="Times New Roman"/>
                <a:cs typeface="Times New Roman"/>
              </a:rPr>
              <a:t>)</a:t>
            </a:r>
            <a:r>
              <a:rPr sz="2625" spc="7" baseline="44444" dirty="0">
                <a:latin typeface="Times New Roman"/>
                <a:cs typeface="Times New Roman"/>
              </a:rPr>
              <a:t>2</a:t>
            </a:r>
            <a:r>
              <a:rPr sz="2625" spc="112" baseline="44444" dirty="0">
                <a:latin typeface="Times New Roman"/>
                <a:cs typeface="Times New Roman"/>
              </a:rPr>
              <a:t> </a:t>
            </a:r>
            <a:r>
              <a:rPr sz="4500" spc="15" baseline="-3703" dirty="0">
                <a:latin typeface="Symbol"/>
                <a:cs typeface="Symbol"/>
              </a:rPr>
              <a:t></a:t>
            </a:r>
            <a:endParaRPr sz="4500" baseline="-3703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2700" y="4749800"/>
            <a:ext cx="254889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86965" algn="l"/>
              </a:tabLst>
            </a:pPr>
            <a:r>
              <a:rPr sz="3000" spc="10" dirty="0">
                <a:latin typeface="Symbol"/>
                <a:cs typeface="Symbol"/>
              </a:rPr>
              <a:t></a:t>
            </a:r>
            <a:r>
              <a:rPr sz="3000" spc="10" dirty="0">
                <a:latin typeface="Times New Roman"/>
                <a:cs typeface="Times New Roman"/>
              </a:rPr>
              <a:t>	</a:t>
            </a:r>
            <a:r>
              <a:rPr sz="3000" spc="10" dirty="0">
                <a:latin typeface="Symbol"/>
                <a:cs typeface="Symbol"/>
              </a:rPr>
              <a:t>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7600" y="4191000"/>
            <a:ext cx="17399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10" dirty="0">
                <a:latin typeface="Symbol"/>
                <a:cs typeface="Symbol"/>
              </a:rPr>
              <a:t>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9400" y="4406900"/>
            <a:ext cx="2701290" cy="488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18565" algn="l"/>
              </a:tabLst>
            </a:pPr>
            <a:r>
              <a:rPr sz="3000" i="1" spc="20" dirty="0">
                <a:latin typeface="Times New Roman"/>
                <a:cs typeface="Times New Roman"/>
              </a:rPr>
              <a:t>K</a:t>
            </a:r>
            <a:r>
              <a:rPr sz="3000" i="1" spc="-480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(</a:t>
            </a:r>
            <a:r>
              <a:rPr sz="3000" i="1" spc="15" dirty="0">
                <a:latin typeface="Times New Roman"/>
                <a:cs typeface="Times New Roman"/>
              </a:rPr>
              <a:t>h</a:t>
            </a:r>
            <a:r>
              <a:rPr sz="3000" i="1" spc="3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000" spc="-409" dirty="0">
                <a:latin typeface="Times New Roman"/>
                <a:cs typeface="Times New Roman"/>
              </a:rPr>
              <a:t> </a:t>
            </a:r>
            <a:r>
              <a:rPr sz="3000" i="1" spc="15" dirty="0">
                <a:latin typeface="Times New Roman"/>
                <a:cs typeface="Times New Roman"/>
              </a:rPr>
              <a:t>h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spc="10" dirty="0">
                <a:latin typeface="Times New Roman"/>
                <a:cs typeface="Times New Roman"/>
              </a:rPr>
              <a:t>)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imes New Roman"/>
                <a:cs typeface="Times New Roman"/>
              </a:rPr>
              <a:t>e</a:t>
            </a:r>
            <a:r>
              <a:rPr sz="3000" spc="-105" dirty="0">
                <a:latin typeface="Times New Roman"/>
                <a:cs typeface="Times New Roman"/>
              </a:rPr>
              <a:t>x</a:t>
            </a:r>
            <a:r>
              <a:rPr sz="3000" spc="190" dirty="0">
                <a:latin typeface="Times New Roman"/>
                <a:cs typeface="Times New Roman"/>
              </a:rPr>
              <a:t>p</a:t>
            </a:r>
            <a:r>
              <a:rPr sz="4500" spc="15" baseline="-3703" dirty="0">
                <a:latin typeface="Symbol"/>
                <a:cs typeface="Symbol"/>
              </a:rPr>
              <a:t></a:t>
            </a:r>
            <a:r>
              <a:rPr sz="4500" spc="-630" baseline="-3703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2700" y="4191000"/>
            <a:ext cx="17399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10" dirty="0">
                <a:latin typeface="Symbol"/>
                <a:cs typeface="Symbol"/>
              </a:rPr>
              <a:t>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27800" y="4654550"/>
            <a:ext cx="5956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1750" spc="5" dirty="0">
                <a:latin typeface="Times New Roman"/>
                <a:cs typeface="Times New Roman"/>
              </a:rPr>
              <a:t>1	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03600" y="4654550"/>
            <a:ext cx="5956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1750" spc="5" dirty="0">
                <a:latin typeface="Times New Roman"/>
                <a:cs typeface="Times New Roman"/>
              </a:rPr>
              <a:t>1	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3400" y="4152900"/>
            <a:ext cx="218440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15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6100" y="4699000"/>
            <a:ext cx="261620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15" dirty="0">
                <a:latin typeface="Times New Roman"/>
                <a:cs typeface="Times New Roman"/>
              </a:rPr>
              <a:t>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741" y="6238875"/>
            <a:ext cx="859980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J. Zhang, M.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Mars</a:t>
            </a:r>
            <a:r>
              <a:rPr sz="1800" spc="-100" dirty="0">
                <a:latin typeface="Arial"/>
                <a:cs typeface="Arial"/>
              </a:rPr>
              <a:t>z</a:t>
            </a:r>
            <a:r>
              <a:rPr sz="1800" dirty="0">
                <a:latin typeface="Arial"/>
                <a:cs typeface="Arial"/>
              </a:rPr>
              <a:t>ale</a:t>
            </a:r>
            <a:r>
              <a:rPr sz="1800" spc="-5" dirty="0">
                <a:latin typeface="Arial"/>
                <a:cs typeface="Arial"/>
              </a:rPr>
              <a:t>k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</a:t>
            </a:r>
            <a:r>
              <a:rPr sz="1800" spc="-100" dirty="0">
                <a:latin typeface="Arial"/>
                <a:cs typeface="Arial"/>
              </a:rPr>
              <a:t>z</a:t>
            </a:r>
            <a:r>
              <a:rPr sz="1800" dirty="0">
                <a:latin typeface="Arial"/>
                <a:cs typeface="Arial"/>
              </a:rPr>
              <a:t>ebni</a:t>
            </a:r>
            <a:r>
              <a:rPr sz="1800" spc="-5" dirty="0">
                <a:latin typeface="Arial"/>
                <a:cs typeface="Arial"/>
              </a:rPr>
              <a:t>k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C.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Sch</a:t>
            </a:r>
            <a:r>
              <a:rPr sz="1800" spc="-10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Local Features and Kernels for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Classifcation</a:t>
            </a:r>
            <a:r>
              <a:rPr sz="1800" u="heavy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of 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ture and Object Categories: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u="heavy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Co</a:t>
            </a:r>
            <a:r>
              <a:rPr sz="1800" u="heavy" spc="-10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prehensive</a:t>
            </a:r>
            <a:r>
              <a:rPr sz="1800" u="heavy" spc="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00FF"/>
                </a:solidFill>
                <a:latin typeface="Arial"/>
                <a:cs typeface="Arial"/>
              </a:rPr>
              <a:t>Stud</a:t>
            </a:r>
            <a:r>
              <a:rPr sz="1800" u="heavy" spc="-125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0" dirty="0">
                <a:latin typeface="Arial"/>
                <a:cs typeface="Arial"/>
              </a:rPr>
              <a:t> I</a:t>
            </a:r>
            <a:r>
              <a:rPr sz="1800" dirty="0">
                <a:latin typeface="Arial"/>
                <a:cs typeface="Arial"/>
              </a:rPr>
              <a:t>JCV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2007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719227"/>
            <a:ext cx="4428489" cy="102598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5100" y="349250"/>
            <a:ext cx="8686800" cy="593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0" algn="ctr">
              <a:lnSpc>
                <a:spcPct val="100000"/>
              </a:lnSpc>
            </a:pPr>
            <a:r>
              <a:rPr b="1" spc="-35" dirty="0">
                <a:solidFill>
                  <a:schemeClr val="bg1"/>
                </a:solidFill>
                <a:latin typeface="+mn-lt"/>
              </a:rPr>
              <a:t>Р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з</a:t>
            </a:r>
            <a:r>
              <a:rPr b="1" dirty="0">
                <a:solidFill>
                  <a:schemeClr val="bg1"/>
                </a:solidFill>
                <a:latin typeface="+mn-lt"/>
              </a:rPr>
              <a:t>юме</a:t>
            </a:r>
            <a:r>
              <a:rPr b="1" spc="30" dirty="0">
                <a:solidFill>
                  <a:schemeClr val="bg1"/>
                </a:solidFill>
                <a:latin typeface="+mn-lt"/>
              </a:rPr>
              <a:t> л</a:t>
            </a:r>
            <a:r>
              <a:rPr b="1" spc="-80" dirty="0">
                <a:solidFill>
                  <a:schemeClr val="bg1"/>
                </a:solidFill>
                <a:latin typeface="+mn-lt"/>
              </a:rPr>
              <a:t>е</a:t>
            </a:r>
            <a:r>
              <a:rPr b="1" dirty="0">
                <a:solidFill>
                  <a:schemeClr val="bg1"/>
                </a:solidFill>
                <a:latin typeface="+mn-lt"/>
              </a:rPr>
              <a:t>к</a:t>
            </a:r>
            <a:r>
              <a:rPr b="1" spc="-35" dirty="0">
                <a:solidFill>
                  <a:schemeClr val="bg1"/>
                </a:solidFill>
                <a:latin typeface="+mn-lt"/>
              </a:rPr>
              <a:t>ц</a:t>
            </a:r>
            <a:r>
              <a:rPr b="1" spc="5" dirty="0">
                <a:solidFill>
                  <a:schemeClr val="bg1"/>
                </a:solidFill>
                <a:latin typeface="+mn-lt"/>
              </a:rPr>
              <a:t>и</a:t>
            </a:r>
            <a:r>
              <a:rPr b="1" dirty="0">
                <a:solidFill>
                  <a:schemeClr val="bg1"/>
                </a:solidFill>
                <a:latin typeface="+mn-lt"/>
              </a:rPr>
              <a:t>и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533525"/>
            <a:ext cx="10693400" cy="3338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957580" indent="-342900">
              <a:lnSpc>
                <a:spcPct val="100699"/>
              </a:lnSpc>
              <a:buFont typeface="Arial"/>
              <a:buChar char="•"/>
              <a:tabLst>
                <a:tab pos="355600" algn="l"/>
              </a:tabLst>
            </a:pPr>
            <a:r>
              <a:rPr spc="-100" dirty="0"/>
              <a:t>М</a:t>
            </a:r>
            <a:r>
              <a:rPr dirty="0"/>
              <a:t>ы</a:t>
            </a:r>
            <a:r>
              <a:rPr spc="105" dirty="0"/>
              <a:t> </a:t>
            </a:r>
            <a:r>
              <a:rPr dirty="0"/>
              <a:t>п</a:t>
            </a:r>
            <a:r>
              <a:rPr spc="-35" dirty="0"/>
              <a:t>о</a:t>
            </a:r>
            <a:r>
              <a:rPr dirty="0"/>
              <a:t>з</a:t>
            </a:r>
            <a:r>
              <a:rPr spc="-25" dirty="0"/>
              <a:t>н</a:t>
            </a:r>
            <a:r>
              <a:rPr spc="-35" dirty="0"/>
              <a:t>а</a:t>
            </a:r>
            <a:r>
              <a:rPr spc="45" dirty="0"/>
              <a:t>к</a:t>
            </a:r>
            <a:r>
              <a:rPr spc="-35" dirty="0"/>
              <a:t>о</a:t>
            </a:r>
            <a:r>
              <a:rPr spc="45" dirty="0"/>
              <a:t>м</a:t>
            </a:r>
            <a:r>
              <a:rPr spc="-45" dirty="0"/>
              <a:t>и</a:t>
            </a:r>
            <a:r>
              <a:rPr dirty="0"/>
              <a:t>л</a:t>
            </a:r>
            <a:r>
              <a:rPr spc="-45" dirty="0"/>
              <a:t>и</a:t>
            </a:r>
            <a:r>
              <a:rPr dirty="0"/>
              <a:t>сь</a:t>
            </a:r>
            <a:r>
              <a:rPr spc="75" dirty="0"/>
              <a:t> </a:t>
            </a:r>
            <a:r>
              <a:rPr dirty="0"/>
              <a:t>с</a:t>
            </a:r>
            <a:r>
              <a:rPr spc="30" dirty="0"/>
              <a:t> </a:t>
            </a:r>
            <a:r>
              <a:rPr dirty="0"/>
              <a:t>з</a:t>
            </a:r>
            <a:r>
              <a:rPr spc="-35" dirty="0"/>
              <a:t>а</a:t>
            </a:r>
            <a:r>
              <a:rPr dirty="0"/>
              <a:t>д</a:t>
            </a:r>
            <a:r>
              <a:rPr spc="-35" dirty="0"/>
              <a:t>а</a:t>
            </a:r>
            <a:r>
              <a:rPr spc="45" dirty="0"/>
              <a:t>ч</a:t>
            </a:r>
            <a:r>
              <a:rPr spc="-35" dirty="0"/>
              <a:t>е</a:t>
            </a:r>
            <a:r>
              <a:rPr dirty="0"/>
              <a:t>й</a:t>
            </a:r>
            <a:r>
              <a:rPr spc="-10" dirty="0"/>
              <a:t> </a:t>
            </a:r>
            <a:r>
              <a:rPr spc="45" dirty="0"/>
              <a:t>к</a:t>
            </a:r>
            <a:r>
              <a:rPr dirty="0"/>
              <a:t>л</a:t>
            </a:r>
            <a:r>
              <a:rPr spc="-35" dirty="0"/>
              <a:t>а</a:t>
            </a:r>
            <a:r>
              <a:rPr dirty="0"/>
              <a:t>сс</a:t>
            </a:r>
            <a:r>
              <a:rPr spc="-45" dirty="0"/>
              <a:t>и</a:t>
            </a:r>
            <a:r>
              <a:rPr spc="20" dirty="0"/>
              <a:t>ф</a:t>
            </a:r>
            <a:r>
              <a:rPr spc="-45" dirty="0"/>
              <a:t>и</a:t>
            </a:r>
            <a:r>
              <a:rPr spc="45" dirty="0"/>
              <a:t>к</a:t>
            </a:r>
            <a:r>
              <a:rPr spc="-35" dirty="0"/>
              <a:t>а</a:t>
            </a:r>
            <a:r>
              <a:rPr spc="20" dirty="0"/>
              <a:t>ц</a:t>
            </a:r>
            <a:r>
              <a:rPr spc="-45" dirty="0"/>
              <a:t>и</a:t>
            </a:r>
            <a:r>
              <a:rPr dirty="0"/>
              <a:t>и</a:t>
            </a:r>
            <a:r>
              <a:rPr spc="90" dirty="0"/>
              <a:t> </a:t>
            </a:r>
            <a:r>
              <a:rPr dirty="0"/>
              <a:t>и </a:t>
            </a:r>
            <a:r>
              <a:rPr spc="45" dirty="0"/>
              <a:t>м</a:t>
            </a:r>
            <a:r>
              <a:rPr spc="-35" dirty="0"/>
              <a:t>е</a:t>
            </a:r>
            <a:r>
              <a:rPr dirty="0"/>
              <a:t>т</a:t>
            </a:r>
            <a:r>
              <a:rPr spc="-35" dirty="0"/>
              <a:t>о</a:t>
            </a:r>
            <a:r>
              <a:rPr dirty="0"/>
              <a:t>д</a:t>
            </a:r>
            <a:r>
              <a:rPr spc="-35" dirty="0"/>
              <a:t>о</a:t>
            </a:r>
            <a:r>
              <a:rPr dirty="0"/>
              <a:t>м</a:t>
            </a:r>
            <a:r>
              <a:rPr spc="80" dirty="0"/>
              <a:t> </a:t>
            </a:r>
            <a:r>
              <a:rPr dirty="0"/>
              <a:t>S</a:t>
            </a:r>
            <a:r>
              <a:rPr spc="-105" dirty="0"/>
              <a:t>V</a:t>
            </a:r>
            <a:r>
              <a:rPr dirty="0"/>
              <a:t>M</a:t>
            </a:r>
          </a:p>
          <a:p>
            <a:pPr marL="355600" marR="771525" indent="-342900">
              <a:lnSpc>
                <a:spcPct val="100699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К</a:t>
            </a:r>
            <a:r>
              <a:rPr spc="-35" dirty="0"/>
              <a:t>а</a:t>
            </a:r>
            <a:r>
              <a:rPr dirty="0"/>
              <a:t>т</a:t>
            </a:r>
            <a:r>
              <a:rPr spc="-35" dirty="0"/>
              <a:t>е</a:t>
            </a:r>
            <a:r>
              <a:rPr spc="20" dirty="0"/>
              <a:t>г</a:t>
            </a:r>
            <a:r>
              <a:rPr spc="-35" dirty="0"/>
              <a:t>о</a:t>
            </a:r>
            <a:r>
              <a:rPr spc="60" dirty="0"/>
              <a:t>р</a:t>
            </a:r>
            <a:r>
              <a:rPr spc="-45" dirty="0"/>
              <a:t>и</a:t>
            </a:r>
            <a:r>
              <a:rPr dirty="0"/>
              <a:t>з</a:t>
            </a:r>
            <a:r>
              <a:rPr spc="-35" dirty="0"/>
              <a:t>а</a:t>
            </a:r>
            <a:r>
              <a:rPr spc="20" dirty="0"/>
              <a:t>ц</a:t>
            </a:r>
            <a:r>
              <a:rPr spc="-45" dirty="0"/>
              <a:t>и</a:t>
            </a:r>
            <a:r>
              <a:rPr dirty="0"/>
              <a:t>я</a:t>
            </a:r>
            <a:r>
              <a:rPr spc="130" dirty="0"/>
              <a:t> </a:t>
            </a:r>
            <a:r>
              <a:rPr spc="-45" dirty="0"/>
              <a:t>и</a:t>
            </a:r>
            <a:r>
              <a:rPr dirty="0"/>
              <a:t>з</a:t>
            </a:r>
            <a:r>
              <a:rPr spc="-35" dirty="0"/>
              <a:t>о</a:t>
            </a:r>
            <a:r>
              <a:rPr spc="20" dirty="0"/>
              <a:t>б</a:t>
            </a:r>
            <a:r>
              <a:rPr spc="60" dirty="0"/>
              <a:t>р</a:t>
            </a:r>
            <a:r>
              <a:rPr spc="-35" dirty="0"/>
              <a:t>а</a:t>
            </a:r>
            <a:r>
              <a:rPr spc="-5" dirty="0"/>
              <a:t>ж</a:t>
            </a:r>
            <a:r>
              <a:rPr spc="-35" dirty="0"/>
              <a:t>е</a:t>
            </a:r>
            <a:r>
              <a:rPr spc="-25" dirty="0"/>
              <a:t>н</a:t>
            </a:r>
            <a:r>
              <a:rPr spc="-45" dirty="0"/>
              <a:t>и</a:t>
            </a:r>
            <a:r>
              <a:rPr dirty="0"/>
              <a:t>й</a:t>
            </a:r>
            <a:r>
              <a:rPr spc="8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spc="-35" dirty="0"/>
              <a:t>о</a:t>
            </a:r>
            <a:r>
              <a:rPr dirty="0"/>
              <a:t>д</a:t>
            </a:r>
            <a:r>
              <a:rPr spc="-25" dirty="0"/>
              <a:t>н</a:t>
            </a:r>
            <a:r>
              <a:rPr dirty="0"/>
              <a:t>а</a:t>
            </a:r>
            <a:r>
              <a:rPr spc="95" dirty="0"/>
              <a:t> </a:t>
            </a:r>
            <a:r>
              <a:rPr spc="-45" dirty="0"/>
              <a:t>и</a:t>
            </a:r>
            <a:r>
              <a:rPr dirty="0"/>
              <a:t>з</a:t>
            </a:r>
            <a:r>
              <a:rPr spc="30" dirty="0"/>
              <a:t> </a:t>
            </a:r>
            <a:r>
              <a:rPr spc="-35" dirty="0"/>
              <a:t>о</a:t>
            </a:r>
            <a:r>
              <a:rPr dirty="0"/>
              <a:t>с</a:t>
            </a:r>
            <a:r>
              <a:rPr spc="-25" dirty="0"/>
              <a:t>н</a:t>
            </a:r>
            <a:r>
              <a:rPr spc="-35" dirty="0"/>
              <a:t>о</a:t>
            </a:r>
            <a:r>
              <a:rPr spc="20" dirty="0"/>
              <a:t>в</a:t>
            </a:r>
            <a:r>
              <a:rPr spc="-25" dirty="0"/>
              <a:t>ны</a:t>
            </a:r>
            <a:r>
              <a:rPr dirty="0"/>
              <a:t>х з</a:t>
            </a:r>
            <a:r>
              <a:rPr spc="-35" dirty="0"/>
              <a:t>а</a:t>
            </a:r>
            <a:r>
              <a:rPr dirty="0"/>
              <a:t>д</a:t>
            </a:r>
            <a:r>
              <a:rPr spc="-35" dirty="0"/>
              <a:t>а</a:t>
            </a:r>
            <a:r>
              <a:rPr dirty="0"/>
              <a:t>ч</a:t>
            </a:r>
            <a:r>
              <a:rPr spc="75" dirty="0"/>
              <a:t> </a:t>
            </a:r>
            <a:r>
              <a:rPr spc="60" dirty="0"/>
              <a:t>р</a:t>
            </a:r>
            <a:r>
              <a:rPr spc="-35" dirty="0"/>
              <a:t>а</a:t>
            </a:r>
            <a:r>
              <a:rPr dirty="0"/>
              <a:t>сп</a:t>
            </a:r>
            <a:r>
              <a:rPr spc="-35" dirty="0"/>
              <a:t>о</a:t>
            </a:r>
            <a:r>
              <a:rPr dirty="0"/>
              <a:t>з</a:t>
            </a:r>
            <a:r>
              <a:rPr spc="-25" dirty="0"/>
              <a:t>н</a:t>
            </a:r>
            <a:r>
              <a:rPr spc="-35" dirty="0"/>
              <a:t>а</a:t>
            </a:r>
            <a:r>
              <a:rPr spc="20" dirty="0"/>
              <a:t>в</a:t>
            </a:r>
            <a:r>
              <a:rPr spc="-35" dirty="0"/>
              <a:t>а</a:t>
            </a:r>
            <a:r>
              <a:rPr spc="-25" dirty="0"/>
              <a:t>н</a:t>
            </a:r>
            <a:r>
              <a:rPr spc="-45" dirty="0"/>
              <a:t>и</a:t>
            </a:r>
            <a:r>
              <a:rPr dirty="0"/>
              <a:t>я</a:t>
            </a:r>
            <a:r>
              <a:rPr spc="130" dirty="0"/>
              <a:t> </a:t>
            </a:r>
            <a:r>
              <a:rPr spc="-45" dirty="0"/>
              <a:t>и</a:t>
            </a:r>
            <a:r>
              <a:rPr dirty="0"/>
              <a:t>з</a:t>
            </a:r>
            <a:r>
              <a:rPr spc="-35" dirty="0"/>
              <a:t>о</a:t>
            </a:r>
            <a:r>
              <a:rPr spc="20" dirty="0"/>
              <a:t>б</a:t>
            </a:r>
            <a:r>
              <a:rPr spc="60" dirty="0"/>
              <a:t>р</a:t>
            </a:r>
            <a:r>
              <a:rPr spc="-35" dirty="0"/>
              <a:t>а</a:t>
            </a:r>
            <a:r>
              <a:rPr spc="-5" dirty="0"/>
              <a:t>ж</a:t>
            </a:r>
            <a:r>
              <a:rPr spc="-35" dirty="0"/>
              <a:t>е</a:t>
            </a:r>
            <a:r>
              <a:rPr spc="-25" dirty="0"/>
              <a:t>н</a:t>
            </a:r>
            <a:r>
              <a:rPr spc="-45" dirty="0"/>
              <a:t>и</a:t>
            </a:r>
            <a:r>
              <a:rPr dirty="0"/>
              <a:t>й</a:t>
            </a:r>
          </a:p>
          <a:p>
            <a:pPr marL="355600" marR="814069" indent="-342900">
              <a:lnSpc>
                <a:spcPct val="100699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В</a:t>
            </a:r>
            <a:r>
              <a:rPr spc="30" dirty="0"/>
              <a:t> </a:t>
            </a:r>
            <a:r>
              <a:rPr spc="45" dirty="0"/>
              <a:t>к</a:t>
            </a:r>
            <a:r>
              <a:rPr spc="-35" dirty="0"/>
              <a:t>а</a:t>
            </a:r>
            <a:r>
              <a:rPr spc="45" dirty="0"/>
              <a:t>ч</a:t>
            </a:r>
            <a:r>
              <a:rPr spc="-35" dirty="0"/>
              <a:t>е</a:t>
            </a:r>
            <a:r>
              <a:rPr dirty="0"/>
              <a:t>ст</a:t>
            </a:r>
            <a:r>
              <a:rPr spc="20" dirty="0"/>
              <a:t>в</a:t>
            </a:r>
            <a:r>
              <a:rPr dirty="0"/>
              <a:t>е</a:t>
            </a:r>
            <a:r>
              <a:rPr spc="-105" dirty="0"/>
              <a:t> </a:t>
            </a:r>
            <a:r>
              <a:rPr dirty="0"/>
              <a:t>п</a:t>
            </a:r>
            <a:r>
              <a:rPr spc="60" dirty="0"/>
              <a:t>р</a:t>
            </a:r>
            <a:r>
              <a:rPr spc="-45" dirty="0"/>
              <a:t>и</a:t>
            </a:r>
            <a:r>
              <a:rPr dirty="0"/>
              <a:t>з</a:t>
            </a:r>
            <a:r>
              <a:rPr spc="-25" dirty="0"/>
              <a:t>н</a:t>
            </a:r>
            <a:r>
              <a:rPr spc="-35" dirty="0"/>
              <a:t>а</a:t>
            </a:r>
            <a:r>
              <a:rPr spc="45" dirty="0"/>
              <a:t>к</a:t>
            </a:r>
            <a:r>
              <a:rPr spc="-35" dirty="0"/>
              <a:t>о</a:t>
            </a:r>
            <a:r>
              <a:rPr dirty="0"/>
              <a:t>в</a:t>
            </a:r>
            <a:r>
              <a:rPr spc="55" dirty="0"/>
              <a:t> </a:t>
            </a:r>
            <a:r>
              <a:rPr spc="45" dirty="0"/>
              <a:t>ч</a:t>
            </a:r>
            <a:r>
              <a:rPr spc="-35" dirty="0"/>
              <a:t>а</a:t>
            </a:r>
            <a:r>
              <a:rPr spc="20" dirty="0"/>
              <a:t>щ</a:t>
            </a:r>
            <a:r>
              <a:rPr dirty="0"/>
              <a:t>е</a:t>
            </a:r>
            <a:r>
              <a:rPr spc="-105" dirty="0"/>
              <a:t> </a:t>
            </a:r>
            <a:r>
              <a:rPr spc="20" dirty="0"/>
              <a:t>в</a:t>
            </a:r>
            <a:r>
              <a:rPr dirty="0"/>
              <a:t>с</a:t>
            </a:r>
            <a:r>
              <a:rPr spc="-35" dirty="0"/>
              <a:t>е</a:t>
            </a:r>
            <a:r>
              <a:rPr spc="20" dirty="0"/>
              <a:t>г</a:t>
            </a:r>
            <a:r>
              <a:rPr dirty="0"/>
              <a:t>о</a:t>
            </a:r>
            <a:r>
              <a:rPr spc="-5" dirty="0"/>
              <a:t> </a:t>
            </a:r>
            <a:r>
              <a:rPr spc="-45" dirty="0"/>
              <a:t>и</a:t>
            </a:r>
            <a:r>
              <a:rPr dirty="0"/>
              <a:t>сп</a:t>
            </a:r>
            <a:r>
              <a:rPr spc="-35" dirty="0"/>
              <a:t>о</a:t>
            </a:r>
            <a:r>
              <a:rPr dirty="0"/>
              <a:t>л</a:t>
            </a:r>
            <a:r>
              <a:rPr spc="45" dirty="0"/>
              <a:t>ь</a:t>
            </a:r>
            <a:r>
              <a:rPr dirty="0"/>
              <a:t>зуют </a:t>
            </a:r>
            <a:r>
              <a:rPr spc="20" dirty="0"/>
              <a:t>г</a:t>
            </a:r>
            <a:r>
              <a:rPr spc="-45" dirty="0"/>
              <a:t>и</a:t>
            </a:r>
            <a:r>
              <a:rPr dirty="0"/>
              <a:t>ст</a:t>
            </a:r>
            <a:r>
              <a:rPr spc="-35" dirty="0"/>
              <a:t>о</a:t>
            </a:r>
            <a:r>
              <a:rPr spc="20" dirty="0"/>
              <a:t>г</a:t>
            </a:r>
            <a:r>
              <a:rPr spc="60" dirty="0"/>
              <a:t>р</a:t>
            </a:r>
            <a:r>
              <a:rPr spc="-35" dirty="0"/>
              <a:t>а</a:t>
            </a:r>
            <a:r>
              <a:rPr spc="45" dirty="0"/>
              <a:t>мм</a:t>
            </a:r>
            <a:r>
              <a:rPr dirty="0"/>
              <a:t>ы</a:t>
            </a:r>
            <a:r>
              <a:rPr spc="-95" dirty="0"/>
              <a:t> </a:t>
            </a:r>
            <a:r>
              <a:rPr spc="60" dirty="0"/>
              <a:t>р</a:t>
            </a:r>
            <a:r>
              <a:rPr spc="-35" dirty="0"/>
              <a:t>а</a:t>
            </a:r>
            <a:r>
              <a:rPr dirty="0"/>
              <a:t>сп</a:t>
            </a:r>
            <a:r>
              <a:rPr spc="60" dirty="0"/>
              <a:t>р</a:t>
            </a:r>
            <a:r>
              <a:rPr spc="-35" dirty="0"/>
              <a:t>е</a:t>
            </a:r>
            <a:r>
              <a:rPr dirty="0"/>
              <a:t>д</a:t>
            </a:r>
            <a:r>
              <a:rPr spc="-35" dirty="0"/>
              <a:t>е</a:t>
            </a:r>
            <a:r>
              <a:rPr dirty="0"/>
              <a:t>л</a:t>
            </a:r>
            <a:r>
              <a:rPr spc="-35" dirty="0"/>
              <a:t>е</a:t>
            </a:r>
            <a:r>
              <a:rPr spc="-25" dirty="0"/>
              <a:t>н</a:t>
            </a:r>
            <a:r>
              <a:rPr spc="-45" dirty="0"/>
              <a:t>и</a:t>
            </a:r>
            <a:r>
              <a:rPr dirty="0"/>
              <a:t>й</a:t>
            </a:r>
            <a:r>
              <a:rPr spc="90" dirty="0"/>
              <a:t> </a:t>
            </a:r>
            <a:r>
              <a:rPr spc="20" dirty="0"/>
              <a:t>цв</a:t>
            </a:r>
            <a:r>
              <a:rPr spc="-35" dirty="0"/>
              <a:t>е</a:t>
            </a:r>
            <a:r>
              <a:rPr dirty="0"/>
              <a:t>т</a:t>
            </a:r>
            <a:r>
              <a:rPr spc="-35" dirty="0"/>
              <a:t>а</a:t>
            </a:r>
            <a:r>
              <a:rPr dirty="0"/>
              <a:t>,</a:t>
            </a:r>
            <a:r>
              <a:rPr spc="-40" dirty="0"/>
              <a:t> </a:t>
            </a:r>
            <a:r>
              <a:rPr spc="20" dirty="0"/>
              <a:t>г</a:t>
            </a:r>
            <a:r>
              <a:rPr spc="60" dirty="0"/>
              <a:t>р</a:t>
            </a:r>
            <a:r>
              <a:rPr spc="-35" dirty="0"/>
              <a:t>а</a:t>
            </a:r>
            <a:r>
              <a:rPr dirty="0"/>
              <a:t>д</a:t>
            </a:r>
            <a:r>
              <a:rPr spc="-45" dirty="0"/>
              <a:t>и</a:t>
            </a:r>
            <a:r>
              <a:rPr spc="-35" dirty="0"/>
              <a:t>е</a:t>
            </a:r>
            <a:r>
              <a:rPr spc="-25" dirty="0"/>
              <a:t>н</a:t>
            </a:r>
            <a:r>
              <a:rPr dirty="0"/>
              <a:t>т</a:t>
            </a:r>
            <a:r>
              <a:rPr spc="-35" dirty="0"/>
              <a:t>о</a:t>
            </a:r>
            <a:r>
              <a:rPr spc="20" dirty="0"/>
              <a:t>в</a:t>
            </a:r>
            <a:r>
              <a:rPr dirty="0"/>
              <a:t>, </a:t>
            </a:r>
            <a:r>
              <a:rPr spc="45" dirty="0"/>
              <a:t>к</a:t>
            </a:r>
            <a:r>
              <a:rPr spc="60" dirty="0"/>
              <a:t>р</a:t>
            </a:r>
            <a:r>
              <a:rPr spc="-35" dirty="0"/>
              <a:t>аё</a:t>
            </a:r>
            <a:r>
              <a:rPr spc="20" dirty="0"/>
              <a:t>в</a:t>
            </a:r>
            <a:r>
              <a:rPr dirty="0"/>
              <a:t>,</a:t>
            </a:r>
            <a:r>
              <a:rPr spc="-40" dirty="0"/>
              <a:t> </a:t>
            </a:r>
            <a:r>
              <a:rPr spc="20" dirty="0"/>
              <a:t>в</a:t>
            </a:r>
            <a:r>
              <a:rPr spc="-45" dirty="0"/>
              <a:t>и</a:t>
            </a:r>
            <a:r>
              <a:rPr dirty="0"/>
              <a:t>зу</a:t>
            </a:r>
            <a:r>
              <a:rPr spc="-35" dirty="0"/>
              <a:t>а</a:t>
            </a:r>
            <a:r>
              <a:rPr dirty="0"/>
              <a:t>л</a:t>
            </a:r>
            <a:r>
              <a:rPr spc="45" dirty="0"/>
              <a:t>ь</a:t>
            </a:r>
            <a:r>
              <a:rPr spc="-25" dirty="0"/>
              <a:t>ны</a:t>
            </a:r>
            <a:r>
              <a:rPr dirty="0"/>
              <a:t>х</a:t>
            </a:r>
            <a:r>
              <a:rPr spc="30" dirty="0"/>
              <a:t> </a:t>
            </a:r>
            <a:r>
              <a:rPr dirty="0"/>
              <a:t>сл</a:t>
            </a:r>
            <a:r>
              <a:rPr spc="-35" dirty="0"/>
              <a:t>о</a:t>
            </a:r>
            <a:r>
              <a:rPr dirty="0"/>
              <a:t>в</a:t>
            </a:r>
          </a:p>
          <a:p>
            <a:pPr marL="355600" marR="361315" indent="-342900">
              <a:lnSpc>
                <a:spcPct val="100699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</a:tabLst>
            </a:pPr>
            <a:r>
              <a:rPr spc="20" dirty="0"/>
              <a:t>Л</a:t>
            </a:r>
            <a:r>
              <a:rPr dirty="0"/>
              <a:t>ю</a:t>
            </a:r>
            <a:r>
              <a:rPr spc="20" dirty="0"/>
              <a:t>б</a:t>
            </a:r>
            <a:r>
              <a:rPr spc="-35" dirty="0"/>
              <a:t>о</a:t>
            </a:r>
            <a:r>
              <a:rPr dirty="0"/>
              <a:t>й</a:t>
            </a:r>
            <a:r>
              <a:rPr spc="-10" dirty="0"/>
              <a:t> </a:t>
            </a:r>
            <a:r>
              <a:rPr spc="45" dirty="0"/>
              <a:t>м</a:t>
            </a:r>
            <a:r>
              <a:rPr spc="-35" dirty="0"/>
              <a:t>е</a:t>
            </a:r>
            <a:r>
              <a:rPr dirty="0"/>
              <a:t>т</a:t>
            </a:r>
            <a:r>
              <a:rPr spc="-35" dirty="0"/>
              <a:t>о</a:t>
            </a:r>
            <a:r>
              <a:rPr dirty="0"/>
              <a:t>д</a:t>
            </a:r>
            <a:r>
              <a:rPr spc="30" dirty="0"/>
              <a:t> </a:t>
            </a:r>
            <a:r>
              <a:rPr spc="45" dirty="0"/>
              <a:t>к</a:t>
            </a:r>
            <a:r>
              <a:rPr dirty="0"/>
              <a:t>л</a:t>
            </a:r>
            <a:r>
              <a:rPr spc="-35" dirty="0"/>
              <a:t>а</a:t>
            </a:r>
            <a:r>
              <a:rPr dirty="0"/>
              <a:t>сс</a:t>
            </a:r>
            <a:r>
              <a:rPr spc="-45" dirty="0"/>
              <a:t>и</a:t>
            </a:r>
            <a:r>
              <a:rPr spc="20" dirty="0"/>
              <a:t>ф</a:t>
            </a:r>
            <a:r>
              <a:rPr spc="-45" dirty="0"/>
              <a:t>и</a:t>
            </a:r>
            <a:r>
              <a:rPr spc="45" dirty="0"/>
              <a:t>к</a:t>
            </a:r>
            <a:r>
              <a:rPr spc="-35" dirty="0"/>
              <a:t>а</a:t>
            </a:r>
            <a:r>
              <a:rPr spc="20" dirty="0"/>
              <a:t>ц</a:t>
            </a:r>
            <a:r>
              <a:rPr spc="-45" dirty="0"/>
              <a:t>и</a:t>
            </a:r>
            <a:r>
              <a:rPr dirty="0"/>
              <a:t>и</a:t>
            </a:r>
            <a:r>
              <a:rPr spc="-10" dirty="0"/>
              <a:t> </a:t>
            </a:r>
            <a:r>
              <a:rPr spc="-25" dirty="0"/>
              <a:t>н</a:t>
            </a:r>
            <a:r>
              <a:rPr dirty="0"/>
              <a:t>а</a:t>
            </a:r>
            <a:r>
              <a:rPr spc="-5" dirty="0"/>
              <a:t> </a:t>
            </a:r>
            <a:r>
              <a:rPr spc="-35" dirty="0"/>
              <a:t>о</a:t>
            </a:r>
            <a:r>
              <a:rPr dirty="0"/>
              <a:t>с</a:t>
            </a:r>
            <a:r>
              <a:rPr spc="-25" dirty="0"/>
              <a:t>н</a:t>
            </a:r>
            <a:r>
              <a:rPr spc="-35" dirty="0"/>
              <a:t>о</a:t>
            </a:r>
            <a:r>
              <a:rPr spc="20" dirty="0"/>
              <a:t>в</a:t>
            </a:r>
            <a:r>
              <a:rPr dirty="0"/>
              <a:t>е</a:t>
            </a:r>
            <a:r>
              <a:rPr spc="95" dirty="0"/>
              <a:t> </a:t>
            </a:r>
            <a:r>
              <a:rPr spc="45" dirty="0"/>
              <a:t>м</a:t>
            </a:r>
            <a:r>
              <a:rPr spc="-35" dirty="0"/>
              <a:t>а</a:t>
            </a:r>
            <a:r>
              <a:rPr spc="-25" dirty="0"/>
              <a:t>ш</a:t>
            </a:r>
            <a:r>
              <a:rPr spc="-45" dirty="0"/>
              <a:t>и</a:t>
            </a:r>
            <a:r>
              <a:rPr spc="-25" dirty="0"/>
              <a:t>нн</a:t>
            </a:r>
            <a:r>
              <a:rPr spc="-35" dirty="0"/>
              <a:t>о</a:t>
            </a:r>
            <a:r>
              <a:rPr spc="20" dirty="0"/>
              <a:t>г</a:t>
            </a:r>
            <a:r>
              <a:rPr dirty="0"/>
              <a:t>о </a:t>
            </a:r>
            <a:r>
              <a:rPr spc="-35" dirty="0"/>
              <a:t>о</a:t>
            </a:r>
            <a:r>
              <a:rPr spc="20" dirty="0"/>
              <a:t>б</a:t>
            </a:r>
            <a:r>
              <a:rPr dirty="0"/>
              <a:t>у</a:t>
            </a:r>
            <a:r>
              <a:rPr spc="45" dirty="0"/>
              <a:t>ч</a:t>
            </a:r>
            <a:r>
              <a:rPr spc="-35" dirty="0"/>
              <a:t>е</a:t>
            </a:r>
            <a:r>
              <a:rPr spc="-25" dirty="0"/>
              <a:t>н</a:t>
            </a:r>
            <a:r>
              <a:rPr spc="-45" dirty="0"/>
              <a:t>и</a:t>
            </a:r>
            <a:r>
              <a:rPr dirty="0"/>
              <a:t>я</a:t>
            </a:r>
            <a:r>
              <a:rPr spc="30" dirty="0"/>
              <a:t> </a:t>
            </a:r>
            <a:r>
              <a:rPr spc="45" dirty="0"/>
              <a:t>м</a:t>
            </a:r>
            <a:r>
              <a:rPr spc="-35" dirty="0"/>
              <a:t>о</a:t>
            </a:r>
            <a:r>
              <a:rPr spc="-5" dirty="0"/>
              <a:t>ж</a:t>
            </a:r>
            <a:r>
              <a:rPr spc="-25" dirty="0"/>
              <a:t>н</a:t>
            </a:r>
            <a:r>
              <a:rPr dirty="0"/>
              <a:t>о</a:t>
            </a:r>
            <a:r>
              <a:rPr spc="-5" dirty="0"/>
              <a:t> </a:t>
            </a:r>
            <a:r>
              <a:rPr spc="-45" dirty="0"/>
              <a:t>и</a:t>
            </a:r>
            <a:r>
              <a:rPr dirty="0"/>
              <a:t>сп</a:t>
            </a:r>
            <a:r>
              <a:rPr spc="-35" dirty="0"/>
              <a:t>о</a:t>
            </a:r>
            <a:r>
              <a:rPr dirty="0"/>
              <a:t>л</a:t>
            </a:r>
            <a:r>
              <a:rPr spc="45" dirty="0"/>
              <a:t>ь</a:t>
            </a:r>
            <a:r>
              <a:rPr dirty="0"/>
              <a:t>з</a:t>
            </a:r>
            <a:r>
              <a:rPr spc="-35" dirty="0"/>
              <a:t>о</a:t>
            </a:r>
            <a:r>
              <a:rPr spc="20" dirty="0"/>
              <a:t>в</a:t>
            </a:r>
            <a:r>
              <a:rPr spc="-35" dirty="0"/>
              <a:t>а</a:t>
            </a:r>
            <a:r>
              <a:rPr dirty="0"/>
              <a:t>ть</a:t>
            </a:r>
          </a:p>
          <a:p>
            <a:pPr marL="355600" marR="6350" indent="-342900">
              <a:lnSpc>
                <a:spcPts val="2800"/>
              </a:lnSpc>
              <a:spcBef>
                <a:spcPts val="780"/>
              </a:spcBef>
              <a:buFont typeface="Arial"/>
              <a:buChar char="•"/>
              <a:tabLst>
                <a:tab pos="355600" algn="l"/>
              </a:tabLst>
            </a:pPr>
            <a:r>
              <a:rPr spc="-65" dirty="0"/>
              <a:t>Т</a:t>
            </a:r>
            <a:r>
              <a:rPr spc="-35" dirty="0"/>
              <a:t>е</a:t>
            </a:r>
            <a:r>
              <a:rPr spc="45" dirty="0"/>
              <a:t>к</a:t>
            </a:r>
            <a:r>
              <a:rPr dirty="0"/>
              <a:t>у</a:t>
            </a:r>
            <a:r>
              <a:rPr spc="20" dirty="0"/>
              <a:t>щ</a:t>
            </a:r>
            <a:r>
              <a:rPr spc="-45" dirty="0"/>
              <a:t>и</a:t>
            </a:r>
            <a:r>
              <a:rPr dirty="0"/>
              <a:t>е</a:t>
            </a:r>
            <a:r>
              <a:rPr spc="95" dirty="0"/>
              <a:t> </a:t>
            </a:r>
            <a:r>
              <a:rPr spc="60" dirty="0"/>
              <a:t>р</a:t>
            </a:r>
            <a:r>
              <a:rPr spc="-35" dirty="0"/>
              <a:t>е</a:t>
            </a:r>
            <a:r>
              <a:rPr dirty="0"/>
              <a:t>зул</a:t>
            </a:r>
            <a:r>
              <a:rPr spc="45" dirty="0"/>
              <a:t>ь</a:t>
            </a:r>
            <a:r>
              <a:rPr dirty="0"/>
              <a:t>т</a:t>
            </a:r>
            <a:r>
              <a:rPr spc="-35" dirty="0"/>
              <a:t>а</a:t>
            </a:r>
            <a:r>
              <a:rPr dirty="0"/>
              <a:t>ты</a:t>
            </a:r>
            <a:r>
              <a:rPr spc="-95" dirty="0"/>
              <a:t> </a:t>
            </a:r>
            <a:r>
              <a:rPr spc="-25" dirty="0"/>
              <a:t>н</a:t>
            </a:r>
            <a:r>
              <a:rPr dirty="0"/>
              <a:t>е</a:t>
            </a:r>
            <a:r>
              <a:rPr spc="-5" dirty="0"/>
              <a:t> </a:t>
            </a:r>
            <a:r>
              <a:rPr spc="-45" dirty="0"/>
              <a:t>и</a:t>
            </a:r>
            <a:r>
              <a:rPr dirty="0"/>
              <a:t>д</a:t>
            </a:r>
            <a:r>
              <a:rPr spc="-35" dirty="0"/>
              <a:t>еа</a:t>
            </a:r>
            <a:r>
              <a:rPr dirty="0"/>
              <a:t>л</a:t>
            </a:r>
            <a:r>
              <a:rPr spc="45" dirty="0"/>
              <a:t>ь</a:t>
            </a:r>
            <a:r>
              <a:rPr spc="-25" dirty="0"/>
              <a:t>ны</a:t>
            </a:r>
            <a:r>
              <a:rPr dirty="0"/>
              <a:t>,</a:t>
            </a:r>
            <a:r>
              <a:rPr spc="160" dirty="0"/>
              <a:t> </a:t>
            </a:r>
            <a:r>
              <a:rPr dirty="0"/>
              <a:t>з</a:t>
            </a:r>
            <a:r>
              <a:rPr spc="-35" dirty="0"/>
              <a:t>а</a:t>
            </a:r>
            <a:r>
              <a:rPr dirty="0"/>
              <a:t>д</a:t>
            </a:r>
            <a:r>
              <a:rPr spc="-35" dirty="0"/>
              <a:t>а</a:t>
            </a:r>
            <a:r>
              <a:rPr spc="45" dirty="0"/>
              <a:t>ч</a:t>
            </a:r>
            <a:r>
              <a:rPr dirty="0"/>
              <a:t>а</a:t>
            </a:r>
            <a:r>
              <a:rPr spc="-5" dirty="0"/>
              <a:t> </a:t>
            </a:r>
            <a:r>
              <a:rPr dirty="0"/>
              <a:t>в</a:t>
            </a:r>
            <a:r>
              <a:rPr spc="-45" dirty="0"/>
              <a:t> </a:t>
            </a:r>
            <a:r>
              <a:rPr dirty="0"/>
              <a:t>п</a:t>
            </a:r>
            <a:r>
              <a:rPr spc="60" dirty="0"/>
              <a:t>р</a:t>
            </a:r>
            <a:r>
              <a:rPr spc="-35" dirty="0"/>
              <a:t>о</a:t>
            </a:r>
            <a:r>
              <a:rPr spc="20" dirty="0"/>
              <a:t>ц</a:t>
            </a:r>
            <a:r>
              <a:rPr spc="-35" dirty="0"/>
              <a:t>е</a:t>
            </a:r>
            <a:r>
              <a:rPr dirty="0"/>
              <a:t>ссе </a:t>
            </a:r>
            <a:r>
              <a:rPr spc="-45" dirty="0"/>
              <a:t>и</a:t>
            </a:r>
            <a:r>
              <a:rPr dirty="0"/>
              <a:t>ссл</a:t>
            </a:r>
            <a:r>
              <a:rPr spc="-35" dirty="0"/>
              <a:t>е</a:t>
            </a:r>
            <a:r>
              <a:rPr dirty="0"/>
              <a:t>д</a:t>
            </a:r>
            <a:r>
              <a:rPr spc="-35" dirty="0"/>
              <a:t>о</a:t>
            </a:r>
            <a:r>
              <a:rPr spc="20" dirty="0"/>
              <a:t>в</a:t>
            </a:r>
            <a:r>
              <a:rPr spc="-35" dirty="0"/>
              <a:t>а</a:t>
            </a:r>
            <a:r>
              <a:rPr spc="-25" dirty="0"/>
              <a:t>н</a:t>
            </a:r>
            <a:r>
              <a:rPr spc="-45" dirty="0"/>
              <a:t>и</a:t>
            </a:r>
            <a:r>
              <a:rPr dirty="0"/>
              <a:t>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2905</Words>
  <Application>Microsoft Office PowerPoint</Application>
  <PresentationFormat>Произвольный</PresentationFormat>
  <Paragraphs>611</Paragraphs>
  <Slides>79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90" baseType="lpstr">
      <vt:lpstr>Arial</vt:lpstr>
      <vt:lpstr>Calibri</vt:lpstr>
      <vt:lpstr>Calibri Light</vt:lpstr>
      <vt:lpstr>Helvetica Neue</vt:lpstr>
      <vt:lpstr>Symbol</vt:lpstr>
      <vt:lpstr>Times New Roman</vt:lpstr>
      <vt:lpstr>Trebuchet MS</vt:lpstr>
      <vt:lpstr>Wingdings</vt:lpstr>
      <vt:lpstr>1_Тема Office</vt:lpstr>
      <vt:lpstr>2_Тема Office</vt:lpstr>
      <vt:lpstr>Уравнение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Что было сложно и плохо?</vt:lpstr>
      <vt:lpstr>Как должно быть в идеале</vt:lpstr>
      <vt:lpstr>Что такое машинное обучение?</vt:lpstr>
      <vt:lpstr>Машинное обучение</vt:lpstr>
      <vt:lpstr>Задача классификации образов</vt:lpstr>
      <vt:lpstr>Презентация PowerPoint</vt:lpstr>
      <vt:lpstr>Классификация</vt:lpstr>
      <vt:lpstr>Общий риск</vt:lpstr>
      <vt:lpstr>Презентация PowerPoint</vt:lpstr>
      <vt:lpstr>Линейная классификация</vt:lpstr>
      <vt:lpstr>Презентация PowerPoint</vt:lpstr>
      <vt:lpstr>Презентация PowerPoint</vt:lpstr>
      <vt:lpstr>Линейный классификатор</vt:lpstr>
      <vt:lpstr>Метод опорных векторов</vt:lpstr>
      <vt:lpstr>Презентация PowerPoint</vt:lpstr>
      <vt:lpstr>Презентация PowerPoint</vt:lpstr>
      <vt:lpstr>Презентация PowerPoint</vt:lpstr>
      <vt:lpstr>Реальный случай</vt:lpstr>
      <vt:lpstr>Нелинейные SVM</vt:lpstr>
      <vt:lpstr>Нелинейные SVM</vt:lpstr>
      <vt:lpstr>Нелинейные SVM</vt:lpstr>
      <vt:lpstr>Пример ядра</vt:lpstr>
      <vt:lpstr>SVM - резюме</vt:lpstr>
      <vt:lpstr>Предсказательная способность</vt:lpstr>
      <vt:lpstr>Презентация PowerPoint</vt:lpstr>
      <vt:lpstr>Презентация PowerPoint</vt:lpstr>
      <vt:lpstr>Презентация PowerPoint</vt:lpstr>
      <vt:lpstr>Иллюстрация</vt:lpstr>
      <vt:lpstr>Свойства</vt:lpstr>
      <vt:lpstr>Ошибки I и II рода</vt:lpstr>
      <vt:lpstr>Презентация PowerPoint</vt:lpstr>
      <vt:lpstr>Презентация PowerPoint</vt:lpstr>
      <vt:lpstr>Точность и полнота</vt:lpstr>
      <vt:lpstr>Презентация PowerPoint</vt:lpstr>
      <vt:lpstr>Регулировка баланса</vt:lpstr>
      <vt:lpstr>ROC-кривая (кривая ошибок)</vt:lpstr>
      <vt:lpstr>ROC кривая - Построение</vt:lpstr>
      <vt:lpstr>Анализ ROC кривой</vt:lpstr>
      <vt:lpstr>Пример</vt:lpstr>
      <vt:lpstr>Категоризация изображений</vt:lpstr>
      <vt:lpstr>Презентация PowerPoint</vt:lpstr>
      <vt:lpstr>Обучение классификатора</vt:lpstr>
      <vt:lpstr>Признаки изображения</vt:lpstr>
      <vt:lpstr>Признаки пикселей</vt:lpstr>
      <vt:lpstr>Использование напрямую</vt:lpstr>
      <vt:lpstr>Гистограммы</vt:lpstr>
      <vt:lpstr>Квантование признаков</vt:lpstr>
      <vt:lpstr>Презентация PowerPoint</vt:lpstr>
      <vt:lpstr>Адаптивное квантование</vt:lpstr>
      <vt:lpstr>Для нашего примера</vt:lpstr>
      <vt:lpstr>Пространственное распределение</vt:lpstr>
      <vt:lpstr>Пространственная пирамида</vt:lpstr>
      <vt:lpstr>Общая схема построения вектор-признака</vt:lpstr>
      <vt:lpstr>Мешок слов</vt:lpstr>
      <vt:lpstr>Классификация текстов</vt:lpstr>
      <vt:lpstr>Классификация текстов</vt:lpstr>
      <vt:lpstr>Классификация текстов</vt:lpstr>
      <vt:lpstr>«Визуальные слова»</vt:lpstr>
      <vt:lpstr>Словарь и мешок слов</vt:lpstr>
      <vt:lpstr>Схема метода «мешок слов»</vt:lpstr>
      <vt:lpstr>1. Извлечение фрагментов</vt:lpstr>
      <vt:lpstr>Вычисление признаков фрагментов</vt:lpstr>
      <vt:lpstr>Презентация PowerPoint</vt:lpstr>
      <vt:lpstr>Презентация PowerPoint</vt:lpstr>
      <vt:lpstr>2. Обучение словаря</vt:lpstr>
      <vt:lpstr>Пример словаря</vt:lpstr>
      <vt:lpstr>Визуальные словари</vt:lpstr>
      <vt:lpstr>3. Построение «мешка слов»</vt:lpstr>
      <vt:lpstr>Резюме мешка слов</vt:lpstr>
      <vt:lpstr>Резюме признаков</vt:lpstr>
      <vt:lpstr>Категоризация изображений</vt:lpstr>
      <vt:lpstr>Презентация PowerPoint</vt:lpstr>
      <vt:lpstr>Проблемы сравнения гистограмм</vt:lpstr>
      <vt:lpstr>Ядра для нелинейного SVM</vt:lpstr>
      <vt:lpstr>Резюме лекции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kmv</dc:creator>
  <cp:lastModifiedBy>Tetyana Kovalyuk</cp:lastModifiedBy>
  <cp:revision>10</cp:revision>
  <dcterms:created xsi:type="dcterms:W3CDTF">2020-11-16T13:48:07Z</dcterms:created>
  <dcterms:modified xsi:type="dcterms:W3CDTF">2020-11-29T12:50:35Z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2015-01-12T00:00:00Z</vt:filetime>
  </property>
  <property fmtid="{D5CDD505-2E9C-101B-9397-08002B2CF9AE}" pid="3" name="LastSaved">
    <vt:filetime>2020-11-16T00:00:00Z</vt:filetime>
  </property>
</Properties>
</file>